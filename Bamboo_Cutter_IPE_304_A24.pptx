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4"/>
    <p:sldMasterId id="2147483728" r:id="rId5"/>
  </p:sldMasterIdLst>
  <p:notesMasterIdLst>
    <p:notesMasterId r:id="rId48"/>
  </p:notesMasterIdLst>
  <p:handoutMasterIdLst>
    <p:handoutMasterId r:id="rId49"/>
  </p:handoutMasterIdLst>
  <p:sldIdLst>
    <p:sldId id="320" r:id="rId6"/>
    <p:sldId id="338" r:id="rId7"/>
    <p:sldId id="321" r:id="rId8"/>
    <p:sldId id="323" r:id="rId9"/>
    <p:sldId id="324" r:id="rId10"/>
    <p:sldId id="326" r:id="rId11"/>
    <p:sldId id="328" r:id="rId12"/>
    <p:sldId id="327" r:id="rId13"/>
    <p:sldId id="330" r:id="rId14"/>
    <p:sldId id="364" r:id="rId15"/>
    <p:sldId id="370" r:id="rId16"/>
    <p:sldId id="331" r:id="rId17"/>
    <p:sldId id="336" r:id="rId18"/>
    <p:sldId id="337" r:id="rId19"/>
    <p:sldId id="397" r:id="rId20"/>
    <p:sldId id="335" r:id="rId21"/>
    <p:sldId id="371" r:id="rId22"/>
    <p:sldId id="372" r:id="rId23"/>
    <p:sldId id="373" r:id="rId24"/>
    <p:sldId id="374" r:id="rId25"/>
    <p:sldId id="396" r:id="rId26"/>
    <p:sldId id="407" r:id="rId27"/>
    <p:sldId id="376" r:id="rId28"/>
    <p:sldId id="393" r:id="rId29"/>
    <p:sldId id="394" r:id="rId30"/>
    <p:sldId id="377" r:id="rId31"/>
    <p:sldId id="378" r:id="rId32"/>
    <p:sldId id="380" r:id="rId33"/>
    <p:sldId id="381" r:id="rId34"/>
    <p:sldId id="382" r:id="rId35"/>
    <p:sldId id="383" r:id="rId36"/>
    <p:sldId id="384" r:id="rId37"/>
    <p:sldId id="385" r:id="rId38"/>
    <p:sldId id="386" r:id="rId39"/>
    <p:sldId id="388" r:id="rId40"/>
    <p:sldId id="387" r:id="rId41"/>
    <p:sldId id="403" r:id="rId42"/>
    <p:sldId id="404" r:id="rId43"/>
    <p:sldId id="391" r:id="rId44"/>
    <p:sldId id="389" r:id="rId45"/>
    <p:sldId id="289" r:id="rId46"/>
    <p:sldId id="405" r:id="rId47"/>
  </p:sldIdLst>
  <p:sldSz cx="12188825" cy="6858000"/>
  <p:notesSz cx="6858000" cy="9144000"/>
  <p:custDataLst>
    <p:tags r:id="rId5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2A7267-530E-4218-AAD4-D8668E3522EE}" v="2" dt="2024-09-17T14:41:59.424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779" autoAdjust="0"/>
    <p:restoredTop sz="94629" autoAdjust="0"/>
  </p:normalViewPr>
  <p:slideViewPr>
    <p:cSldViewPr showGuides="1">
      <p:cViewPr varScale="1">
        <p:scale>
          <a:sx n="103" d="100"/>
          <a:sy n="103" d="100"/>
        </p:scale>
        <p:origin x="114" y="300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tags" Target="tags/tag1.xml"/><Relationship Id="rId55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56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908047 - An-Nur Taiweb Rahman" userId="509ee1c2-d4cd-4148-aecc-32904f3d476f" providerId="ADAL" clId="{EF2A7267-530E-4218-AAD4-D8668E3522EE}"/>
    <pc:docChg chg="undo custSel modSld">
      <pc:chgData name="1908047 - An-Nur Taiweb Rahman" userId="509ee1c2-d4cd-4148-aecc-32904f3d476f" providerId="ADAL" clId="{EF2A7267-530E-4218-AAD4-D8668E3522EE}" dt="2024-09-17T14:41:57.766" v="4"/>
      <pc:docMkLst>
        <pc:docMk/>
      </pc:docMkLst>
      <pc:sldChg chg="addSp modSp mod">
        <pc:chgData name="1908047 - An-Nur Taiweb Rahman" userId="509ee1c2-d4cd-4148-aecc-32904f3d476f" providerId="ADAL" clId="{EF2A7267-530E-4218-AAD4-D8668E3522EE}" dt="2024-09-17T14:41:57.766" v="4"/>
        <pc:sldMkLst>
          <pc:docMk/>
          <pc:sldMk cId="0" sldId="320"/>
        </pc:sldMkLst>
        <pc:spChg chg="mod">
          <ac:chgData name="1908047 - An-Nur Taiweb Rahman" userId="509ee1c2-d4cd-4148-aecc-32904f3d476f" providerId="ADAL" clId="{EF2A7267-530E-4218-AAD4-D8668E3522EE}" dt="2024-09-17T14:41:54.896" v="3" actId="1076"/>
          <ac:spMkLst>
            <pc:docMk/>
            <pc:sldMk cId="0" sldId="320"/>
            <ac:spMk id="8" creationId="{B68E72E0-B6B2-5504-C72F-C7967B1AEB2F}"/>
          </ac:spMkLst>
        </pc:spChg>
        <pc:graphicFrameChg chg="add mod">
          <ac:chgData name="1908047 - An-Nur Taiweb Rahman" userId="509ee1c2-d4cd-4148-aecc-32904f3d476f" providerId="ADAL" clId="{EF2A7267-530E-4218-AAD4-D8668E3522EE}" dt="2024-09-17T14:41:57.766" v="4"/>
          <ac:graphicFrameMkLst>
            <pc:docMk/>
            <pc:sldMk cId="0" sldId="320"/>
            <ac:graphicFrameMk id="4" creationId="{B6388FF0-E0CB-76C6-547E-71533413DCD9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612401-1769-460C-84AC-A7A6BCAAEF7B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85CA34-C347-43FF-B330-F6128FC62C99}">
      <dgm:prSet/>
      <dgm:spPr/>
      <dgm:t>
        <a:bodyPr/>
        <a:lstStyle/>
        <a:p>
          <a:r>
            <a:rPr lang="en-GB" b="0" i="0" dirty="0"/>
            <a:t>Customer Selection</a:t>
          </a:r>
          <a:endParaRPr lang="en-US" dirty="0"/>
        </a:p>
      </dgm:t>
    </dgm:pt>
    <dgm:pt modelId="{3CBC12D4-B68B-4E23-8D27-0C5E5D131077}" type="parTrans" cxnId="{5B66FF89-2276-47DB-9FD4-E9FBFB318531}">
      <dgm:prSet/>
      <dgm:spPr/>
      <dgm:t>
        <a:bodyPr/>
        <a:lstStyle/>
        <a:p>
          <a:endParaRPr lang="en-US"/>
        </a:p>
      </dgm:t>
    </dgm:pt>
    <dgm:pt modelId="{5DD57DBD-3580-4DE8-9DE9-6BF6EC5496C0}" type="sibTrans" cxnId="{5B66FF89-2276-47DB-9FD4-E9FBFB318531}">
      <dgm:prSet/>
      <dgm:spPr/>
      <dgm:t>
        <a:bodyPr/>
        <a:lstStyle/>
        <a:p>
          <a:endParaRPr lang="en-US"/>
        </a:p>
      </dgm:t>
    </dgm:pt>
    <dgm:pt modelId="{07B7B869-7E4F-4BC3-9D82-B8A9566F03BC}">
      <dgm:prSet/>
      <dgm:spPr/>
      <dgm:t>
        <a:bodyPr/>
        <a:lstStyle/>
        <a:p>
          <a:r>
            <a:rPr lang="en-GB"/>
            <a:t>Artisans and Craftsmen</a:t>
          </a:r>
          <a:endParaRPr lang="en-US"/>
        </a:p>
      </dgm:t>
    </dgm:pt>
    <dgm:pt modelId="{F59FEABC-6A38-4F52-B449-83113AF0A2FA}" type="parTrans" cxnId="{F5410228-1E0D-4D92-B447-24DC144AF7B2}">
      <dgm:prSet/>
      <dgm:spPr/>
      <dgm:t>
        <a:bodyPr/>
        <a:lstStyle/>
        <a:p>
          <a:endParaRPr lang="en-US"/>
        </a:p>
      </dgm:t>
    </dgm:pt>
    <dgm:pt modelId="{31503C1E-9CD9-4005-86AA-2CCCCA7159DE}" type="sibTrans" cxnId="{F5410228-1E0D-4D92-B447-24DC144AF7B2}">
      <dgm:prSet/>
      <dgm:spPr/>
      <dgm:t>
        <a:bodyPr/>
        <a:lstStyle/>
        <a:p>
          <a:endParaRPr lang="en-US"/>
        </a:p>
      </dgm:t>
    </dgm:pt>
    <dgm:pt modelId="{FDD107D0-F9AE-428F-995E-96AD9AB610D2}">
      <dgm:prSet/>
      <dgm:spPr/>
      <dgm:t>
        <a:bodyPr/>
        <a:lstStyle/>
        <a:p>
          <a:r>
            <a:rPr lang="en-GB"/>
            <a:t>Bamboo Furniture Manufacturers</a:t>
          </a:r>
          <a:endParaRPr lang="en-US"/>
        </a:p>
      </dgm:t>
    </dgm:pt>
    <dgm:pt modelId="{5782FE2B-BF02-4F18-89C6-4D0A4DBE6B4C}" type="parTrans" cxnId="{60F475FA-DEFE-4514-9FA0-E4B9877FF948}">
      <dgm:prSet/>
      <dgm:spPr/>
      <dgm:t>
        <a:bodyPr/>
        <a:lstStyle/>
        <a:p>
          <a:endParaRPr lang="en-US"/>
        </a:p>
      </dgm:t>
    </dgm:pt>
    <dgm:pt modelId="{1BCE2314-70C8-4B26-B20A-8DA8C600C255}" type="sibTrans" cxnId="{60F475FA-DEFE-4514-9FA0-E4B9877FF948}">
      <dgm:prSet/>
      <dgm:spPr/>
      <dgm:t>
        <a:bodyPr/>
        <a:lstStyle/>
        <a:p>
          <a:endParaRPr lang="en-US"/>
        </a:p>
      </dgm:t>
    </dgm:pt>
    <dgm:pt modelId="{0622B2BE-540A-4B45-A480-8606D2D265A5}">
      <dgm:prSet/>
      <dgm:spPr/>
      <dgm:t>
        <a:bodyPr/>
        <a:lstStyle/>
        <a:p>
          <a:r>
            <a:rPr lang="en-GB" dirty="0"/>
            <a:t>Construction Companies</a:t>
          </a:r>
          <a:endParaRPr lang="en-US" dirty="0"/>
        </a:p>
      </dgm:t>
    </dgm:pt>
    <dgm:pt modelId="{AC1FEEC8-A6B3-4833-BAAC-895C21BE3D7D}" type="parTrans" cxnId="{0BA47803-9BF3-461D-A04C-D8D400A9F1D7}">
      <dgm:prSet/>
      <dgm:spPr/>
      <dgm:t>
        <a:bodyPr/>
        <a:lstStyle/>
        <a:p>
          <a:endParaRPr lang="en-US"/>
        </a:p>
      </dgm:t>
    </dgm:pt>
    <dgm:pt modelId="{B4881265-F10A-4D4D-92EA-82434547433C}" type="sibTrans" cxnId="{0BA47803-9BF3-461D-A04C-D8D400A9F1D7}">
      <dgm:prSet/>
      <dgm:spPr/>
      <dgm:t>
        <a:bodyPr/>
        <a:lstStyle/>
        <a:p>
          <a:endParaRPr lang="en-US"/>
        </a:p>
      </dgm:t>
    </dgm:pt>
    <dgm:pt modelId="{C10E4B6B-C6D8-4F7E-9841-7D710F215C45}">
      <dgm:prSet/>
      <dgm:spPr/>
      <dgm:t>
        <a:bodyPr/>
        <a:lstStyle/>
        <a:p>
          <a:r>
            <a:rPr lang="en-GB"/>
            <a:t>Bamboo Handicraft Products</a:t>
          </a:r>
          <a:endParaRPr lang="en-US"/>
        </a:p>
      </dgm:t>
    </dgm:pt>
    <dgm:pt modelId="{8B229258-07D5-4261-A6F7-334FCC22316F}" type="parTrans" cxnId="{437ADC36-492F-447A-809F-AF378FCE1A67}">
      <dgm:prSet/>
      <dgm:spPr/>
      <dgm:t>
        <a:bodyPr/>
        <a:lstStyle/>
        <a:p>
          <a:endParaRPr lang="en-US"/>
        </a:p>
      </dgm:t>
    </dgm:pt>
    <dgm:pt modelId="{7AEF6BC7-FA22-4C34-B698-5339D6CFAFE4}" type="sibTrans" cxnId="{437ADC36-492F-447A-809F-AF378FCE1A67}">
      <dgm:prSet/>
      <dgm:spPr/>
      <dgm:t>
        <a:bodyPr/>
        <a:lstStyle/>
        <a:p>
          <a:endParaRPr lang="en-US"/>
        </a:p>
      </dgm:t>
    </dgm:pt>
    <dgm:pt modelId="{D5E14C5C-84FB-40EC-81CD-59C373B81E7C}">
      <dgm:prSet/>
      <dgm:spPr/>
      <dgm:t>
        <a:bodyPr/>
        <a:lstStyle/>
        <a:p>
          <a:r>
            <a:rPr lang="en-GB"/>
            <a:t>Agricultural and Farming Communities</a:t>
          </a:r>
          <a:endParaRPr lang="en-US"/>
        </a:p>
      </dgm:t>
    </dgm:pt>
    <dgm:pt modelId="{5D1C1615-1A54-48E0-B95A-49E1904D30EB}" type="parTrans" cxnId="{0ACE9A45-ADD5-40CE-A985-3DC1B089C96B}">
      <dgm:prSet/>
      <dgm:spPr/>
      <dgm:t>
        <a:bodyPr/>
        <a:lstStyle/>
        <a:p>
          <a:endParaRPr lang="en-US"/>
        </a:p>
      </dgm:t>
    </dgm:pt>
    <dgm:pt modelId="{D41CB0B3-8323-431C-91C8-B48B8BC4CD07}" type="sibTrans" cxnId="{0ACE9A45-ADD5-40CE-A985-3DC1B089C96B}">
      <dgm:prSet/>
      <dgm:spPr/>
      <dgm:t>
        <a:bodyPr/>
        <a:lstStyle/>
        <a:p>
          <a:endParaRPr lang="en-US"/>
        </a:p>
      </dgm:t>
    </dgm:pt>
    <dgm:pt modelId="{29FE04FE-962B-4804-9F36-832AB0C7B95E}" type="pres">
      <dgm:prSet presAssocID="{E5612401-1769-460C-84AC-A7A6BCAAEF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1F0DA6B-76FE-4D2C-8827-FA1506D2E414}" type="pres">
      <dgm:prSet presAssocID="{C285CA34-C347-43FF-B330-F6128FC62C99}" presName="hierRoot1" presStyleCnt="0"/>
      <dgm:spPr/>
    </dgm:pt>
    <dgm:pt modelId="{B4FD7115-15CE-4497-B050-78DDF21B1A96}" type="pres">
      <dgm:prSet presAssocID="{C285CA34-C347-43FF-B330-F6128FC62C99}" presName="composite" presStyleCnt="0"/>
      <dgm:spPr/>
    </dgm:pt>
    <dgm:pt modelId="{D1A5B1E9-F46B-4CC6-A453-16FDE2191D40}" type="pres">
      <dgm:prSet presAssocID="{C285CA34-C347-43FF-B330-F6128FC62C99}" presName="background" presStyleLbl="node0" presStyleIdx="0" presStyleCnt="1"/>
      <dgm:spPr/>
    </dgm:pt>
    <dgm:pt modelId="{6950C6CC-939B-4152-8DE6-AC5DA510E795}" type="pres">
      <dgm:prSet presAssocID="{C285CA34-C347-43FF-B330-F6128FC62C99}" presName="text" presStyleLbl="fgAcc0" presStyleIdx="0" presStyleCnt="1">
        <dgm:presLayoutVars>
          <dgm:chPref val="3"/>
        </dgm:presLayoutVars>
      </dgm:prSet>
      <dgm:spPr/>
    </dgm:pt>
    <dgm:pt modelId="{BEFBEACA-99F2-43A8-880D-B2E7631486D0}" type="pres">
      <dgm:prSet presAssocID="{C285CA34-C347-43FF-B330-F6128FC62C99}" presName="hierChild2" presStyleCnt="0"/>
      <dgm:spPr/>
    </dgm:pt>
    <dgm:pt modelId="{F6FDB187-5F9A-4DB5-8675-2E65605786A6}" type="pres">
      <dgm:prSet presAssocID="{F59FEABC-6A38-4F52-B449-83113AF0A2FA}" presName="Name10" presStyleLbl="parChTrans1D2" presStyleIdx="0" presStyleCnt="5"/>
      <dgm:spPr/>
    </dgm:pt>
    <dgm:pt modelId="{568319B4-E216-434C-BA5D-B7ED9178CFC8}" type="pres">
      <dgm:prSet presAssocID="{07B7B869-7E4F-4BC3-9D82-B8A9566F03BC}" presName="hierRoot2" presStyleCnt="0"/>
      <dgm:spPr/>
    </dgm:pt>
    <dgm:pt modelId="{D062AB50-CF96-4E02-A477-D96F88C4889B}" type="pres">
      <dgm:prSet presAssocID="{07B7B869-7E4F-4BC3-9D82-B8A9566F03BC}" presName="composite2" presStyleCnt="0"/>
      <dgm:spPr/>
    </dgm:pt>
    <dgm:pt modelId="{9B3010CE-DA27-4893-AEBA-594BEC664884}" type="pres">
      <dgm:prSet presAssocID="{07B7B869-7E4F-4BC3-9D82-B8A9566F03BC}" presName="background2" presStyleLbl="node2" presStyleIdx="0" presStyleCnt="5"/>
      <dgm:spPr/>
    </dgm:pt>
    <dgm:pt modelId="{CBBB71F4-F158-43CA-A79E-18B4109AD598}" type="pres">
      <dgm:prSet presAssocID="{07B7B869-7E4F-4BC3-9D82-B8A9566F03BC}" presName="text2" presStyleLbl="fgAcc2" presStyleIdx="0" presStyleCnt="5">
        <dgm:presLayoutVars>
          <dgm:chPref val="3"/>
        </dgm:presLayoutVars>
      </dgm:prSet>
      <dgm:spPr/>
    </dgm:pt>
    <dgm:pt modelId="{E8A9DC43-AF7D-4548-BD1B-8A2A9568824E}" type="pres">
      <dgm:prSet presAssocID="{07B7B869-7E4F-4BC3-9D82-B8A9566F03BC}" presName="hierChild3" presStyleCnt="0"/>
      <dgm:spPr/>
    </dgm:pt>
    <dgm:pt modelId="{181BB30A-E02E-425B-96A8-ABFA491F6737}" type="pres">
      <dgm:prSet presAssocID="{5782FE2B-BF02-4F18-89C6-4D0A4DBE6B4C}" presName="Name10" presStyleLbl="parChTrans1D2" presStyleIdx="1" presStyleCnt="5"/>
      <dgm:spPr/>
    </dgm:pt>
    <dgm:pt modelId="{2437F0F0-542A-42BD-90BA-51CF39861029}" type="pres">
      <dgm:prSet presAssocID="{FDD107D0-F9AE-428F-995E-96AD9AB610D2}" presName="hierRoot2" presStyleCnt="0"/>
      <dgm:spPr/>
    </dgm:pt>
    <dgm:pt modelId="{792E5306-523C-4122-B830-6C90DC9E6CCD}" type="pres">
      <dgm:prSet presAssocID="{FDD107D0-F9AE-428F-995E-96AD9AB610D2}" presName="composite2" presStyleCnt="0"/>
      <dgm:spPr/>
    </dgm:pt>
    <dgm:pt modelId="{32A68763-1FB7-4825-8C2D-2786B86B4E98}" type="pres">
      <dgm:prSet presAssocID="{FDD107D0-F9AE-428F-995E-96AD9AB610D2}" presName="background2" presStyleLbl="node2" presStyleIdx="1" presStyleCnt="5"/>
      <dgm:spPr/>
    </dgm:pt>
    <dgm:pt modelId="{9A44D9CB-014D-4581-AF85-601111DBBFCA}" type="pres">
      <dgm:prSet presAssocID="{FDD107D0-F9AE-428F-995E-96AD9AB610D2}" presName="text2" presStyleLbl="fgAcc2" presStyleIdx="1" presStyleCnt="5">
        <dgm:presLayoutVars>
          <dgm:chPref val="3"/>
        </dgm:presLayoutVars>
      </dgm:prSet>
      <dgm:spPr/>
    </dgm:pt>
    <dgm:pt modelId="{D5E8D2CD-9133-4BDA-A2E4-8BA550B6D66B}" type="pres">
      <dgm:prSet presAssocID="{FDD107D0-F9AE-428F-995E-96AD9AB610D2}" presName="hierChild3" presStyleCnt="0"/>
      <dgm:spPr/>
    </dgm:pt>
    <dgm:pt modelId="{C8EF05CD-2D6C-48EC-8E56-3D696A7353BB}" type="pres">
      <dgm:prSet presAssocID="{AC1FEEC8-A6B3-4833-BAAC-895C21BE3D7D}" presName="Name10" presStyleLbl="parChTrans1D2" presStyleIdx="2" presStyleCnt="5"/>
      <dgm:spPr/>
    </dgm:pt>
    <dgm:pt modelId="{8CF934D9-1622-40A3-873D-7679BEA8A4BF}" type="pres">
      <dgm:prSet presAssocID="{0622B2BE-540A-4B45-A480-8606D2D265A5}" presName="hierRoot2" presStyleCnt="0"/>
      <dgm:spPr/>
    </dgm:pt>
    <dgm:pt modelId="{6A1BA754-6212-441B-9252-D6A99F6F897D}" type="pres">
      <dgm:prSet presAssocID="{0622B2BE-540A-4B45-A480-8606D2D265A5}" presName="composite2" presStyleCnt="0"/>
      <dgm:spPr/>
    </dgm:pt>
    <dgm:pt modelId="{8D9E8E2A-CBD3-4CE4-9082-5A25FCDC851D}" type="pres">
      <dgm:prSet presAssocID="{0622B2BE-540A-4B45-A480-8606D2D265A5}" presName="background2" presStyleLbl="node2" presStyleIdx="2" presStyleCnt="5"/>
      <dgm:spPr/>
    </dgm:pt>
    <dgm:pt modelId="{58245819-A5BB-4E66-8E25-18398047B00A}" type="pres">
      <dgm:prSet presAssocID="{0622B2BE-540A-4B45-A480-8606D2D265A5}" presName="text2" presStyleLbl="fgAcc2" presStyleIdx="2" presStyleCnt="5">
        <dgm:presLayoutVars>
          <dgm:chPref val="3"/>
        </dgm:presLayoutVars>
      </dgm:prSet>
      <dgm:spPr/>
    </dgm:pt>
    <dgm:pt modelId="{483554DD-3018-4471-A594-4EBBF7917312}" type="pres">
      <dgm:prSet presAssocID="{0622B2BE-540A-4B45-A480-8606D2D265A5}" presName="hierChild3" presStyleCnt="0"/>
      <dgm:spPr/>
    </dgm:pt>
    <dgm:pt modelId="{713ABBC8-A39F-4A89-96CE-C66B87FF38B9}" type="pres">
      <dgm:prSet presAssocID="{8B229258-07D5-4261-A6F7-334FCC22316F}" presName="Name10" presStyleLbl="parChTrans1D2" presStyleIdx="3" presStyleCnt="5"/>
      <dgm:spPr/>
    </dgm:pt>
    <dgm:pt modelId="{3C39A3E3-0133-4597-B12F-4D6F43A0E1EB}" type="pres">
      <dgm:prSet presAssocID="{C10E4B6B-C6D8-4F7E-9841-7D710F215C45}" presName="hierRoot2" presStyleCnt="0"/>
      <dgm:spPr/>
    </dgm:pt>
    <dgm:pt modelId="{2E2C90BE-0E03-4FEF-AB47-C2261585E27D}" type="pres">
      <dgm:prSet presAssocID="{C10E4B6B-C6D8-4F7E-9841-7D710F215C45}" presName="composite2" presStyleCnt="0"/>
      <dgm:spPr/>
    </dgm:pt>
    <dgm:pt modelId="{0A4FD8BE-9045-409C-873C-C9CE04E54607}" type="pres">
      <dgm:prSet presAssocID="{C10E4B6B-C6D8-4F7E-9841-7D710F215C45}" presName="background2" presStyleLbl="node2" presStyleIdx="3" presStyleCnt="5"/>
      <dgm:spPr/>
    </dgm:pt>
    <dgm:pt modelId="{B4CD65E7-2849-40AE-B6F3-6338D68343B3}" type="pres">
      <dgm:prSet presAssocID="{C10E4B6B-C6D8-4F7E-9841-7D710F215C45}" presName="text2" presStyleLbl="fgAcc2" presStyleIdx="3" presStyleCnt="5">
        <dgm:presLayoutVars>
          <dgm:chPref val="3"/>
        </dgm:presLayoutVars>
      </dgm:prSet>
      <dgm:spPr/>
    </dgm:pt>
    <dgm:pt modelId="{3041113A-0C1D-4057-8D5A-6B90D2D17C07}" type="pres">
      <dgm:prSet presAssocID="{C10E4B6B-C6D8-4F7E-9841-7D710F215C45}" presName="hierChild3" presStyleCnt="0"/>
      <dgm:spPr/>
    </dgm:pt>
    <dgm:pt modelId="{4C8F4B0B-AC4C-4F67-A9FC-FC86494909D3}" type="pres">
      <dgm:prSet presAssocID="{5D1C1615-1A54-48E0-B95A-49E1904D30EB}" presName="Name10" presStyleLbl="parChTrans1D2" presStyleIdx="4" presStyleCnt="5"/>
      <dgm:spPr/>
    </dgm:pt>
    <dgm:pt modelId="{30EB878D-0513-49C6-9BB7-0A6FD83CFF86}" type="pres">
      <dgm:prSet presAssocID="{D5E14C5C-84FB-40EC-81CD-59C373B81E7C}" presName="hierRoot2" presStyleCnt="0"/>
      <dgm:spPr/>
    </dgm:pt>
    <dgm:pt modelId="{83B3AE47-06E1-436F-A105-7F7EAE70C358}" type="pres">
      <dgm:prSet presAssocID="{D5E14C5C-84FB-40EC-81CD-59C373B81E7C}" presName="composite2" presStyleCnt="0"/>
      <dgm:spPr/>
    </dgm:pt>
    <dgm:pt modelId="{2C6420A9-4889-457D-AA56-B8860A97ACF2}" type="pres">
      <dgm:prSet presAssocID="{D5E14C5C-84FB-40EC-81CD-59C373B81E7C}" presName="background2" presStyleLbl="node2" presStyleIdx="4" presStyleCnt="5"/>
      <dgm:spPr/>
    </dgm:pt>
    <dgm:pt modelId="{694A7699-23A8-4573-877F-814684BA7687}" type="pres">
      <dgm:prSet presAssocID="{D5E14C5C-84FB-40EC-81CD-59C373B81E7C}" presName="text2" presStyleLbl="fgAcc2" presStyleIdx="4" presStyleCnt="5">
        <dgm:presLayoutVars>
          <dgm:chPref val="3"/>
        </dgm:presLayoutVars>
      </dgm:prSet>
      <dgm:spPr/>
    </dgm:pt>
    <dgm:pt modelId="{55E02B8B-8123-4429-9397-785B537739ED}" type="pres">
      <dgm:prSet presAssocID="{D5E14C5C-84FB-40EC-81CD-59C373B81E7C}" presName="hierChild3" presStyleCnt="0"/>
      <dgm:spPr/>
    </dgm:pt>
  </dgm:ptLst>
  <dgm:cxnLst>
    <dgm:cxn modelId="{0BA47803-9BF3-461D-A04C-D8D400A9F1D7}" srcId="{C285CA34-C347-43FF-B330-F6128FC62C99}" destId="{0622B2BE-540A-4B45-A480-8606D2D265A5}" srcOrd="2" destOrd="0" parTransId="{AC1FEEC8-A6B3-4833-BAAC-895C21BE3D7D}" sibTransId="{B4881265-F10A-4D4D-92EA-82434547433C}"/>
    <dgm:cxn modelId="{F5410228-1E0D-4D92-B447-24DC144AF7B2}" srcId="{C285CA34-C347-43FF-B330-F6128FC62C99}" destId="{07B7B869-7E4F-4BC3-9D82-B8A9566F03BC}" srcOrd="0" destOrd="0" parTransId="{F59FEABC-6A38-4F52-B449-83113AF0A2FA}" sibTransId="{31503C1E-9CD9-4005-86AA-2CCCCA7159DE}"/>
    <dgm:cxn modelId="{C7FD482A-ACB1-4408-8C07-805E36774B70}" type="presOf" srcId="{F59FEABC-6A38-4F52-B449-83113AF0A2FA}" destId="{F6FDB187-5F9A-4DB5-8675-2E65605786A6}" srcOrd="0" destOrd="0" presId="urn:microsoft.com/office/officeart/2005/8/layout/hierarchy1"/>
    <dgm:cxn modelId="{437ADC36-492F-447A-809F-AF378FCE1A67}" srcId="{C285CA34-C347-43FF-B330-F6128FC62C99}" destId="{C10E4B6B-C6D8-4F7E-9841-7D710F215C45}" srcOrd="3" destOrd="0" parTransId="{8B229258-07D5-4261-A6F7-334FCC22316F}" sibTransId="{7AEF6BC7-FA22-4C34-B698-5339D6CFAFE4}"/>
    <dgm:cxn modelId="{0ACE9A45-ADD5-40CE-A985-3DC1B089C96B}" srcId="{C285CA34-C347-43FF-B330-F6128FC62C99}" destId="{D5E14C5C-84FB-40EC-81CD-59C373B81E7C}" srcOrd="4" destOrd="0" parTransId="{5D1C1615-1A54-48E0-B95A-49E1904D30EB}" sibTransId="{D41CB0B3-8323-431C-91C8-B48B8BC4CD07}"/>
    <dgm:cxn modelId="{11408448-3A47-4E57-ACAF-946A7F465D11}" type="presOf" srcId="{5D1C1615-1A54-48E0-B95A-49E1904D30EB}" destId="{4C8F4B0B-AC4C-4F67-A9FC-FC86494909D3}" srcOrd="0" destOrd="0" presId="urn:microsoft.com/office/officeart/2005/8/layout/hierarchy1"/>
    <dgm:cxn modelId="{46696354-A53A-4BFA-952C-D80BD98721E2}" type="presOf" srcId="{AC1FEEC8-A6B3-4833-BAAC-895C21BE3D7D}" destId="{C8EF05CD-2D6C-48EC-8E56-3D696A7353BB}" srcOrd="0" destOrd="0" presId="urn:microsoft.com/office/officeart/2005/8/layout/hierarchy1"/>
    <dgm:cxn modelId="{44174557-5EDB-4A59-B086-90B14DD6D3F3}" type="presOf" srcId="{FDD107D0-F9AE-428F-995E-96AD9AB610D2}" destId="{9A44D9CB-014D-4581-AF85-601111DBBFCA}" srcOrd="0" destOrd="0" presId="urn:microsoft.com/office/officeart/2005/8/layout/hierarchy1"/>
    <dgm:cxn modelId="{5B66FF89-2276-47DB-9FD4-E9FBFB318531}" srcId="{E5612401-1769-460C-84AC-A7A6BCAAEF7B}" destId="{C285CA34-C347-43FF-B330-F6128FC62C99}" srcOrd="0" destOrd="0" parTransId="{3CBC12D4-B68B-4E23-8D27-0C5E5D131077}" sibTransId="{5DD57DBD-3580-4DE8-9DE9-6BF6EC5496C0}"/>
    <dgm:cxn modelId="{016FEFA5-8AB1-4F0E-8C2A-0DE25E37EE23}" type="presOf" srcId="{8B229258-07D5-4261-A6F7-334FCC22316F}" destId="{713ABBC8-A39F-4A89-96CE-C66B87FF38B9}" srcOrd="0" destOrd="0" presId="urn:microsoft.com/office/officeart/2005/8/layout/hierarchy1"/>
    <dgm:cxn modelId="{4750F6A6-B5DA-491E-AAA3-9BBC690B5D7D}" type="presOf" srcId="{5782FE2B-BF02-4F18-89C6-4D0A4DBE6B4C}" destId="{181BB30A-E02E-425B-96A8-ABFA491F6737}" srcOrd="0" destOrd="0" presId="urn:microsoft.com/office/officeart/2005/8/layout/hierarchy1"/>
    <dgm:cxn modelId="{A42BE9AA-12A7-42BE-BC9B-90C08C957536}" type="presOf" srcId="{0622B2BE-540A-4B45-A480-8606D2D265A5}" destId="{58245819-A5BB-4E66-8E25-18398047B00A}" srcOrd="0" destOrd="0" presId="urn:microsoft.com/office/officeart/2005/8/layout/hierarchy1"/>
    <dgm:cxn modelId="{ABB9EDB2-5FB5-4091-BDBB-2F4A484147EA}" type="presOf" srcId="{C285CA34-C347-43FF-B330-F6128FC62C99}" destId="{6950C6CC-939B-4152-8DE6-AC5DA510E795}" srcOrd="0" destOrd="0" presId="urn:microsoft.com/office/officeart/2005/8/layout/hierarchy1"/>
    <dgm:cxn modelId="{B7E084CE-2E4E-465D-9A6F-092DEF12BF32}" type="presOf" srcId="{07B7B869-7E4F-4BC3-9D82-B8A9566F03BC}" destId="{CBBB71F4-F158-43CA-A79E-18B4109AD598}" srcOrd="0" destOrd="0" presId="urn:microsoft.com/office/officeart/2005/8/layout/hierarchy1"/>
    <dgm:cxn modelId="{2FDF3CEE-4E27-42BB-852C-92F95D6CF336}" type="presOf" srcId="{E5612401-1769-460C-84AC-A7A6BCAAEF7B}" destId="{29FE04FE-962B-4804-9F36-832AB0C7B95E}" srcOrd="0" destOrd="0" presId="urn:microsoft.com/office/officeart/2005/8/layout/hierarchy1"/>
    <dgm:cxn modelId="{AE60CBEF-B4D2-4DC4-80ED-169E99ACDD22}" type="presOf" srcId="{C10E4B6B-C6D8-4F7E-9841-7D710F215C45}" destId="{B4CD65E7-2849-40AE-B6F3-6338D68343B3}" srcOrd="0" destOrd="0" presId="urn:microsoft.com/office/officeart/2005/8/layout/hierarchy1"/>
    <dgm:cxn modelId="{212A8BF2-91A3-442D-861F-22756711CFA9}" type="presOf" srcId="{D5E14C5C-84FB-40EC-81CD-59C373B81E7C}" destId="{694A7699-23A8-4573-877F-814684BA7687}" srcOrd="0" destOrd="0" presId="urn:microsoft.com/office/officeart/2005/8/layout/hierarchy1"/>
    <dgm:cxn modelId="{60F475FA-DEFE-4514-9FA0-E4B9877FF948}" srcId="{C285CA34-C347-43FF-B330-F6128FC62C99}" destId="{FDD107D0-F9AE-428F-995E-96AD9AB610D2}" srcOrd="1" destOrd="0" parTransId="{5782FE2B-BF02-4F18-89C6-4D0A4DBE6B4C}" sibTransId="{1BCE2314-70C8-4B26-B20A-8DA8C600C255}"/>
    <dgm:cxn modelId="{4BC47EE2-B3EC-4FB7-B45E-DEFF567F5C75}" type="presParOf" srcId="{29FE04FE-962B-4804-9F36-832AB0C7B95E}" destId="{D1F0DA6B-76FE-4D2C-8827-FA1506D2E414}" srcOrd="0" destOrd="0" presId="urn:microsoft.com/office/officeart/2005/8/layout/hierarchy1"/>
    <dgm:cxn modelId="{603958FF-0478-4064-AD28-54D26032339D}" type="presParOf" srcId="{D1F0DA6B-76FE-4D2C-8827-FA1506D2E414}" destId="{B4FD7115-15CE-4497-B050-78DDF21B1A96}" srcOrd="0" destOrd="0" presId="urn:microsoft.com/office/officeart/2005/8/layout/hierarchy1"/>
    <dgm:cxn modelId="{8B091F5A-B09E-4D64-B1CB-A4C6C1535728}" type="presParOf" srcId="{B4FD7115-15CE-4497-B050-78DDF21B1A96}" destId="{D1A5B1E9-F46B-4CC6-A453-16FDE2191D40}" srcOrd="0" destOrd="0" presId="urn:microsoft.com/office/officeart/2005/8/layout/hierarchy1"/>
    <dgm:cxn modelId="{9FB3E489-5E84-4741-9839-FBF189EFA9E2}" type="presParOf" srcId="{B4FD7115-15CE-4497-B050-78DDF21B1A96}" destId="{6950C6CC-939B-4152-8DE6-AC5DA510E795}" srcOrd="1" destOrd="0" presId="urn:microsoft.com/office/officeart/2005/8/layout/hierarchy1"/>
    <dgm:cxn modelId="{5A45701B-4654-464E-AC2D-BD8BEA85F910}" type="presParOf" srcId="{D1F0DA6B-76FE-4D2C-8827-FA1506D2E414}" destId="{BEFBEACA-99F2-43A8-880D-B2E7631486D0}" srcOrd="1" destOrd="0" presId="urn:microsoft.com/office/officeart/2005/8/layout/hierarchy1"/>
    <dgm:cxn modelId="{BA917E46-47E8-4F97-B2F2-85D3FDB7F400}" type="presParOf" srcId="{BEFBEACA-99F2-43A8-880D-B2E7631486D0}" destId="{F6FDB187-5F9A-4DB5-8675-2E65605786A6}" srcOrd="0" destOrd="0" presId="urn:microsoft.com/office/officeart/2005/8/layout/hierarchy1"/>
    <dgm:cxn modelId="{7541F4AE-6A58-4FBB-80B7-D394197A1A7A}" type="presParOf" srcId="{BEFBEACA-99F2-43A8-880D-B2E7631486D0}" destId="{568319B4-E216-434C-BA5D-B7ED9178CFC8}" srcOrd="1" destOrd="0" presId="urn:microsoft.com/office/officeart/2005/8/layout/hierarchy1"/>
    <dgm:cxn modelId="{E6AAA34D-BF9E-4ED7-8B4C-032FDD65E3E2}" type="presParOf" srcId="{568319B4-E216-434C-BA5D-B7ED9178CFC8}" destId="{D062AB50-CF96-4E02-A477-D96F88C4889B}" srcOrd="0" destOrd="0" presId="urn:microsoft.com/office/officeart/2005/8/layout/hierarchy1"/>
    <dgm:cxn modelId="{F9DD4FA9-2B1E-4B17-BF69-70C6D882C5EF}" type="presParOf" srcId="{D062AB50-CF96-4E02-A477-D96F88C4889B}" destId="{9B3010CE-DA27-4893-AEBA-594BEC664884}" srcOrd="0" destOrd="0" presId="urn:microsoft.com/office/officeart/2005/8/layout/hierarchy1"/>
    <dgm:cxn modelId="{258A1720-2478-49CD-B1E9-D9B66AA2F250}" type="presParOf" srcId="{D062AB50-CF96-4E02-A477-D96F88C4889B}" destId="{CBBB71F4-F158-43CA-A79E-18B4109AD598}" srcOrd="1" destOrd="0" presId="urn:microsoft.com/office/officeart/2005/8/layout/hierarchy1"/>
    <dgm:cxn modelId="{26C2BA3F-400C-42E6-B67A-DD7D2E19A50D}" type="presParOf" srcId="{568319B4-E216-434C-BA5D-B7ED9178CFC8}" destId="{E8A9DC43-AF7D-4548-BD1B-8A2A9568824E}" srcOrd="1" destOrd="0" presId="urn:microsoft.com/office/officeart/2005/8/layout/hierarchy1"/>
    <dgm:cxn modelId="{A0A559AA-4067-44F1-A22C-E3706B32C9DA}" type="presParOf" srcId="{BEFBEACA-99F2-43A8-880D-B2E7631486D0}" destId="{181BB30A-E02E-425B-96A8-ABFA491F6737}" srcOrd="2" destOrd="0" presId="urn:microsoft.com/office/officeart/2005/8/layout/hierarchy1"/>
    <dgm:cxn modelId="{47C8F0A1-E4E1-474A-8DAB-E1D96CBE3162}" type="presParOf" srcId="{BEFBEACA-99F2-43A8-880D-B2E7631486D0}" destId="{2437F0F0-542A-42BD-90BA-51CF39861029}" srcOrd="3" destOrd="0" presId="urn:microsoft.com/office/officeart/2005/8/layout/hierarchy1"/>
    <dgm:cxn modelId="{486CDCD2-D922-4F48-91F0-E1AEF7292711}" type="presParOf" srcId="{2437F0F0-542A-42BD-90BA-51CF39861029}" destId="{792E5306-523C-4122-B830-6C90DC9E6CCD}" srcOrd="0" destOrd="0" presId="urn:microsoft.com/office/officeart/2005/8/layout/hierarchy1"/>
    <dgm:cxn modelId="{0133C4F4-2D04-457D-B4C1-1A2CEFB8FA80}" type="presParOf" srcId="{792E5306-523C-4122-B830-6C90DC9E6CCD}" destId="{32A68763-1FB7-4825-8C2D-2786B86B4E98}" srcOrd="0" destOrd="0" presId="urn:microsoft.com/office/officeart/2005/8/layout/hierarchy1"/>
    <dgm:cxn modelId="{282CE8F1-1462-408E-B19E-F3B34652017A}" type="presParOf" srcId="{792E5306-523C-4122-B830-6C90DC9E6CCD}" destId="{9A44D9CB-014D-4581-AF85-601111DBBFCA}" srcOrd="1" destOrd="0" presId="urn:microsoft.com/office/officeart/2005/8/layout/hierarchy1"/>
    <dgm:cxn modelId="{35FAAA4D-3EE8-410E-B46E-241FFFF1D3C7}" type="presParOf" srcId="{2437F0F0-542A-42BD-90BA-51CF39861029}" destId="{D5E8D2CD-9133-4BDA-A2E4-8BA550B6D66B}" srcOrd="1" destOrd="0" presId="urn:microsoft.com/office/officeart/2005/8/layout/hierarchy1"/>
    <dgm:cxn modelId="{14A34F17-28F5-4655-A7A6-793394E97D65}" type="presParOf" srcId="{BEFBEACA-99F2-43A8-880D-B2E7631486D0}" destId="{C8EF05CD-2D6C-48EC-8E56-3D696A7353BB}" srcOrd="4" destOrd="0" presId="urn:microsoft.com/office/officeart/2005/8/layout/hierarchy1"/>
    <dgm:cxn modelId="{8D2D2EE4-FEA5-455F-86B3-A1EE275D3158}" type="presParOf" srcId="{BEFBEACA-99F2-43A8-880D-B2E7631486D0}" destId="{8CF934D9-1622-40A3-873D-7679BEA8A4BF}" srcOrd="5" destOrd="0" presId="urn:microsoft.com/office/officeart/2005/8/layout/hierarchy1"/>
    <dgm:cxn modelId="{BE9A9FF6-16D7-4BD0-B01D-0E276A32E350}" type="presParOf" srcId="{8CF934D9-1622-40A3-873D-7679BEA8A4BF}" destId="{6A1BA754-6212-441B-9252-D6A99F6F897D}" srcOrd="0" destOrd="0" presId="urn:microsoft.com/office/officeart/2005/8/layout/hierarchy1"/>
    <dgm:cxn modelId="{A1CCA68A-02AE-4A34-B4CE-C3D6B629334A}" type="presParOf" srcId="{6A1BA754-6212-441B-9252-D6A99F6F897D}" destId="{8D9E8E2A-CBD3-4CE4-9082-5A25FCDC851D}" srcOrd="0" destOrd="0" presId="urn:microsoft.com/office/officeart/2005/8/layout/hierarchy1"/>
    <dgm:cxn modelId="{50ED5FA8-9477-4127-B7F4-F21CDA71BE51}" type="presParOf" srcId="{6A1BA754-6212-441B-9252-D6A99F6F897D}" destId="{58245819-A5BB-4E66-8E25-18398047B00A}" srcOrd="1" destOrd="0" presId="urn:microsoft.com/office/officeart/2005/8/layout/hierarchy1"/>
    <dgm:cxn modelId="{D84F257F-6622-4B12-8831-E7AC3216C2DF}" type="presParOf" srcId="{8CF934D9-1622-40A3-873D-7679BEA8A4BF}" destId="{483554DD-3018-4471-A594-4EBBF7917312}" srcOrd="1" destOrd="0" presId="urn:microsoft.com/office/officeart/2005/8/layout/hierarchy1"/>
    <dgm:cxn modelId="{1E60726E-C26E-4A63-8DC2-D758EFDE2276}" type="presParOf" srcId="{BEFBEACA-99F2-43A8-880D-B2E7631486D0}" destId="{713ABBC8-A39F-4A89-96CE-C66B87FF38B9}" srcOrd="6" destOrd="0" presId="urn:microsoft.com/office/officeart/2005/8/layout/hierarchy1"/>
    <dgm:cxn modelId="{93E61E09-982E-4BE7-89B4-547F8BF41555}" type="presParOf" srcId="{BEFBEACA-99F2-43A8-880D-B2E7631486D0}" destId="{3C39A3E3-0133-4597-B12F-4D6F43A0E1EB}" srcOrd="7" destOrd="0" presId="urn:microsoft.com/office/officeart/2005/8/layout/hierarchy1"/>
    <dgm:cxn modelId="{93297245-6FB2-4FEE-92E3-29A65C20E545}" type="presParOf" srcId="{3C39A3E3-0133-4597-B12F-4D6F43A0E1EB}" destId="{2E2C90BE-0E03-4FEF-AB47-C2261585E27D}" srcOrd="0" destOrd="0" presId="urn:microsoft.com/office/officeart/2005/8/layout/hierarchy1"/>
    <dgm:cxn modelId="{BEC0084B-71BA-4B34-B7B3-DA97A2F8C3C6}" type="presParOf" srcId="{2E2C90BE-0E03-4FEF-AB47-C2261585E27D}" destId="{0A4FD8BE-9045-409C-873C-C9CE04E54607}" srcOrd="0" destOrd="0" presId="urn:microsoft.com/office/officeart/2005/8/layout/hierarchy1"/>
    <dgm:cxn modelId="{CB8A40BB-9A29-4D52-9AB7-A7AD3936DE07}" type="presParOf" srcId="{2E2C90BE-0E03-4FEF-AB47-C2261585E27D}" destId="{B4CD65E7-2849-40AE-B6F3-6338D68343B3}" srcOrd="1" destOrd="0" presId="urn:microsoft.com/office/officeart/2005/8/layout/hierarchy1"/>
    <dgm:cxn modelId="{379EFFB8-A57A-4C19-A661-E088DBDC73B5}" type="presParOf" srcId="{3C39A3E3-0133-4597-B12F-4D6F43A0E1EB}" destId="{3041113A-0C1D-4057-8D5A-6B90D2D17C07}" srcOrd="1" destOrd="0" presId="urn:microsoft.com/office/officeart/2005/8/layout/hierarchy1"/>
    <dgm:cxn modelId="{D54549BA-1715-4D3F-B17D-448E5B04B85B}" type="presParOf" srcId="{BEFBEACA-99F2-43A8-880D-B2E7631486D0}" destId="{4C8F4B0B-AC4C-4F67-A9FC-FC86494909D3}" srcOrd="8" destOrd="0" presId="urn:microsoft.com/office/officeart/2005/8/layout/hierarchy1"/>
    <dgm:cxn modelId="{C301CF6B-8600-4563-9626-9E3F5885A6EA}" type="presParOf" srcId="{BEFBEACA-99F2-43A8-880D-B2E7631486D0}" destId="{30EB878D-0513-49C6-9BB7-0A6FD83CFF86}" srcOrd="9" destOrd="0" presId="urn:microsoft.com/office/officeart/2005/8/layout/hierarchy1"/>
    <dgm:cxn modelId="{0FC0B1FB-8F34-46AD-94DD-B09DB28BD04E}" type="presParOf" srcId="{30EB878D-0513-49C6-9BB7-0A6FD83CFF86}" destId="{83B3AE47-06E1-436F-A105-7F7EAE70C358}" srcOrd="0" destOrd="0" presId="urn:microsoft.com/office/officeart/2005/8/layout/hierarchy1"/>
    <dgm:cxn modelId="{2DF03B94-6C7E-496B-BFF1-9363AD879914}" type="presParOf" srcId="{83B3AE47-06E1-436F-A105-7F7EAE70C358}" destId="{2C6420A9-4889-457D-AA56-B8860A97ACF2}" srcOrd="0" destOrd="0" presId="urn:microsoft.com/office/officeart/2005/8/layout/hierarchy1"/>
    <dgm:cxn modelId="{F6401739-3B45-4C37-AB6F-FDD0F636925D}" type="presParOf" srcId="{83B3AE47-06E1-436F-A105-7F7EAE70C358}" destId="{694A7699-23A8-4573-877F-814684BA7687}" srcOrd="1" destOrd="0" presId="urn:microsoft.com/office/officeart/2005/8/layout/hierarchy1"/>
    <dgm:cxn modelId="{F610F78A-F880-4B3E-9868-5716B8E32EDE}" type="presParOf" srcId="{30EB878D-0513-49C6-9BB7-0A6FD83CFF86}" destId="{55E02B8B-8123-4429-9397-785B537739E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8A9597-C824-4942-AF97-EB120DA89C86}" type="doc">
      <dgm:prSet loTypeId="urn:microsoft.com/office/officeart/2005/8/layout/vList2" loCatId="list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CA14ED9-3BD5-4AA9-8E98-655A91330F69}">
      <dgm:prSet/>
      <dgm:spPr/>
      <dgm:t>
        <a:bodyPr/>
        <a:lstStyle/>
        <a:p>
          <a:r>
            <a:rPr lang="en-US" dirty="0" err="1"/>
            <a:t>Kotchandpur</a:t>
          </a:r>
          <a:r>
            <a:rPr lang="en-US" dirty="0"/>
            <a:t> Bazar, </a:t>
          </a:r>
          <a:r>
            <a:rPr lang="en-US" dirty="0" err="1"/>
            <a:t>Jhenaidah</a:t>
          </a:r>
          <a:r>
            <a:rPr lang="en-US" dirty="0"/>
            <a:t>, Bangladesh</a:t>
          </a:r>
        </a:p>
      </dgm:t>
    </dgm:pt>
    <dgm:pt modelId="{85B52799-E092-46E0-A805-A606DC3B161B}" type="parTrans" cxnId="{144B9889-64BB-4FF0-A045-1B974BB83557}">
      <dgm:prSet/>
      <dgm:spPr/>
      <dgm:t>
        <a:bodyPr/>
        <a:lstStyle/>
        <a:p>
          <a:endParaRPr lang="en-US"/>
        </a:p>
      </dgm:t>
    </dgm:pt>
    <dgm:pt modelId="{B560F6BC-9217-483C-A65D-9BA0FBCEF018}" type="sibTrans" cxnId="{144B9889-64BB-4FF0-A045-1B974BB83557}">
      <dgm:prSet/>
      <dgm:spPr/>
      <dgm:t>
        <a:bodyPr/>
        <a:lstStyle/>
        <a:p>
          <a:endParaRPr lang="en-US"/>
        </a:p>
      </dgm:t>
    </dgm:pt>
    <dgm:pt modelId="{E3641592-ED90-4813-A448-C0809C1B9E1E}">
      <dgm:prSet/>
      <dgm:spPr/>
      <dgm:t>
        <a:bodyPr/>
        <a:lstStyle/>
        <a:p>
          <a:r>
            <a:rPr lang="en-US" dirty="0" err="1"/>
            <a:t>Ibrahimpur</a:t>
          </a:r>
          <a:r>
            <a:rPr lang="en-US" dirty="0"/>
            <a:t> Bazar, </a:t>
          </a:r>
          <a:r>
            <a:rPr lang="en-US" dirty="0" err="1"/>
            <a:t>Nabinagar</a:t>
          </a:r>
          <a:r>
            <a:rPr lang="en-US" dirty="0"/>
            <a:t>, </a:t>
          </a:r>
          <a:r>
            <a:rPr lang="en-US" dirty="0" err="1"/>
            <a:t>Brahmanbaria</a:t>
          </a:r>
          <a:endParaRPr lang="en-US" dirty="0"/>
        </a:p>
      </dgm:t>
    </dgm:pt>
    <dgm:pt modelId="{D545C12D-4592-4595-9339-3764DA3A2C79}" type="parTrans" cxnId="{8548920D-4767-43CC-892C-E59A40366418}">
      <dgm:prSet/>
      <dgm:spPr/>
      <dgm:t>
        <a:bodyPr/>
        <a:lstStyle/>
        <a:p>
          <a:endParaRPr lang="en-US"/>
        </a:p>
      </dgm:t>
    </dgm:pt>
    <dgm:pt modelId="{6E3EB6BF-8744-40E8-B615-656640A25776}" type="sibTrans" cxnId="{8548920D-4767-43CC-892C-E59A40366418}">
      <dgm:prSet/>
      <dgm:spPr/>
      <dgm:t>
        <a:bodyPr/>
        <a:lstStyle/>
        <a:p>
          <a:endParaRPr lang="en-US"/>
        </a:p>
      </dgm:t>
    </dgm:pt>
    <dgm:pt modelId="{44C6D67D-1297-46C0-AD29-40BFB0EC0E63}">
      <dgm:prSet/>
      <dgm:spPr/>
      <dgm:t>
        <a:bodyPr/>
        <a:lstStyle/>
        <a:p>
          <a:r>
            <a:rPr lang="en-US" dirty="0" err="1"/>
            <a:t>Harong</a:t>
          </a:r>
          <a:r>
            <a:rPr lang="en-US" dirty="0"/>
            <a:t>, </a:t>
          </a:r>
          <a:r>
            <a:rPr lang="en-US" dirty="0" err="1"/>
            <a:t>Chandina</a:t>
          </a:r>
          <a:r>
            <a:rPr lang="en-US" dirty="0"/>
            <a:t>, </a:t>
          </a:r>
          <a:r>
            <a:rPr lang="en-US" dirty="0" err="1"/>
            <a:t>Cumilla</a:t>
          </a:r>
          <a:r>
            <a:rPr lang="en-US" dirty="0"/>
            <a:t> </a:t>
          </a:r>
        </a:p>
      </dgm:t>
    </dgm:pt>
    <dgm:pt modelId="{FE24AAC6-1E31-45A5-903C-7D2BDB334993}" type="parTrans" cxnId="{81CA0A14-99AE-4FC5-AC8F-9B4726C14D4A}">
      <dgm:prSet/>
      <dgm:spPr/>
      <dgm:t>
        <a:bodyPr/>
        <a:lstStyle/>
        <a:p>
          <a:endParaRPr lang="en-US"/>
        </a:p>
      </dgm:t>
    </dgm:pt>
    <dgm:pt modelId="{8304BCE1-2309-4FB2-B6E3-91FCBC1C6129}" type="sibTrans" cxnId="{81CA0A14-99AE-4FC5-AC8F-9B4726C14D4A}">
      <dgm:prSet/>
      <dgm:spPr/>
      <dgm:t>
        <a:bodyPr/>
        <a:lstStyle/>
        <a:p>
          <a:endParaRPr lang="en-US"/>
        </a:p>
      </dgm:t>
    </dgm:pt>
    <dgm:pt modelId="{11A0E7A1-B0FE-4494-9BC7-DE9F694AFA13}">
      <dgm:prSet/>
      <dgm:spPr/>
      <dgm:t>
        <a:bodyPr/>
        <a:lstStyle/>
        <a:p>
          <a:pPr algn="just"/>
          <a:r>
            <a:rPr lang="en-US" dirty="0" err="1"/>
            <a:t>Mollapara</a:t>
          </a:r>
          <a:r>
            <a:rPr lang="en-US" dirty="0"/>
            <a:t> Bazar, </a:t>
          </a:r>
          <a:r>
            <a:rPr lang="en-US" dirty="0" err="1"/>
            <a:t>Agailjhara</a:t>
          </a:r>
          <a:r>
            <a:rPr lang="en-US" dirty="0"/>
            <a:t>, </a:t>
          </a:r>
          <a:r>
            <a:rPr lang="en-US" dirty="0" err="1"/>
            <a:t>Barishal</a:t>
          </a:r>
          <a:endParaRPr lang="en-US" dirty="0"/>
        </a:p>
      </dgm:t>
    </dgm:pt>
    <dgm:pt modelId="{B910C447-DC1D-410F-A3E6-5B878D718640}" type="parTrans" cxnId="{CA1271FC-BA7D-4AFC-BB48-9D0AEEBFB332}">
      <dgm:prSet/>
      <dgm:spPr/>
      <dgm:t>
        <a:bodyPr/>
        <a:lstStyle/>
        <a:p>
          <a:endParaRPr lang="en-US"/>
        </a:p>
      </dgm:t>
    </dgm:pt>
    <dgm:pt modelId="{4E4681A9-612E-4FBF-BC51-8FB774326848}" type="sibTrans" cxnId="{CA1271FC-BA7D-4AFC-BB48-9D0AEEBFB332}">
      <dgm:prSet/>
      <dgm:spPr/>
      <dgm:t>
        <a:bodyPr/>
        <a:lstStyle/>
        <a:p>
          <a:endParaRPr lang="en-US"/>
        </a:p>
      </dgm:t>
    </dgm:pt>
    <dgm:pt modelId="{3D850B21-1B22-40B5-A127-B15C2C1C33FB}" type="pres">
      <dgm:prSet presAssocID="{D98A9597-C824-4942-AF97-EB120DA89C86}" presName="linear" presStyleCnt="0">
        <dgm:presLayoutVars>
          <dgm:animLvl val="lvl"/>
          <dgm:resizeHandles val="exact"/>
        </dgm:presLayoutVars>
      </dgm:prSet>
      <dgm:spPr/>
    </dgm:pt>
    <dgm:pt modelId="{C1E22687-5DDC-4925-BD63-54F2A4D74DFD}" type="pres">
      <dgm:prSet presAssocID="{CCA14ED9-3BD5-4AA9-8E98-655A91330F6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0C9584A-2A33-4682-BA31-898F1C96A76F}" type="pres">
      <dgm:prSet presAssocID="{B560F6BC-9217-483C-A65D-9BA0FBCEF018}" presName="spacer" presStyleCnt="0"/>
      <dgm:spPr/>
    </dgm:pt>
    <dgm:pt modelId="{72A03405-2888-4360-8E76-190B8514E14C}" type="pres">
      <dgm:prSet presAssocID="{E3641592-ED90-4813-A448-C0809C1B9E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759DAE-3AF7-425F-B054-0D7962C93795}" type="pres">
      <dgm:prSet presAssocID="{6E3EB6BF-8744-40E8-B615-656640A25776}" presName="spacer" presStyleCnt="0"/>
      <dgm:spPr/>
    </dgm:pt>
    <dgm:pt modelId="{6B9D47D7-BD51-4EC0-AE65-E30C3AF67E88}" type="pres">
      <dgm:prSet presAssocID="{44C6D67D-1297-46C0-AD29-40BFB0EC0E6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2593DF-E2D1-4A57-91A3-4095004C3AF7}" type="pres">
      <dgm:prSet presAssocID="{8304BCE1-2309-4FB2-B6E3-91FCBC1C6129}" presName="spacer" presStyleCnt="0"/>
      <dgm:spPr/>
    </dgm:pt>
    <dgm:pt modelId="{F27F4680-A651-496F-80AC-D3A64E94AC5C}" type="pres">
      <dgm:prSet presAssocID="{11A0E7A1-B0FE-4494-9BC7-DE9F694AFA1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2D3D30C-3F84-4D86-8B0A-DFA3189D07D2}" type="presOf" srcId="{11A0E7A1-B0FE-4494-9BC7-DE9F694AFA13}" destId="{F27F4680-A651-496F-80AC-D3A64E94AC5C}" srcOrd="0" destOrd="0" presId="urn:microsoft.com/office/officeart/2005/8/layout/vList2"/>
    <dgm:cxn modelId="{8548920D-4767-43CC-892C-E59A40366418}" srcId="{D98A9597-C824-4942-AF97-EB120DA89C86}" destId="{E3641592-ED90-4813-A448-C0809C1B9E1E}" srcOrd="1" destOrd="0" parTransId="{D545C12D-4592-4595-9339-3764DA3A2C79}" sibTransId="{6E3EB6BF-8744-40E8-B615-656640A25776}"/>
    <dgm:cxn modelId="{81CA0A14-99AE-4FC5-AC8F-9B4726C14D4A}" srcId="{D98A9597-C824-4942-AF97-EB120DA89C86}" destId="{44C6D67D-1297-46C0-AD29-40BFB0EC0E63}" srcOrd="2" destOrd="0" parTransId="{FE24AAC6-1E31-45A5-903C-7D2BDB334993}" sibTransId="{8304BCE1-2309-4FB2-B6E3-91FCBC1C6129}"/>
    <dgm:cxn modelId="{B912CC33-8DF8-4759-B218-0657AB3F4EA8}" type="presOf" srcId="{E3641592-ED90-4813-A448-C0809C1B9E1E}" destId="{72A03405-2888-4360-8E76-190B8514E14C}" srcOrd="0" destOrd="0" presId="urn:microsoft.com/office/officeart/2005/8/layout/vList2"/>
    <dgm:cxn modelId="{144B9889-64BB-4FF0-A045-1B974BB83557}" srcId="{D98A9597-C824-4942-AF97-EB120DA89C86}" destId="{CCA14ED9-3BD5-4AA9-8E98-655A91330F69}" srcOrd="0" destOrd="0" parTransId="{85B52799-E092-46E0-A805-A606DC3B161B}" sibTransId="{B560F6BC-9217-483C-A65D-9BA0FBCEF018}"/>
    <dgm:cxn modelId="{66E7A0CB-CB5A-4C8D-AA69-186EDB6E9B07}" type="presOf" srcId="{44C6D67D-1297-46C0-AD29-40BFB0EC0E63}" destId="{6B9D47D7-BD51-4EC0-AE65-E30C3AF67E88}" srcOrd="0" destOrd="0" presId="urn:microsoft.com/office/officeart/2005/8/layout/vList2"/>
    <dgm:cxn modelId="{88204BE1-4E80-491D-8EF4-C2813EE9DBA1}" type="presOf" srcId="{D98A9597-C824-4942-AF97-EB120DA89C86}" destId="{3D850B21-1B22-40B5-A127-B15C2C1C33FB}" srcOrd="0" destOrd="0" presId="urn:microsoft.com/office/officeart/2005/8/layout/vList2"/>
    <dgm:cxn modelId="{64E1A7F5-4799-43D5-BBAE-359C9DD19313}" type="presOf" srcId="{CCA14ED9-3BD5-4AA9-8E98-655A91330F69}" destId="{C1E22687-5DDC-4925-BD63-54F2A4D74DFD}" srcOrd="0" destOrd="0" presId="urn:microsoft.com/office/officeart/2005/8/layout/vList2"/>
    <dgm:cxn modelId="{CA1271FC-BA7D-4AFC-BB48-9D0AEEBFB332}" srcId="{D98A9597-C824-4942-AF97-EB120DA89C86}" destId="{11A0E7A1-B0FE-4494-9BC7-DE9F694AFA13}" srcOrd="3" destOrd="0" parTransId="{B910C447-DC1D-410F-A3E6-5B878D718640}" sibTransId="{4E4681A9-612E-4FBF-BC51-8FB774326848}"/>
    <dgm:cxn modelId="{190D17FF-02B3-4892-B348-165A5D9052F0}" type="presParOf" srcId="{3D850B21-1B22-40B5-A127-B15C2C1C33FB}" destId="{C1E22687-5DDC-4925-BD63-54F2A4D74DFD}" srcOrd="0" destOrd="0" presId="urn:microsoft.com/office/officeart/2005/8/layout/vList2"/>
    <dgm:cxn modelId="{A17184F8-BCF8-4944-87D5-B9516C004BD4}" type="presParOf" srcId="{3D850B21-1B22-40B5-A127-B15C2C1C33FB}" destId="{C0C9584A-2A33-4682-BA31-898F1C96A76F}" srcOrd="1" destOrd="0" presId="urn:microsoft.com/office/officeart/2005/8/layout/vList2"/>
    <dgm:cxn modelId="{44D7616B-D7B7-4C43-9E9E-641972452986}" type="presParOf" srcId="{3D850B21-1B22-40B5-A127-B15C2C1C33FB}" destId="{72A03405-2888-4360-8E76-190B8514E14C}" srcOrd="2" destOrd="0" presId="urn:microsoft.com/office/officeart/2005/8/layout/vList2"/>
    <dgm:cxn modelId="{D6E06F3D-A42B-4F7F-BF4C-85FA320E1FF0}" type="presParOf" srcId="{3D850B21-1B22-40B5-A127-B15C2C1C33FB}" destId="{6F759DAE-3AF7-425F-B054-0D7962C93795}" srcOrd="3" destOrd="0" presId="urn:microsoft.com/office/officeart/2005/8/layout/vList2"/>
    <dgm:cxn modelId="{0DD90B93-7180-4F5B-B6C4-25ED7274E71E}" type="presParOf" srcId="{3D850B21-1B22-40B5-A127-B15C2C1C33FB}" destId="{6B9D47D7-BD51-4EC0-AE65-E30C3AF67E88}" srcOrd="4" destOrd="0" presId="urn:microsoft.com/office/officeart/2005/8/layout/vList2"/>
    <dgm:cxn modelId="{ACCFBA52-14C9-4D9E-9AA7-2DC835D287B3}" type="presParOf" srcId="{3D850B21-1B22-40B5-A127-B15C2C1C33FB}" destId="{3C2593DF-E2D1-4A57-91A3-4095004C3AF7}" srcOrd="5" destOrd="0" presId="urn:microsoft.com/office/officeart/2005/8/layout/vList2"/>
    <dgm:cxn modelId="{4EAA622E-8B59-40C0-829F-980A3FEA8DBF}" type="presParOf" srcId="{3D850B21-1B22-40B5-A127-B15C2C1C33FB}" destId="{F27F4680-A651-496F-80AC-D3A64E94AC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CF7874-0F75-4AB3-A28B-3763B373FB1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C1EB1097-AC56-40E2-BC44-EE3D4F2AA8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Discussion through interviews</a:t>
          </a:r>
        </a:p>
      </dgm:t>
    </dgm:pt>
    <dgm:pt modelId="{94434F99-00F9-44FF-ACFE-6555CFF4BD5F}" type="parTrans" cxnId="{A87F4DB9-910E-4F50-8CB6-7039A0A49F8A}">
      <dgm:prSet/>
      <dgm:spPr/>
      <dgm:t>
        <a:bodyPr/>
        <a:lstStyle/>
        <a:p>
          <a:endParaRPr lang="en-US"/>
        </a:p>
      </dgm:t>
    </dgm:pt>
    <dgm:pt modelId="{12B965D9-73BA-46C7-9250-A66BA9E3B090}" type="sibTrans" cxnId="{A87F4DB9-910E-4F50-8CB6-7039A0A49F8A}">
      <dgm:prSet/>
      <dgm:spPr/>
      <dgm:t>
        <a:bodyPr/>
        <a:lstStyle/>
        <a:p>
          <a:endParaRPr lang="en-US"/>
        </a:p>
      </dgm:t>
    </dgm:pt>
    <dgm:pt modelId="{228D2EC0-5545-4982-9995-5C17A621D3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Survey data</a:t>
          </a:r>
        </a:p>
      </dgm:t>
    </dgm:pt>
    <dgm:pt modelId="{481DF786-7F5D-45A2-A070-DBEF72FC97F4}" type="parTrans" cxnId="{952E16DB-DBC3-452F-BBF0-808EDD327BE1}">
      <dgm:prSet/>
      <dgm:spPr/>
      <dgm:t>
        <a:bodyPr/>
        <a:lstStyle/>
        <a:p>
          <a:endParaRPr lang="en-US"/>
        </a:p>
      </dgm:t>
    </dgm:pt>
    <dgm:pt modelId="{3D5711BB-C8A2-482B-9D0F-9B77A07B85EB}" type="sibTrans" cxnId="{952E16DB-DBC3-452F-BBF0-808EDD327BE1}">
      <dgm:prSet/>
      <dgm:spPr/>
      <dgm:t>
        <a:bodyPr/>
        <a:lstStyle/>
        <a:p>
          <a:endParaRPr lang="en-US"/>
        </a:p>
      </dgm:t>
    </dgm:pt>
    <dgm:pt modelId="{858FF03F-F7F5-436C-A683-8A4AD455BA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 groups</a:t>
          </a:r>
        </a:p>
      </dgm:t>
    </dgm:pt>
    <dgm:pt modelId="{13C86EC7-E32A-41D0-BD88-915A1280BC8B}" type="parTrans" cxnId="{45A20E0B-AEA0-48DC-B192-E5E791C60224}">
      <dgm:prSet/>
      <dgm:spPr/>
      <dgm:t>
        <a:bodyPr/>
        <a:lstStyle/>
        <a:p>
          <a:endParaRPr lang="en-US"/>
        </a:p>
      </dgm:t>
    </dgm:pt>
    <dgm:pt modelId="{FD512AD4-128F-4820-BAD5-9D11BE3EA647}" type="sibTrans" cxnId="{45A20E0B-AEA0-48DC-B192-E5E791C60224}">
      <dgm:prSet/>
      <dgm:spPr/>
      <dgm:t>
        <a:bodyPr/>
        <a:lstStyle/>
        <a:p>
          <a:endParaRPr lang="en-US"/>
        </a:p>
      </dgm:t>
    </dgm:pt>
    <dgm:pt modelId="{F63C8F4F-B61F-4106-A928-0FC113ABBB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Opinions from experts</a:t>
          </a:r>
        </a:p>
      </dgm:t>
    </dgm:pt>
    <dgm:pt modelId="{3B135AB5-6EAD-44E8-969B-267730BA30EB}" type="parTrans" cxnId="{F4204C04-2A37-4680-9553-C41B8897DFE4}">
      <dgm:prSet/>
      <dgm:spPr/>
      <dgm:t>
        <a:bodyPr/>
        <a:lstStyle/>
        <a:p>
          <a:endParaRPr lang="en-US"/>
        </a:p>
      </dgm:t>
    </dgm:pt>
    <dgm:pt modelId="{DE852FDE-FF28-4457-AB09-64D5D9781365}" type="sibTrans" cxnId="{F4204C04-2A37-4680-9553-C41B8897DFE4}">
      <dgm:prSet/>
      <dgm:spPr/>
      <dgm:t>
        <a:bodyPr/>
        <a:lstStyle/>
        <a:p>
          <a:endParaRPr lang="en-US"/>
        </a:p>
      </dgm:t>
    </dgm:pt>
    <dgm:pt modelId="{4823C4B1-2D1C-4219-86DA-7C6863B862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Educated Guess</a:t>
          </a:r>
        </a:p>
      </dgm:t>
    </dgm:pt>
    <dgm:pt modelId="{E546C7ED-1546-4092-8AB8-7FED825A3AA7}" type="parTrans" cxnId="{B50C1517-D8F3-4F96-9B01-B959E141090E}">
      <dgm:prSet/>
      <dgm:spPr/>
      <dgm:t>
        <a:bodyPr/>
        <a:lstStyle/>
        <a:p>
          <a:endParaRPr lang="en-US"/>
        </a:p>
      </dgm:t>
    </dgm:pt>
    <dgm:pt modelId="{DAEB11CC-F9F8-4B70-9FF7-6405837FFF5C}" type="sibTrans" cxnId="{B50C1517-D8F3-4F96-9B01-B959E141090E}">
      <dgm:prSet/>
      <dgm:spPr/>
      <dgm:t>
        <a:bodyPr/>
        <a:lstStyle/>
        <a:p>
          <a:endParaRPr lang="en-US"/>
        </a:p>
      </dgm:t>
    </dgm:pt>
    <dgm:pt modelId="{DD94D455-F1CC-4B31-8643-B1BB826C6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Other means of market research</a:t>
          </a:r>
        </a:p>
      </dgm:t>
    </dgm:pt>
    <dgm:pt modelId="{60A9FE7F-C31D-4F39-859D-EFA958BD65F5}" type="parTrans" cxnId="{14899F56-81C2-4F73-8DC4-14B67C2BD4A9}">
      <dgm:prSet/>
      <dgm:spPr/>
      <dgm:t>
        <a:bodyPr/>
        <a:lstStyle/>
        <a:p>
          <a:endParaRPr lang="en-US"/>
        </a:p>
      </dgm:t>
    </dgm:pt>
    <dgm:pt modelId="{C55DE6E3-EBE3-4489-AA2E-0A8DF22C7335}" type="sibTrans" cxnId="{14899F56-81C2-4F73-8DC4-14B67C2BD4A9}">
      <dgm:prSet/>
      <dgm:spPr/>
      <dgm:t>
        <a:bodyPr/>
        <a:lstStyle/>
        <a:p>
          <a:endParaRPr lang="en-US"/>
        </a:p>
      </dgm:t>
    </dgm:pt>
    <dgm:pt modelId="{01E2123F-A337-497B-BA06-80CB89FA3817}" type="pres">
      <dgm:prSet presAssocID="{0ACF7874-0F75-4AB3-A28B-3763B373FB14}" presName="root" presStyleCnt="0">
        <dgm:presLayoutVars>
          <dgm:dir/>
          <dgm:resizeHandles val="exact"/>
        </dgm:presLayoutVars>
      </dgm:prSet>
      <dgm:spPr/>
    </dgm:pt>
    <dgm:pt modelId="{14905866-4019-4E81-AC62-D4C5E190D606}" type="pres">
      <dgm:prSet presAssocID="{C1EB1097-AC56-40E2-BC44-EE3D4F2AA8C3}" presName="compNode" presStyleCnt="0"/>
      <dgm:spPr/>
    </dgm:pt>
    <dgm:pt modelId="{4C375590-1E9C-4E79-81A4-A06664093DC9}" type="pres">
      <dgm:prSet presAssocID="{C1EB1097-AC56-40E2-BC44-EE3D4F2AA8C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69BF008-4F1F-4A8A-8C16-3A4B8D55F0D8}" type="pres">
      <dgm:prSet presAssocID="{C1EB1097-AC56-40E2-BC44-EE3D4F2AA8C3}" presName="spaceRect" presStyleCnt="0"/>
      <dgm:spPr/>
    </dgm:pt>
    <dgm:pt modelId="{217D4879-F276-41EB-A638-F79B1E64790A}" type="pres">
      <dgm:prSet presAssocID="{C1EB1097-AC56-40E2-BC44-EE3D4F2AA8C3}" presName="textRect" presStyleLbl="revTx" presStyleIdx="0" presStyleCnt="6">
        <dgm:presLayoutVars>
          <dgm:chMax val="1"/>
          <dgm:chPref val="1"/>
        </dgm:presLayoutVars>
      </dgm:prSet>
      <dgm:spPr/>
    </dgm:pt>
    <dgm:pt modelId="{B8039992-90E3-4A3D-95D8-8783D777726D}" type="pres">
      <dgm:prSet presAssocID="{12B965D9-73BA-46C7-9250-A66BA9E3B090}" presName="sibTrans" presStyleCnt="0"/>
      <dgm:spPr/>
    </dgm:pt>
    <dgm:pt modelId="{3DA2A385-B1B3-464E-9EAE-60A5AC22B285}" type="pres">
      <dgm:prSet presAssocID="{228D2EC0-5545-4982-9995-5C17A621D3E5}" presName="compNode" presStyleCnt="0"/>
      <dgm:spPr/>
    </dgm:pt>
    <dgm:pt modelId="{96D3F455-1249-45E8-94B9-0C95543C3A96}" type="pres">
      <dgm:prSet presAssocID="{228D2EC0-5545-4982-9995-5C17A621D3E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A28561E-09EC-432A-B6B7-25F4DCC3DC40}" type="pres">
      <dgm:prSet presAssocID="{228D2EC0-5545-4982-9995-5C17A621D3E5}" presName="spaceRect" presStyleCnt="0"/>
      <dgm:spPr/>
    </dgm:pt>
    <dgm:pt modelId="{F494AFA3-E4E5-45D9-B7B0-C6F56FC92600}" type="pres">
      <dgm:prSet presAssocID="{228D2EC0-5545-4982-9995-5C17A621D3E5}" presName="textRect" presStyleLbl="revTx" presStyleIdx="1" presStyleCnt="6">
        <dgm:presLayoutVars>
          <dgm:chMax val="1"/>
          <dgm:chPref val="1"/>
        </dgm:presLayoutVars>
      </dgm:prSet>
      <dgm:spPr/>
    </dgm:pt>
    <dgm:pt modelId="{07FD43F8-8E83-4553-81B7-25AC5A8315D6}" type="pres">
      <dgm:prSet presAssocID="{3D5711BB-C8A2-482B-9D0F-9B77A07B85EB}" presName="sibTrans" presStyleCnt="0"/>
      <dgm:spPr/>
    </dgm:pt>
    <dgm:pt modelId="{0124B9F2-9BDD-4456-9D2A-8B8D49FF3878}" type="pres">
      <dgm:prSet presAssocID="{858FF03F-F7F5-436C-A683-8A4AD455BA09}" presName="compNode" presStyleCnt="0"/>
      <dgm:spPr/>
    </dgm:pt>
    <dgm:pt modelId="{D7BE4DE7-79F9-49C6-848E-62BFBF6C9F3C}" type="pres">
      <dgm:prSet presAssocID="{858FF03F-F7F5-436C-A683-8A4AD455BA0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F887C87-B6DD-46D9-967D-63A75C226CAA}" type="pres">
      <dgm:prSet presAssocID="{858FF03F-F7F5-436C-A683-8A4AD455BA09}" presName="spaceRect" presStyleCnt="0"/>
      <dgm:spPr/>
    </dgm:pt>
    <dgm:pt modelId="{CE72FAFA-19B2-4553-A982-771628D1C5EE}" type="pres">
      <dgm:prSet presAssocID="{858FF03F-F7F5-436C-A683-8A4AD455BA09}" presName="textRect" presStyleLbl="revTx" presStyleIdx="2" presStyleCnt="6">
        <dgm:presLayoutVars>
          <dgm:chMax val="1"/>
          <dgm:chPref val="1"/>
        </dgm:presLayoutVars>
      </dgm:prSet>
      <dgm:spPr/>
    </dgm:pt>
    <dgm:pt modelId="{6AC80A92-AD44-4921-9903-FB89CD1FED86}" type="pres">
      <dgm:prSet presAssocID="{FD512AD4-128F-4820-BAD5-9D11BE3EA647}" presName="sibTrans" presStyleCnt="0"/>
      <dgm:spPr/>
    </dgm:pt>
    <dgm:pt modelId="{51A9E4E0-6CFA-4B5C-BB12-6AA8A9EA8EAB}" type="pres">
      <dgm:prSet presAssocID="{F63C8F4F-B61F-4106-A928-0FC113ABBB99}" presName="compNode" presStyleCnt="0"/>
      <dgm:spPr/>
    </dgm:pt>
    <dgm:pt modelId="{1DFCFB46-8EAB-45AE-B4D5-586B835C8A49}" type="pres">
      <dgm:prSet presAssocID="{F63C8F4F-B61F-4106-A928-0FC113ABBB9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5E3745A-66C6-4B5B-8F45-9271FCE5B254}" type="pres">
      <dgm:prSet presAssocID="{F63C8F4F-B61F-4106-A928-0FC113ABBB99}" presName="spaceRect" presStyleCnt="0"/>
      <dgm:spPr/>
    </dgm:pt>
    <dgm:pt modelId="{F1C9E16D-3D11-4854-8A9C-620A83E2CFDD}" type="pres">
      <dgm:prSet presAssocID="{F63C8F4F-B61F-4106-A928-0FC113ABBB99}" presName="textRect" presStyleLbl="revTx" presStyleIdx="3" presStyleCnt="6">
        <dgm:presLayoutVars>
          <dgm:chMax val="1"/>
          <dgm:chPref val="1"/>
        </dgm:presLayoutVars>
      </dgm:prSet>
      <dgm:spPr/>
    </dgm:pt>
    <dgm:pt modelId="{2FF16533-6E40-401A-A14B-EB1FA5EDDAD9}" type="pres">
      <dgm:prSet presAssocID="{DE852FDE-FF28-4457-AB09-64D5D9781365}" presName="sibTrans" presStyleCnt="0"/>
      <dgm:spPr/>
    </dgm:pt>
    <dgm:pt modelId="{C65F2C5A-CDFD-45B4-A5C8-7F4875B644C5}" type="pres">
      <dgm:prSet presAssocID="{4823C4B1-2D1C-4219-86DA-7C6863B8629A}" presName="compNode" presStyleCnt="0"/>
      <dgm:spPr/>
    </dgm:pt>
    <dgm:pt modelId="{531A0889-6A6F-4819-907C-F5078A3EEA15}" type="pres">
      <dgm:prSet presAssocID="{4823C4B1-2D1C-4219-86DA-7C6863B8629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18CEAC6-41F3-4AEB-AFA4-3C3A1B097EA4}" type="pres">
      <dgm:prSet presAssocID="{4823C4B1-2D1C-4219-86DA-7C6863B8629A}" presName="spaceRect" presStyleCnt="0"/>
      <dgm:spPr/>
    </dgm:pt>
    <dgm:pt modelId="{71486D72-5677-4435-9636-4FD0A74145AC}" type="pres">
      <dgm:prSet presAssocID="{4823C4B1-2D1C-4219-86DA-7C6863B8629A}" presName="textRect" presStyleLbl="revTx" presStyleIdx="4" presStyleCnt="6">
        <dgm:presLayoutVars>
          <dgm:chMax val="1"/>
          <dgm:chPref val="1"/>
        </dgm:presLayoutVars>
      </dgm:prSet>
      <dgm:spPr/>
    </dgm:pt>
    <dgm:pt modelId="{2CFC9F26-1D4D-4316-A291-2A999962A51D}" type="pres">
      <dgm:prSet presAssocID="{DAEB11CC-F9F8-4B70-9FF7-6405837FFF5C}" presName="sibTrans" presStyleCnt="0"/>
      <dgm:spPr/>
    </dgm:pt>
    <dgm:pt modelId="{159B279B-7F19-4075-A220-B2B717F94099}" type="pres">
      <dgm:prSet presAssocID="{DD94D455-F1CC-4B31-8643-B1BB826C67C8}" presName="compNode" presStyleCnt="0"/>
      <dgm:spPr/>
    </dgm:pt>
    <dgm:pt modelId="{995425C4-B4E8-45DC-96B4-BFF57EA8E995}" type="pres">
      <dgm:prSet presAssocID="{DD94D455-F1CC-4B31-8643-B1BB826C67C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CE445E5-8D21-4619-BBA7-061DAAC3F666}" type="pres">
      <dgm:prSet presAssocID="{DD94D455-F1CC-4B31-8643-B1BB826C67C8}" presName="spaceRect" presStyleCnt="0"/>
      <dgm:spPr/>
    </dgm:pt>
    <dgm:pt modelId="{F9BC766F-DBF7-40D2-B7DB-B260B4D059FB}" type="pres">
      <dgm:prSet presAssocID="{DD94D455-F1CC-4B31-8643-B1BB826C67C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4204C04-2A37-4680-9553-C41B8897DFE4}" srcId="{0ACF7874-0F75-4AB3-A28B-3763B373FB14}" destId="{F63C8F4F-B61F-4106-A928-0FC113ABBB99}" srcOrd="3" destOrd="0" parTransId="{3B135AB5-6EAD-44E8-969B-267730BA30EB}" sibTransId="{DE852FDE-FF28-4457-AB09-64D5D9781365}"/>
    <dgm:cxn modelId="{45A20E0B-AEA0-48DC-B192-E5E791C60224}" srcId="{0ACF7874-0F75-4AB3-A28B-3763B373FB14}" destId="{858FF03F-F7F5-436C-A683-8A4AD455BA09}" srcOrd="2" destOrd="0" parTransId="{13C86EC7-E32A-41D0-BD88-915A1280BC8B}" sibTransId="{FD512AD4-128F-4820-BAD5-9D11BE3EA647}"/>
    <dgm:cxn modelId="{B50C1517-D8F3-4F96-9B01-B959E141090E}" srcId="{0ACF7874-0F75-4AB3-A28B-3763B373FB14}" destId="{4823C4B1-2D1C-4219-86DA-7C6863B8629A}" srcOrd="4" destOrd="0" parTransId="{E546C7ED-1546-4092-8AB8-7FED825A3AA7}" sibTransId="{DAEB11CC-F9F8-4B70-9FF7-6405837FFF5C}"/>
    <dgm:cxn modelId="{C3D17C50-249C-48F3-AFA6-B52A71248EF7}" type="presOf" srcId="{228D2EC0-5545-4982-9995-5C17A621D3E5}" destId="{F494AFA3-E4E5-45D9-B7B0-C6F56FC92600}" srcOrd="0" destOrd="0" presId="urn:microsoft.com/office/officeart/2018/2/layout/IconLabelList"/>
    <dgm:cxn modelId="{267D4354-0DA8-4C43-BC90-A41BE22B8F9B}" type="presOf" srcId="{F63C8F4F-B61F-4106-A928-0FC113ABBB99}" destId="{F1C9E16D-3D11-4854-8A9C-620A83E2CFDD}" srcOrd="0" destOrd="0" presId="urn:microsoft.com/office/officeart/2018/2/layout/IconLabelList"/>
    <dgm:cxn modelId="{14899F56-81C2-4F73-8DC4-14B67C2BD4A9}" srcId="{0ACF7874-0F75-4AB3-A28B-3763B373FB14}" destId="{DD94D455-F1CC-4B31-8643-B1BB826C67C8}" srcOrd="5" destOrd="0" parTransId="{60A9FE7F-C31D-4F39-859D-EFA958BD65F5}" sibTransId="{C55DE6E3-EBE3-4489-AA2E-0A8DF22C7335}"/>
    <dgm:cxn modelId="{E7EAFE77-6C8B-4BDD-B5A5-0701B8FC6515}" type="presOf" srcId="{DD94D455-F1CC-4B31-8643-B1BB826C67C8}" destId="{F9BC766F-DBF7-40D2-B7DB-B260B4D059FB}" srcOrd="0" destOrd="0" presId="urn:microsoft.com/office/officeart/2018/2/layout/IconLabelList"/>
    <dgm:cxn modelId="{BCA25DA0-D5DD-4607-A071-ABFADBFE074C}" type="presOf" srcId="{C1EB1097-AC56-40E2-BC44-EE3D4F2AA8C3}" destId="{217D4879-F276-41EB-A638-F79B1E64790A}" srcOrd="0" destOrd="0" presId="urn:microsoft.com/office/officeart/2018/2/layout/IconLabelList"/>
    <dgm:cxn modelId="{A87F4DB9-910E-4F50-8CB6-7039A0A49F8A}" srcId="{0ACF7874-0F75-4AB3-A28B-3763B373FB14}" destId="{C1EB1097-AC56-40E2-BC44-EE3D4F2AA8C3}" srcOrd="0" destOrd="0" parTransId="{94434F99-00F9-44FF-ACFE-6555CFF4BD5F}" sibTransId="{12B965D9-73BA-46C7-9250-A66BA9E3B090}"/>
    <dgm:cxn modelId="{952E16DB-DBC3-452F-BBF0-808EDD327BE1}" srcId="{0ACF7874-0F75-4AB3-A28B-3763B373FB14}" destId="{228D2EC0-5545-4982-9995-5C17A621D3E5}" srcOrd="1" destOrd="0" parTransId="{481DF786-7F5D-45A2-A070-DBEF72FC97F4}" sibTransId="{3D5711BB-C8A2-482B-9D0F-9B77A07B85EB}"/>
    <dgm:cxn modelId="{873390E1-F431-4AE8-AE1C-0C8A8840E96A}" type="presOf" srcId="{858FF03F-F7F5-436C-A683-8A4AD455BA09}" destId="{CE72FAFA-19B2-4553-A982-771628D1C5EE}" srcOrd="0" destOrd="0" presId="urn:microsoft.com/office/officeart/2018/2/layout/IconLabelList"/>
    <dgm:cxn modelId="{45BC91E5-2F10-4D43-ACF0-521B0155A207}" type="presOf" srcId="{0ACF7874-0F75-4AB3-A28B-3763B373FB14}" destId="{01E2123F-A337-497B-BA06-80CB89FA3817}" srcOrd="0" destOrd="0" presId="urn:microsoft.com/office/officeart/2018/2/layout/IconLabelList"/>
    <dgm:cxn modelId="{9ED70EFE-ADDC-4533-9C0B-AA13CE8333E7}" type="presOf" srcId="{4823C4B1-2D1C-4219-86DA-7C6863B8629A}" destId="{71486D72-5677-4435-9636-4FD0A74145AC}" srcOrd="0" destOrd="0" presId="urn:microsoft.com/office/officeart/2018/2/layout/IconLabelList"/>
    <dgm:cxn modelId="{719FB644-2544-4D23-903A-FF3AD3E363BC}" type="presParOf" srcId="{01E2123F-A337-497B-BA06-80CB89FA3817}" destId="{14905866-4019-4E81-AC62-D4C5E190D606}" srcOrd="0" destOrd="0" presId="urn:microsoft.com/office/officeart/2018/2/layout/IconLabelList"/>
    <dgm:cxn modelId="{0F5B577A-ECD1-4414-97F9-3CDC24D528F7}" type="presParOf" srcId="{14905866-4019-4E81-AC62-D4C5E190D606}" destId="{4C375590-1E9C-4E79-81A4-A06664093DC9}" srcOrd="0" destOrd="0" presId="urn:microsoft.com/office/officeart/2018/2/layout/IconLabelList"/>
    <dgm:cxn modelId="{405D613A-4B9D-46A8-84F3-033AB222E6DB}" type="presParOf" srcId="{14905866-4019-4E81-AC62-D4C5E190D606}" destId="{369BF008-4F1F-4A8A-8C16-3A4B8D55F0D8}" srcOrd="1" destOrd="0" presId="urn:microsoft.com/office/officeart/2018/2/layout/IconLabelList"/>
    <dgm:cxn modelId="{5E3D6113-38A1-46B4-8A9B-175E7F61B710}" type="presParOf" srcId="{14905866-4019-4E81-AC62-D4C5E190D606}" destId="{217D4879-F276-41EB-A638-F79B1E64790A}" srcOrd="2" destOrd="0" presId="urn:microsoft.com/office/officeart/2018/2/layout/IconLabelList"/>
    <dgm:cxn modelId="{8F066274-8B5D-46BF-AE95-DCA396B820B2}" type="presParOf" srcId="{01E2123F-A337-497B-BA06-80CB89FA3817}" destId="{B8039992-90E3-4A3D-95D8-8783D777726D}" srcOrd="1" destOrd="0" presId="urn:microsoft.com/office/officeart/2018/2/layout/IconLabelList"/>
    <dgm:cxn modelId="{A5E3AB81-155D-4182-BF75-E40ADEBF1B57}" type="presParOf" srcId="{01E2123F-A337-497B-BA06-80CB89FA3817}" destId="{3DA2A385-B1B3-464E-9EAE-60A5AC22B285}" srcOrd="2" destOrd="0" presId="urn:microsoft.com/office/officeart/2018/2/layout/IconLabelList"/>
    <dgm:cxn modelId="{98239D2E-97A3-41F7-A03A-BAA8D2052312}" type="presParOf" srcId="{3DA2A385-B1B3-464E-9EAE-60A5AC22B285}" destId="{96D3F455-1249-45E8-94B9-0C95543C3A96}" srcOrd="0" destOrd="0" presId="urn:microsoft.com/office/officeart/2018/2/layout/IconLabelList"/>
    <dgm:cxn modelId="{BC1816F8-8F80-42E7-A95F-55AAD12BBE4C}" type="presParOf" srcId="{3DA2A385-B1B3-464E-9EAE-60A5AC22B285}" destId="{2A28561E-09EC-432A-B6B7-25F4DCC3DC40}" srcOrd="1" destOrd="0" presId="urn:microsoft.com/office/officeart/2018/2/layout/IconLabelList"/>
    <dgm:cxn modelId="{C0AB90C5-41E3-4F8B-9733-0204D3A6C406}" type="presParOf" srcId="{3DA2A385-B1B3-464E-9EAE-60A5AC22B285}" destId="{F494AFA3-E4E5-45D9-B7B0-C6F56FC92600}" srcOrd="2" destOrd="0" presId="urn:microsoft.com/office/officeart/2018/2/layout/IconLabelList"/>
    <dgm:cxn modelId="{9C608061-CA73-4470-9F01-1BFCA9509CA6}" type="presParOf" srcId="{01E2123F-A337-497B-BA06-80CB89FA3817}" destId="{07FD43F8-8E83-4553-81B7-25AC5A8315D6}" srcOrd="3" destOrd="0" presId="urn:microsoft.com/office/officeart/2018/2/layout/IconLabelList"/>
    <dgm:cxn modelId="{3E445405-C406-4C96-8EF4-5C055944ABC8}" type="presParOf" srcId="{01E2123F-A337-497B-BA06-80CB89FA3817}" destId="{0124B9F2-9BDD-4456-9D2A-8B8D49FF3878}" srcOrd="4" destOrd="0" presId="urn:microsoft.com/office/officeart/2018/2/layout/IconLabelList"/>
    <dgm:cxn modelId="{CF487311-3914-4FF1-8B5B-B445F53D43B1}" type="presParOf" srcId="{0124B9F2-9BDD-4456-9D2A-8B8D49FF3878}" destId="{D7BE4DE7-79F9-49C6-848E-62BFBF6C9F3C}" srcOrd="0" destOrd="0" presId="urn:microsoft.com/office/officeart/2018/2/layout/IconLabelList"/>
    <dgm:cxn modelId="{489E33B4-F1B5-453F-B9F4-58015DDA5195}" type="presParOf" srcId="{0124B9F2-9BDD-4456-9D2A-8B8D49FF3878}" destId="{9F887C87-B6DD-46D9-967D-63A75C226CAA}" srcOrd="1" destOrd="0" presId="urn:microsoft.com/office/officeart/2018/2/layout/IconLabelList"/>
    <dgm:cxn modelId="{B33A9BD5-AA31-4843-9D01-A7356E97D008}" type="presParOf" srcId="{0124B9F2-9BDD-4456-9D2A-8B8D49FF3878}" destId="{CE72FAFA-19B2-4553-A982-771628D1C5EE}" srcOrd="2" destOrd="0" presId="urn:microsoft.com/office/officeart/2018/2/layout/IconLabelList"/>
    <dgm:cxn modelId="{BF2748DA-961C-4DD9-B4D6-70F4107041DF}" type="presParOf" srcId="{01E2123F-A337-497B-BA06-80CB89FA3817}" destId="{6AC80A92-AD44-4921-9903-FB89CD1FED86}" srcOrd="5" destOrd="0" presId="urn:microsoft.com/office/officeart/2018/2/layout/IconLabelList"/>
    <dgm:cxn modelId="{D0358978-D969-41A1-A3C0-4FBDA4182913}" type="presParOf" srcId="{01E2123F-A337-497B-BA06-80CB89FA3817}" destId="{51A9E4E0-6CFA-4B5C-BB12-6AA8A9EA8EAB}" srcOrd="6" destOrd="0" presId="urn:microsoft.com/office/officeart/2018/2/layout/IconLabelList"/>
    <dgm:cxn modelId="{0C7410D5-37FC-416E-8D90-A597979A53C5}" type="presParOf" srcId="{51A9E4E0-6CFA-4B5C-BB12-6AA8A9EA8EAB}" destId="{1DFCFB46-8EAB-45AE-B4D5-586B835C8A49}" srcOrd="0" destOrd="0" presId="urn:microsoft.com/office/officeart/2018/2/layout/IconLabelList"/>
    <dgm:cxn modelId="{DF787164-BC9B-494C-B49E-B9FF60F75F78}" type="presParOf" srcId="{51A9E4E0-6CFA-4B5C-BB12-6AA8A9EA8EAB}" destId="{A5E3745A-66C6-4B5B-8F45-9271FCE5B254}" srcOrd="1" destOrd="0" presId="urn:microsoft.com/office/officeart/2018/2/layout/IconLabelList"/>
    <dgm:cxn modelId="{A1505E35-20E2-4421-B64C-3DD2EC2F1201}" type="presParOf" srcId="{51A9E4E0-6CFA-4B5C-BB12-6AA8A9EA8EAB}" destId="{F1C9E16D-3D11-4854-8A9C-620A83E2CFDD}" srcOrd="2" destOrd="0" presId="urn:microsoft.com/office/officeart/2018/2/layout/IconLabelList"/>
    <dgm:cxn modelId="{78F97ABA-42BD-4E88-B906-47F2D316A43C}" type="presParOf" srcId="{01E2123F-A337-497B-BA06-80CB89FA3817}" destId="{2FF16533-6E40-401A-A14B-EB1FA5EDDAD9}" srcOrd="7" destOrd="0" presId="urn:microsoft.com/office/officeart/2018/2/layout/IconLabelList"/>
    <dgm:cxn modelId="{1C4EF88F-F0BA-44C0-8C69-D32E8FCBFE08}" type="presParOf" srcId="{01E2123F-A337-497B-BA06-80CB89FA3817}" destId="{C65F2C5A-CDFD-45B4-A5C8-7F4875B644C5}" srcOrd="8" destOrd="0" presId="urn:microsoft.com/office/officeart/2018/2/layout/IconLabelList"/>
    <dgm:cxn modelId="{4B247C25-7A17-4591-BA31-BAE68DA0EE1D}" type="presParOf" srcId="{C65F2C5A-CDFD-45B4-A5C8-7F4875B644C5}" destId="{531A0889-6A6F-4819-907C-F5078A3EEA15}" srcOrd="0" destOrd="0" presId="urn:microsoft.com/office/officeart/2018/2/layout/IconLabelList"/>
    <dgm:cxn modelId="{716ADF82-315C-4A23-B170-0EACEB251109}" type="presParOf" srcId="{C65F2C5A-CDFD-45B4-A5C8-7F4875B644C5}" destId="{F18CEAC6-41F3-4AEB-AFA4-3C3A1B097EA4}" srcOrd="1" destOrd="0" presId="urn:microsoft.com/office/officeart/2018/2/layout/IconLabelList"/>
    <dgm:cxn modelId="{8C61DD98-E9A0-45C6-B842-13D73D003233}" type="presParOf" srcId="{C65F2C5A-CDFD-45B4-A5C8-7F4875B644C5}" destId="{71486D72-5677-4435-9636-4FD0A74145AC}" srcOrd="2" destOrd="0" presId="urn:microsoft.com/office/officeart/2018/2/layout/IconLabelList"/>
    <dgm:cxn modelId="{8DBBE7B5-A7FC-4B7A-AB66-604E307452DA}" type="presParOf" srcId="{01E2123F-A337-497B-BA06-80CB89FA3817}" destId="{2CFC9F26-1D4D-4316-A291-2A999962A51D}" srcOrd="9" destOrd="0" presId="urn:microsoft.com/office/officeart/2018/2/layout/IconLabelList"/>
    <dgm:cxn modelId="{8102DC7D-07A6-4323-BD03-B06F4BA94C33}" type="presParOf" srcId="{01E2123F-A337-497B-BA06-80CB89FA3817}" destId="{159B279B-7F19-4075-A220-B2B717F94099}" srcOrd="10" destOrd="0" presId="urn:microsoft.com/office/officeart/2018/2/layout/IconLabelList"/>
    <dgm:cxn modelId="{581FF92D-8A14-4730-A515-5AB3F802030F}" type="presParOf" srcId="{159B279B-7F19-4075-A220-B2B717F94099}" destId="{995425C4-B4E8-45DC-96B4-BFF57EA8E995}" srcOrd="0" destOrd="0" presId="urn:microsoft.com/office/officeart/2018/2/layout/IconLabelList"/>
    <dgm:cxn modelId="{754BF214-65C1-4B89-AA0B-43500403DE5B}" type="presParOf" srcId="{159B279B-7F19-4075-A220-B2B717F94099}" destId="{ACE445E5-8D21-4619-BBA7-061DAAC3F666}" srcOrd="1" destOrd="0" presId="urn:microsoft.com/office/officeart/2018/2/layout/IconLabelList"/>
    <dgm:cxn modelId="{FF0166D5-E4CC-4D05-AAE0-B08430057A24}" type="presParOf" srcId="{159B279B-7F19-4075-A220-B2B717F94099}" destId="{F9BC766F-DBF7-40D2-B7DB-B260B4D059F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EEB0ED-AF43-4E26-B3E9-C3D257B8747C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BCEB957-2B12-4C8D-8C65-97FFC3269A7E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Rammer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8A4F5C-3C6F-4CBA-B476-2F7513F9B41E}" type="parTrans" cxnId="{D8F94763-2F9B-487D-84CF-AFFE66B6640B}">
      <dgm:prSet/>
      <dgm:spPr/>
      <dgm:t>
        <a:bodyPr/>
        <a:lstStyle/>
        <a:p>
          <a:endParaRPr lang="en-US"/>
        </a:p>
      </dgm:t>
    </dgm:pt>
    <dgm:pt modelId="{A4D660F4-9CBE-4A27-B2F9-1B49BD28F6AF}" type="sibTrans" cxnId="{D8F94763-2F9B-487D-84CF-AFFE66B6640B}">
      <dgm:prSet/>
      <dgm:spPr/>
      <dgm:t>
        <a:bodyPr/>
        <a:lstStyle/>
        <a:p>
          <a:endParaRPr lang="en-US"/>
        </a:p>
      </dgm:t>
    </dgm:pt>
    <dgm:pt modelId="{835E1A87-9D58-4B91-A3F9-A26202C28913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+ Concrete ✅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5A9EC9-A088-43AE-9B77-5B50CCB190FD}" type="parTrans" cxnId="{2D8C6166-1874-4DAF-BCA5-CDFCE5B5B529}">
      <dgm:prSet/>
      <dgm:spPr/>
      <dgm:t>
        <a:bodyPr/>
        <a:lstStyle/>
        <a:p>
          <a:endParaRPr lang="en-US"/>
        </a:p>
      </dgm:t>
    </dgm:pt>
    <dgm:pt modelId="{BD96D74F-EC8F-46EE-89E8-AC087D436C47}" type="sibTrans" cxnId="{2D8C6166-1874-4DAF-BCA5-CDFCE5B5B529}">
      <dgm:prSet/>
      <dgm:spPr/>
      <dgm:t>
        <a:bodyPr/>
        <a:lstStyle/>
        <a:p>
          <a:endParaRPr lang="en-US"/>
        </a:p>
      </dgm:t>
    </dgm:pt>
    <dgm:pt modelId="{053C09ED-8BB6-4836-A7E1-8B17B2BB8B24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Cast Iron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933E49-77BC-4A7F-ACAD-F5B7FEABD2D3}" type="parTrans" cxnId="{C515E301-BDBF-401E-B516-E6BF2FF41E5B}">
      <dgm:prSet/>
      <dgm:spPr/>
      <dgm:t>
        <a:bodyPr/>
        <a:lstStyle/>
        <a:p>
          <a:endParaRPr lang="en-US"/>
        </a:p>
      </dgm:t>
    </dgm:pt>
    <dgm:pt modelId="{905B80FC-FB8E-46DB-92A0-AD25D4722849}" type="sibTrans" cxnId="{C515E301-BDBF-401E-B516-E6BF2FF41E5B}">
      <dgm:prSet/>
      <dgm:spPr/>
      <dgm:t>
        <a:bodyPr/>
        <a:lstStyle/>
        <a:p>
          <a:endParaRPr lang="en-US"/>
        </a:p>
      </dgm:t>
    </dgm:pt>
    <dgm:pt modelId="{249D73EB-7664-42E1-A0EC-89C20AC56925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Rope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3FDE0B-964A-47EE-B3B5-DF8130623C88}" type="parTrans" cxnId="{39606198-0F96-472A-B5D7-D6B3D37C0A98}">
      <dgm:prSet/>
      <dgm:spPr/>
      <dgm:t>
        <a:bodyPr/>
        <a:lstStyle/>
        <a:p>
          <a:endParaRPr lang="en-US"/>
        </a:p>
      </dgm:t>
    </dgm:pt>
    <dgm:pt modelId="{33F53119-2AD7-46B4-BF5F-B4C00CE81790}" type="sibTrans" cxnId="{39606198-0F96-472A-B5D7-D6B3D37C0A98}">
      <dgm:prSet/>
      <dgm:spPr/>
      <dgm:t>
        <a:bodyPr/>
        <a:lstStyle/>
        <a:p>
          <a:endParaRPr lang="en-US"/>
        </a:p>
      </dgm:t>
    </dgm:pt>
    <dgm:pt modelId="{45A8DBED-018C-46AA-B544-23862B0C24FF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Nylon ✅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940280-7733-4F61-80DE-76B5A9D2BA0A}" type="parTrans" cxnId="{497CAFE0-6958-4BAF-B3B6-F9ECBE32799E}">
      <dgm:prSet/>
      <dgm:spPr/>
      <dgm:t>
        <a:bodyPr/>
        <a:lstStyle/>
        <a:p>
          <a:endParaRPr lang="en-US"/>
        </a:p>
      </dgm:t>
    </dgm:pt>
    <dgm:pt modelId="{C9D9B0C5-6988-4D3E-8D7A-F6032F912D7A}" type="sibTrans" cxnId="{497CAFE0-6958-4BAF-B3B6-F9ECBE32799E}">
      <dgm:prSet/>
      <dgm:spPr/>
      <dgm:t>
        <a:bodyPr/>
        <a:lstStyle/>
        <a:p>
          <a:endParaRPr lang="en-US"/>
        </a:p>
      </dgm:t>
    </dgm:pt>
    <dgm:pt modelId="{4EFA0DA0-46E8-4818-A297-80A93C7E00E6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Polypropylene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447AA4-BEAE-46EC-BA9E-695CBB52391A}" type="parTrans" cxnId="{C6CA5070-608C-4EA0-9A8B-32B157F2AFFF}">
      <dgm:prSet/>
      <dgm:spPr/>
      <dgm:t>
        <a:bodyPr/>
        <a:lstStyle/>
        <a:p>
          <a:endParaRPr lang="en-US"/>
        </a:p>
      </dgm:t>
    </dgm:pt>
    <dgm:pt modelId="{7949B426-D7B3-4B49-9A8F-6B914410EA77}" type="sibTrans" cxnId="{C6CA5070-608C-4EA0-9A8B-32B157F2AFFF}">
      <dgm:prSet/>
      <dgm:spPr/>
      <dgm:t>
        <a:bodyPr/>
        <a:lstStyle/>
        <a:p>
          <a:endParaRPr lang="en-US"/>
        </a:p>
      </dgm:t>
    </dgm:pt>
    <dgm:pt modelId="{F34F4AE1-F15E-4CC9-91FA-8D4EEAA0679C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Pulley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CAF312-2F13-4C31-BDAE-E1C62A65B86F}" type="parTrans" cxnId="{0124B9E8-F821-4F49-9331-0BE0BD84D9BD}">
      <dgm:prSet/>
      <dgm:spPr/>
      <dgm:t>
        <a:bodyPr/>
        <a:lstStyle/>
        <a:p>
          <a:endParaRPr lang="en-US"/>
        </a:p>
      </dgm:t>
    </dgm:pt>
    <dgm:pt modelId="{5E2865CA-66EA-4465-BE4B-28C89BA439FE}" type="sibTrans" cxnId="{0124B9E8-F821-4F49-9331-0BE0BD84D9BD}">
      <dgm:prSet/>
      <dgm:spPr/>
      <dgm:t>
        <a:bodyPr/>
        <a:lstStyle/>
        <a:p>
          <a:endParaRPr lang="en-US"/>
        </a:p>
      </dgm:t>
    </dgm:pt>
    <dgm:pt modelId="{7076212F-94D9-4A8F-8C6B-BEC9C4FCE95C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Cast Iron ✅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DFBE2D-C91A-40C0-BC5E-F17EFD2480F7}" type="parTrans" cxnId="{9E1709CD-66E2-493D-A3A6-0512E2CE55D2}">
      <dgm:prSet/>
      <dgm:spPr/>
      <dgm:t>
        <a:bodyPr/>
        <a:lstStyle/>
        <a:p>
          <a:endParaRPr lang="en-US"/>
        </a:p>
      </dgm:t>
    </dgm:pt>
    <dgm:pt modelId="{1FFA0DE4-18BB-40DA-9385-118E5EBE7A18}" type="sibTrans" cxnId="{9E1709CD-66E2-493D-A3A6-0512E2CE55D2}">
      <dgm:prSet/>
      <dgm:spPr/>
      <dgm:t>
        <a:bodyPr/>
        <a:lstStyle/>
        <a:p>
          <a:endParaRPr lang="en-US"/>
        </a:p>
      </dgm:t>
    </dgm:pt>
    <dgm:pt modelId="{B75AD783-2E62-400F-B4D3-D500A16F3FAD}">
      <dgm:prSet/>
      <dgm:spPr/>
      <dgm:t>
        <a:bodyPr/>
        <a:lstStyle/>
        <a:p>
          <a:r>
            <a:rPr lang="en-US" b="1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Aluminium</a:t>
          </a: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5E0950-034F-40BF-AEE0-3D0CA8A265A2}" type="parTrans" cxnId="{F351A077-78FE-43D5-9932-956B7AB78812}">
      <dgm:prSet/>
      <dgm:spPr/>
      <dgm:t>
        <a:bodyPr/>
        <a:lstStyle/>
        <a:p>
          <a:endParaRPr lang="en-US"/>
        </a:p>
      </dgm:t>
    </dgm:pt>
    <dgm:pt modelId="{15962717-D6AC-44C1-BDB9-533EAE82A2C4}" type="sibTrans" cxnId="{F351A077-78FE-43D5-9932-956B7AB78812}">
      <dgm:prSet/>
      <dgm:spPr/>
      <dgm:t>
        <a:bodyPr/>
        <a:lstStyle/>
        <a:p>
          <a:endParaRPr lang="en-US"/>
        </a:p>
      </dgm:t>
    </dgm:pt>
    <dgm:pt modelId="{FFB1BDEA-A1B6-4926-9762-07C43EFDC17C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Cutter Holder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D0264B-CA5E-49C0-AF3D-6A2BD9C43C16}" type="parTrans" cxnId="{2AFC626D-E474-4E75-AE75-A13025054F0A}">
      <dgm:prSet/>
      <dgm:spPr/>
      <dgm:t>
        <a:bodyPr/>
        <a:lstStyle/>
        <a:p>
          <a:endParaRPr lang="en-US"/>
        </a:p>
      </dgm:t>
    </dgm:pt>
    <dgm:pt modelId="{51E11E06-DDC4-4730-BCFE-A50B0450C738}" type="sibTrans" cxnId="{2AFC626D-E474-4E75-AE75-A13025054F0A}">
      <dgm:prSet/>
      <dgm:spPr/>
      <dgm:t>
        <a:bodyPr/>
        <a:lstStyle/>
        <a:p>
          <a:endParaRPr lang="en-US"/>
        </a:p>
      </dgm:t>
    </dgm:pt>
    <dgm:pt modelId="{E42D5541-B559-4419-9559-0A3DEC2E2280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Cast Iron ✅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C915B6-051B-4076-B8B1-6045B13F12C9}" type="parTrans" cxnId="{557CA837-6E1D-4B47-8827-1E778DBA9187}">
      <dgm:prSet/>
      <dgm:spPr/>
      <dgm:t>
        <a:bodyPr/>
        <a:lstStyle/>
        <a:p>
          <a:endParaRPr lang="en-US"/>
        </a:p>
      </dgm:t>
    </dgm:pt>
    <dgm:pt modelId="{027C75DB-76A1-4DF9-8C22-1FD43B932FF4}" type="sibTrans" cxnId="{557CA837-6E1D-4B47-8827-1E778DBA9187}">
      <dgm:prSet/>
      <dgm:spPr/>
      <dgm:t>
        <a:bodyPr/>
        <a:lstStyle/>
        <a:p>
          <a:endParaRPr lang="en-US"/>
        </a:p>
      </dgm:t>
    </dgm:pt>
    <dgm:pt modelId="{96C5EFC7-22AF-4047-8CB6-EFC62997D60B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7E7157-5A47-45A2-A221-4EE30A2BE837}" type="parTrans" cxnId="{C0900F07-5A31-4BAC-AE1D-AB4B3B223A80}">
      <dgm:prSet/>
      <dgm:spPr/>
      <dgm:t>
        <a:bodyPr/>
        <a:lstStyle/>
        <a:p>
          <a:endParaRPr lang="en-US"/>
        </a:p>
      </dgm:t>
    </dgm:pt>
    <dgm:pt modelId="{BCF76032-5C3F-4EBD-80C6-B39009025C46}" type="sibTrans" cxnId="{C0900F07-5A31-4BAC-AE1D-AB4B3B223A80}">
      <dgm:prSet/>
      <dgm:spPr/>
      <dgm:t>
        <a:bodyPr/>
        <a:lstStyle/>
        <a:p>
          <a:endParaRPr lang="en-US"/>
        </a:p>
      </dgm:t>
    </dgm:pt>
    <dgm:pt modelId="{D811B6C4-CB02-4DDD-B05F-EE249ADDBA79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Cutter Blade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2C499A-19FD-42DA-8E49-1DB763980F07}" type="parTrans" cxnId="{83559BF9-0632-4607-A45B-A91F41EBFF8A}">
      <dgm:prSet/>
      <dgm:spPr/>
      <dgm:t>
        <a:bodyPr/>
        <a:lstStyle/>
        <a:p>
          <a:endParaRPr lang="en-US"/>
        </a:p>
      </dgm:t>
    </dgm:pt>
    <dgm:pt modelId="{64E8873E-6731-4679-A69B-733CAD85EEE6}" type="sibTrans" cxnId="{83559BF9-0632-4607-A45B-A91F41EBFF8A}">
      <dgm:prSet/>
      <dgm:spPr/>
      <dgm:t>
        <a:bodyPr/>
        <a:lstStyle/>
        <a:p>
          <a:endParaRPr lang="en-US"/>
        </a:p>
      </dgm:t>
    </dgm:pt>
    <dgm:pt modelId="{2A1D91FC-7CB7-47C8-B4D5-4603EEF7C360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High Speed  Steel ✅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AE197A-91C6-4F83-A933-767834EC6024}" type="parTrans" cxnId="{E5E1BFCF-88A1-4A9F-B369-70C3BDE77BEF}">
      <dgm:prSet/>
      <dgm:spPr/>
      <dgm:t>
        <a:bodyPr/>
        <a:lstStyle/>
        <a:p>
          <a:endParaRPr lang="en-US"/>
        </a:p>
      </dgm:t>
    </dgm:pt>
    <dgm:pt modelId="{01CFA944-E929-4F9D-A33D-709EE89EE244}" type="sibTrans" cxnId="{E5E1BFCF-88A1-4A9F-B369-70C3BDE77BEF}">
      <dgm:prSet/>
      <dgm:spPr/>
      <dgm:t>
        <a:bodyPr/>
        <a:lstStyle/>
        <a:p>
          <a:endParaRPr lang="en-US"/>
        </a:p>
      </dgm:t>
    </dgm:pt>
    <dgm:pt modelId="{253EDEC5-FD86-4971-AFFD-7F09C504CDB6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Carbide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C6E94C-4F17-488B-8362-EC0C68773C93}" type="parTrans" cxnId="{9B704972-4694-4454-ABA3-2E8F26F3102C}">
      <dgm:prSet/>
      <dgm:spPr/>
      <dgm:t>
        <a:bodyPr/>
        <a:lstStyle/>
        <a:p>
          <a:endParaRPr lang="en-US"/>
        </a:p>
      </dgm:t>
    </dgm:pt>
    <dgm:pt modelId="{501E3164-E35E-4E28-ADCA-D2FE4F9DC085}" type="sibTrans" cxnId="{9B704972-4694-4454-ABA3-2E8F26F3102C}">
      <dgm:prSet/>
      <dgm:spPr/>
      <dgm:t>
        <a:bodyPr/>
        <a:lstStyle/>
        <a:p>
          <a:endParaRPr lang="en-US"/>
        </a:p>
      </dgm:t>
    </dgm:pt>
    <dgm:pt modelId="{408415CB-9566-4EC1-B160-B77E04213760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Frame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FC665B-041B-43A6-8CDC-27DA53D6A0F3}" type="parTrans" cxnId="{E235FE4A-6DD6-49A2-A774-8BAD38591C34}">
      <dgm:prSet/>
      <dgm:spPr/>
      <dgm:t>
        <a:bodyPr/>
        <a:lstStyle/>
        <a:p>
          <a:endParaRPr lang="en-US"/>
        </a:p>
      </dgm:t>
    </dgm:pt>
    <dgm:pt modelId="{B1FE2FA7-E681-46D0-8B47-E61517811D8E}" type="sibTrans" cxnId="{E235FE4A-6DD6-49A2-A774-8BAD38591C34}">
      <dgm:prSet/>
      <dgm:spPr/>
      <dgm:t>
        <a:bodyPr/>
        <a:lstStyle/>
        <a:p>
          <a:endParaRPr lang="en-US"/>
        </a:p>
      </dgm:t>
    </dgm:pt>
    <dgm:pt modelId="{7D622DDD-0D4C-4C64-83C9-5351C17D1F03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Mild Steel ✅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3A4495-A2E0-4B07-913A-3C9A82807283}" type="parTrans" cxnId="{10D5B996-F30B-4E70-8FA5-7C5F7B2B8B9B}">
      <dgm:prSet/>
      <dgm:spPr/>
      <dgm:t>
        <a:bodyPr/>
        <a:lstStyle/>
        <a:p>
          <a:endParaRPr lang="en-US"/>
        </a:p>
      </dgm:t>
    </dgm:pt>
    <dgm:pt modelId="{17154296-5070-4AD3-9BE3-7288299605F5}" type="sibTrans" cxnId="{10D5B996-F30B-4E70-8FA5-7C5F7B2B8B9B}">
      <dgm:prSet/>
      <dgm:spPr/>
      <dgm:t>
        <a:bodyPr/>
        <a:lstStyle/>
        <a:p>
          <a:endParaRPr lang="en-US"/>
        </a:p>
      </dgm:t>
    </dgm:pt>
    <dgm:pt modelId="{935DDC3A-F47C-4CA8-A7A5-7F96E5C21176}">
      <dgm:prSet/>
      <dgm:spPr/>
      <dgm:t>
        <a:bodyPr/>
        <a:lstStyle/>
        <a:p>
          <a:r>
            <a:rPr lang="en-US" b="1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Aluminium</a:t>
          </a: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C167D2-2644-4CD1-9DEC-7CAAD2C92A53}" type="parTrans" cxnId="{FA85B631-A39A-4060-9433-D1A1240E4305}">
      <dgm:prSet/>
      <dgm:spPr/>
      <dgm:t>
        <a:bodyPr/>
        <a:lstStyle/>
        <a:p>
          <a:endParaRPr lang="en-US"/>
        </a:p>
      </dgm:t>
    </dgm:pt>
    <dgm:pt modelId="{40F92404-2C23-41A7-910B-071AC7EE3B84}" type="sibTrans" cxnId="{FA85B631-A39A-4060-9433-D1A1240E4305}">
      <dgm:prSet/>
      <dgm:spPr/>
      <dgm:t>
        <a:bodyPr/>
        <a:lstStyle/>
        <a:p>
          <a:endParaRPr lang="en-US"/>
        </a:p>
      </dgm:t>
    </dgm:pt>
    <dgm:pt modelId="{65A4F55A-1E37-4DE4-8F94-15800CDB493D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Bamboo Support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C6DF3F-3B3E-4B23-B797-6BB4059BAF67}" type="parTrans" cxnId="{BAEA79D2-0234-4911-8D0C-7ECAC51F2C10}">
      <dgm:prSet/>
      <dgm:spPr/>
      <dgm:t>
        <a:bodyPr/>
        <a:lstStyle/>
        <a:p>
          <a:endParaRPr lang="en-US"/>
        </a:p>
      </dgm:t>
    </dgm:pt>
    <dgm:pt modelId="{9D9A6C66-45E2-487E-BCF3-2133122ED66A}" type="sibTrans" cxnId="{BAEA79D2-0234-4911-8D0C-7ECAC51F2C10}">
      <dgm:prSet/>
      <dgm:spPr/>
      <dgm:t>
        <a:bodyPr/>
        <a:lstStyle/>
        <a:p>
          <a:endParaRPr lang="en-US"/>
        </a:p>
      </dgm:t>
    </dgm:pt>
    <dgm:pt modelId="{DA67B6A9-141E-47E8-ABE5-82A744DB35BC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Bamboo ✅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C2F4E5-7FC6-46C1-8855-3CD487B3A15A}" type="parTrans" cxnId="{8A03C7C0-366A-4878-90FD-12D9312A979B}">
      <dgm:prSet/>
      <dgm:spPr/>
      <dgm:t>
        <a:bodyPr/>
        <a:lstStyle/>
        <a:p>
          <a:endParaRPr lang="en-US"/>
        </a:p>
      </dgm:t>
    </dgm:pt>
    <dgm:pt modelId="{54505775-ECCB-47DB-858E-06E1783EDA02}" type="sibTrans" cxnId="{8A03C7C0-366A-4878-90FD-12D9312A979B}">
      <dgm:prSet/>
      <dgm:spPr/>
      <dgm:t>
        <a:bodyPr/>
        <a:lstStyle/>
        <a:p>
          <a:endParaRPr lang="en-US"/>
        </a:p>
      </dgm:t>
    </dgm:pt>
    <dgm:pt modelId="{902B9D58-5209-4373-A074-B0B9BB60C20E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5F7878-53DB-4325-8ED1-EC1AF32854C7}" type="parTrans" cxnId="{DC9D298F-2E83-489B-A25C-A43F6541C513}">
      <dgm:prSet/>
      <dgm:spPr/>
      <dgm:t>
        <a:bodyPr/>
        <a:lstStyle/>
        <a:p>
          <a:endParaRPr lang="en-US"/>
        </a:p>
      </dgm:t>
    </dgm:pt>
    <dgm:pt modelId="{1A9399B0-A50E-4A0D-B6EA-EBCD6C75E64A}" type="sibTrans" cxnId="{DC9D298F-2E83-489B-A25C-A43F6541C513}">
      <dgm:prSet/>
      <dgm:spPr/>
      <dgm:t>
        <a:bodyPr/>
        <a:lstStyle/>
        <a:p>
          <a:endParaRPr lang="en-US"/>
        </a:p>
      </dgm:t>
    </dgm:pt>
    <dgm:pt modelId="{E8A551C1-DD12-4EDD-A893-A5E023C2F882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Bamboo Storage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753263-0EB8-4038-AA49-A25A8EAF8034}" type="parTrans" cxnId="{8334E52B-EDDC-48BF-9983-CA400009C015}">
      <dgm:prSet/>
      <dgm:spPr/>
      <dgm:t>
        <a:bodyPr/>
        <a:lstStyle/>
        <a:p>
          <a:endParaRPr lang="en-US"/>
        </a:p>
      </dgm:t>
    </dgm:pt>
    <dgm:pt modelId="{3A82443E-03FB-41D7-B66B-C8E9441B9985}" type="sibTrans" cxnId="{8334E52B-EDDC-48BF-9983-CA400009C015}">
      <dgm:prSet/>
      <dgm:spPr/>
      <dgm:t>
        <a:bodyPr/>
        <a:lstStyle/>
        <a:p>
          <a:endParaRPr lang="en-US"/>
        </a:p>
      </dgm:t>
    </dgm:pt>
    <dgm:pt modelId="{5037E02E-B72B-4005-A47E-28B1434E8DEA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Wood ✅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ADAE00-3FB5-445F-897C-47F59BE640FD}" type="parTrans" cxnId="{34D6167B-8640-4251-964F-E1F51C5E6139}">
      <dgm:prSet/>
      <dgm:spPr/>
      <dgm:t>
        <a:bodyPr/>
        <a:lstStyle/>
        <a:p>
          <a:endParaRPr lang="en-US"/>
        </a:p>
      </dgm:t>
    </dgm:pt>
    <dgm:pt modelId="{63352FF5-19AF-425D-8667-532F568FC8BF}" type="sibTrans" cxnId="{34D6167B-8640-4251-964F-E1F51C5E6139}">
      <dgm:prSet/>
      <dgm:spPr/>
      <dgm:t>
        <a:bodyPr/>
        <a:lstStyle/>
        <a:p>
          <a:endParaRPr lang="en-US"/>
        </a:p>
      </dgm:t>
    </dgm:pt>
    <dgm:pt modelId="{65177DA4-53E9-4CBC-B905-BC6005DD72AE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58005C-DD79-4503-B4F9-E9847F8F5723}" type="parTrans" cxnId="{17BCCCB9-6754-42C7-8CAD-17680AF41EAF}">
      <dgm:prSet/>
      <dgm:spPr/>
      <dgm:t>
        <a:bodyPr/>
        <a:lstStyle/>
        <a:p>
          <a:endParaRPr lang="en-US"/>
        </a:p>
      </dgm:t>
    </dgm:pt>
    <dgm:pt modelId="{965D2EB9-42FF-4C70-B36A-3EDA9D3437D5}" type="sibTrans" cxnId="{17BCCCB9-6754-42C7-8CAD-17680AF41EAF}">
      <dgm:prSet/>
      <dgm:spPr/>
      <dgm:t>
        <a:bodyPr/>
        <a:lstStyle/>
        <a:p>
          <a:endParaRPr lang="en-US"/>
        </a:p>
      </dgm:t>
    </dgm:pt>
    <dgm:pt modelId="{42CCF51B-6B0C-4E90-8613-FDEAB7FDD497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Supporting Feet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D25A2F-CC8C-48CD-A0BB-AEE918DF2CFC}" type="parTrans" cxnId="{45D7292E-C702-4A09-8668-BA7C7B601E7F}">
      <dgm:prSet/>
      <dgm:spPr/>
      <dgm:t>
        <a:bodyPr/>
        <a:lstStyle/>
        <a:p>
          <a:endParaRPr lang="en-US"/>
        </a:p>
      </dgm:t>
    </dgm:pt>
    <dgm:pt modelId="{314D8F83-FEFD-4931-884A-0C2B14E4B47D}" type="sibTrans" cxnId="{45D7292E-C702-4A09-8668-BA7C7B601E7F}">
      <dgm:prSet/>
      <dgm:spPr/>
      <dgm:t>
        <a:bodyPr/>
        <a:lstStyle/>
        <a:p>
          <a:endParaRPr lang="en-US"/>
        </a:p>
      </dgm:t>
    </dgm:pt>
    <dgm:pt modelId="{ABA77742-5D47-4FE1-A52F-DDB0EAB37A24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Rubber ✅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9FE74B-A67C-4426-9899-F322AF6CB6D0}" type="parTrans" cxnId="{252B5DE6-8998-4A37-A72B-9E7CB0B5154F}">
      <dgm:prSet/>
      <dgm:spPr/>
      <dgm:t>
        <a:bodyPr/>
        <a:lstStyle/>
        <a:p>
          <a:endParaRPr lang="en-US"/>
        </a:p>
      </dgm:t>
    </dgm:pt>
    <dgm:pt modelId="{E12A5763-DCCF-46B7-B267-7FB5FD3A0F79}" type="sibTrans" cxnId="{252B5DE6-8998-4A37-A72B-9E7CB0B5154F}">
      <dgm:prSet/>
      <dgm:spPr/>
      <dgm:t>
        <a:bodyPr/>
        <a:lstStyle/>
        <a:p>
          <a:endParaRPr lang="en-US"/>
        </a:p>
      </dgm:t>
    </dgm:pt>
    <dgm:pt modelId="{EFA51809-E7A2-4614-B613-2597533CF5F5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Leather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003C57-90C9-4C83-B8E7-11A219D0E5E9}" type="parTrans" cxnId="{6A6D856F-DCFE-4BB8-80A5-2180094F7827}">
      <dgm:prSet/>
      <dgm:spPr/>
      <dgm:t>
        <a:bodyPr/>
        <a:lstStyle/>
        <a:p>
          <a:endParaRPr lang="en-US"/>
        </a:p>
      </dgm:t>
    </dgm:pt>
    <dgm:pt modelId="{4BAED3BF-9FE5-4AF0-8026-2352CDCEF84A}" type="sibTrans" cxnId="{6A6D856F-DCFE-4BB8-80A5-2180094F7827}">
      <dgm:prSet/>
      <dgm:spPr/>
      <dgm:t>
        <a:bodyPr/>
        <a:lstStyle/>
        <a:p>
          <a:endParaRPr lang="en-US"/>
        </a:p>
      </dgm:t>
    </dgm:pt>
    <dgm:pt modelId="{072B98C7-3D9B-4782-B444-80DD29CFF669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Table Legs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167A3B-4AE2-4308-9495-77E5AFE5C064}" type="parTrans" cxnId="{150A89B3-A796-45EC-8A8C-8E10857373E4}">
      <dgm:prSet/>
      <dgm:spPr/>
      <dgm:t>
        <a:bodyPr/>
        <a:lstStyle/>
        <a:p>
          <a:endParaRPr lang="en-US"/>
        </a:p>
      </dgm:t>
    </dgm:pt>
    <dgm:pt modelId="{055C661B-D69E-44F2-9D30-FEA21CB934B1}" type="sibTrans" cxnId="{150A89B3-A796-45EC-8A8C-8E10857373E4}">
      <dgm:prSet/>
      <dgm:spPr/>
      <dgm:t>
        <a:bodyPr/>
        <a:lstStyle/>
        <a:p>
          <a:endParaRPr lang="en-US"/>
        </a:p>
      </dgm:t>
    </dgm:pt>
    <dgm:pt modelId="{C6822830-2F5D-4219-A008-E7C8AA01F89F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Mild Steel ✅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A38AFE-7510-4A5A-B6A3-3599533E5A8F}" type="parTrans" cxnId="{659AA337-EC50-4BE9-B1B0-80A122B3C598}">
      <dgm:prSet/>
      <dgm:spPr/>
      <dgm:t>
        <a:bodyPr/>
        <a:lstStyle/>
        <a:p>
          <a:endParaRPr lang="en-US"/>
        </a:p>
      </dgm:t>
    </dgm:pt>
    <dgm:pt modelId="{5B2F125C-F662-4D91-B8E4-608AB86497EB}" type="sibTrans" cxnId="{659AA337-EC50-4BE9-B1B0-80A122B3C598}">
      <dgm:prSet/>
      <dgm:spPr/>
      <dgm:t>
        <a:bodyPr/>
        <a:lstStyle/>
        <a:p>
          <a:endParaRPr lang="en-US"/>
        </a:p>
      </dgm:t>
    </dgm:pt>
    <dgm:pt modelId="{E8082713-8E9D-4812-AB1E-276835889C2D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Stainless Steel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9DCAE6-F8D1-4349-AA3A-7B1223ED2674}" type="parTrans" cxnId="{3B4F0E67-9DC1-48F9-A992-086083CC6696}">
      <dgm:prSet/>
      <dgm:spPr/>
      <dgm:t>
        <a:bodyPr/>
        <a:lstStyle/>
        <a:p>
          <a:endParaRPr lang="en-US"/>
        </a:p>
      </dgm:t>
    </dgm:pt>
    <dgm:pt modelId="{59CCABE2-0AC5-45C3-AE5E-4A8916501D10}" type="sibTrans" cxnId="{3B4F0E67-9DC1-48F9-A992-086083CC6696}">
      <dgm:prSet/>
      <dgm:spPr/>
      <dgm:t>
        <a:bodyPr/>
        <a:lstStyle/>
        <a:p>
          <a:endParaRPr lang="en-US"/>
        </a:p>
      </dgm:t>
    </dgm:pt>
    <dgm:pt modelId="{B9E3A6BD-D770-4608-9F97-4E2EF2D57431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Bearings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2A5CAB-755B-4406-9BA7-30D039EB6A7D}" type="parTrans" cxnId="{D2BDA4AA-61EB-4C5F-80B6-5EBF70234FD6}">
      <dgm:prSet/>
      <dgm:spPr/>
      <dgm:t>
        <a:bodyPr/>
        <a:lstStyle/>
        <a:p>
          <a:endParaRPr lang="en-US"/>
        </a:p>
      </dgm:t>
    </dgm:pt>
    <dgm:pt modelId="{CDCE0461-B45A-4631-9E8E-591F99F20F16}" type="sibTrans" cxnId="{D2BDA4AA-61EB-4C5F-80B6-5EBF70234FD6}">
      <dgm:prSet/>
      <dgm:spPr/>
      <dgm:t>
        <a:bodyPr/>
        <a:lstStyle/>
        <a:p>
          <a:endParaRPr lang="en-US"/>
        </a:p>
      </dgm:t>
    </dgm:pt>
    <dgm:pt modelId="{507BC171-EA59-469F-8BE4-4686EFB553C9}">
      <dgm:prSet/>
      <dgm:spPr/>
      <dgm:t>
        <a:bodyPr/>
        <a:lstStyle/>
        <a:p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Carbon Steel ✅</a:t>
          </a:r>
          <a:endParaRPr lang="en-US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6EDC04-9A58-471E-9701-062FD59974DC}" type="parTrans" cxnId="{9E8CE941-FBFC-4B41-9D3F-7F8F589C61D2}">
      <dgm:prSet/>
      <dgm:spPr/>
      <dgm:t>
        <a:bodyPr/>
        <a:lstStyle/>
        <a:p>
          <a:endParaRPr lang="en-US"/>
        </a:p>
      </dgm:t>
    </dgm:pt>
    <dgm:pt modelId="{42F05057-5E36-4D8A-A3CB-3F751FBB0EFF}" type="sibTrans" cxnId="{9E8CE941-FBFC-4B41-9D3F-7F8F589C61D2}">
      <dgm:prSet/>
      <dgm:spPr/>
      <dgm:t>
        <a:bodyPr/>
        <a:lstStyle/>
        <a:p>
          <a:endParaRPr lang="en-US"/>
        </a:p>
      </dgm:t>
    </dgm:pt>
    <dgm:pt modelId="{CA4E9C45-ADE6-4BC7-A3ED-579577B04996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Stainless Steel ❌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C3385A-0AA0-4663-81C4-FAE3429463D5}" type="parTrans" cxnId="{906DF9D4-42A6-43C4-960B-2F88DC6F3B7D}">
      <dgm:prSet/>
      <dgm:spPr/>
      <dgm:t>
        <a:bodyPr/>
        <a:lstStyle/>
        <a:p>
          <a:endParaRPr lang="en-US"/>
        </a:p>
      </dgm:t>
    </dgm:pt>
    <dgm:pt modelId="{B63411A7-EAAA-4B32-9044-92C045CFE3E6}" type="sibTrans" cxnId="{906DF9D4-42A6-43C4-960B-2F88DC6F3B7D}">
      <dgm:prSet/>
      <dgm:spPr/>
      <dgm:t>
        <a:bodyPr/>
        <a:lstStyle/>
        <a:p>
          <a:endParaRPr lang="en-US"/>
        </a:p>
      </dgm:t>
    </dgm:pt>
    <dgm:pt modelId="{5AEFACC4-A9E3-446A-B9C7-B69DB2C2B1ED}" type="pres">
      <dgm:prSet presAssocID="{B8EEB0ED-AF43-4E26-B3E9-C3D257B8747C}" presName="diagram" presStyleCnt="0">
        <dgm:presLayoutVars>
          <dgm:dir/>
          <dgm:resizeHandles val="exact"/>
        </dgm:presLayoutVars>
      </dgm:prSet>
      <dgm:spPr/>
    </dgm:pt>
    <dgm:pt modelId="{FF527F10-B335-4988-A811-781FB98089C4}" type="pres">
      <dgm:prSet presAssocID="{9BCEB957-2B12-4C8D-8C65-97FFC3269A7E}" presName="node" presStyleLbl="node1" presStyleIdx="0" presStyleCnt="11">
        <dgm:presLayoutVars>
          <dgm:bulletEnabled val="1"/>
        </dgm:presLayoutVars>
      </dgm:prSet>
      <dgm:spPr/>
    </dgm:pt>
    <dgm:pt modelId="{E499BAF7-800C-467E-8680-BA3718E46A75}" type="pres">
      <dgm:prSet presAssocID="{A4D660F4-9CBE-4A27-B2F9-1B49BD28F6AF}" presName="sibTrans" presStyleCnt="0"/>
      <dgm:spPr/>
    </dgm:pt>
    <dgm:pt modelId="{69658E28-8BD5-4924-A8ED-820B1710A4AF}" type="pres">
      <dgm:prSet presAssocID="{249D73EB-7664-42E1-A0EC-89C20AC56925}" presName="node" presStyleLbl="node1" presStyleIdx="1" presStyleCnt="11">
        <dgm:presLayoutVars>
          <dgm:bulletEnabled val="1"/>
        </dgm:presLayoutVars>
      </dgm:prSet>
      <dgm:spPr/>
    </dgm:pt>
    <dgm:pt modelId="{D5CFAC91-ECD9-46EB-BDEF-43397F4E3C0C}" type="pres">
      <dgm:prSet presAssocID="{33F53119-2AD7-46B4-BF5F-B4C00CE81790}" presName="sibTrans" presStyleCnt="0"/>
      <dgm:spPr/>
    </dgm:pt>
    <dgm:pt modelId="{4EC533D2-49A1-4018-9250-A6DF65B2F51D}" type="pres">
      <dgm:prSet presAssocID="{F34F4AE1-F15E-4CC9-91FA-8D4EEAA0679C}" presName="node" presStyleLbl="node1" presStyleIdx="2" presStyleCnt="11">
        <dgm:presLayoutVars>
          <dgm:bulletEnabled val="1"/>
        </dgm:presLayoutVars>
      </dgm:prSet>
      <dgm:spPr/>
    </dgm:pt>
    <dgm:pt modelId="{FC7074BE-A751-4426-9B71-A17227383DB2}" type="pres">
      <dgm:prSet presAssocID="{5E2865CA-66EA-4465-BE4B-28C89BA439FE}" presName="sibTrans" presStyleCnt="0"/>
      <dgm:spPr/>
    </dgm:pt>
    <dgm:pt modelId="{9D384079-40B2-4910-A992-24ACEE63C9CF}" type="pres">
      <dgm:prSet presAssocID="{FFB1BDEA-A1B6-4926-9762-07C43EFDC17C}" presName="node" presStyleLbl="node1" presStyleIdx="3" presStyleCnt="11">
        <dgm:presLayoutVars>
          <dgm:bulletEnabled val="1"/>
        </dgm:presLayoutVars>
      </dgm:prSet>
      <dgm:spPr/>
    </dgm:pt>
    <dgm:pt modelId="{8F94EC74-D297-4E93-815F-65B4022023E6}" type="pres">
      <dgm:prSet presAssocID="{51E11E06-DDC4-4730-BCFE-A50B0450C738}" presName="sibTrans" presStyleCnt="0"/>
      <dgm:spPr/>
    </dgm:pt>
    <dgm:pt modelId="{D6F0EDE2-8827-4061-9001-970026AEACAC}" type="pres">
      <dgm:prSet presAssocID="{D811B6C4-CB02-4DDD-B05F-EE249ADDBA79}" presName="node" presStyleLbl="node1" presStyleIdx="4" presStyleCnt="11">
        <dgm:presLayoutVars>
          <dgm:bulletEnabled val="1"/>
        </dgm:presLayoutVars>
      </dgm:prSet>
      <dgm:spPr/>
    </dgm:pt>
    <dgm:pt modelId="{A966D0A4-3C6A-4CD7-94F9-318E746CE7B8}" type="pres">
      <dgm:prSet presAssocID="{64E8873E-6731-4679-A69B-733CAD85EEE6}" presName="sibTrans" presStyleCnt="0"/>
      <dgm:spPr/>
    </dgm:pt>
    <dgm:pt modelId="{E2E597FC-B196-4A02-999D-756484B92287}" type="pres">
      <dgm:prSet presAssocID="{408415CB-9566-4EC1-B160-B77E04213760}" presName="node" presStyleLbl="node1" presStyleIdx="5" presStyleCnt="11">
        <dgm:presLayoutVars>
          <dgm:bulletEnabled val="1"/>
        </dgm:presLayoutVars>
      </dgm:prSet>
      <dgm:spPr/>
    </dgm:pt>
    <dgm:pt modelId="{1725EF72-B826-4F71-A11D-4A2C63AD2CDF}" type="pres">
      <dgm:prSet presAssocID="{B1FE2FA7-E681-46D0-8B47-E61517811D8E}" presName="sibTrans" presStyleCnt="0"/>
      <dgm:spPr/>
    </dgm:pt>
    <dgm:pt modelId="{351D8ECD-F989-485B-B933-261239CACFFA}" type="pres">
      <dgm:prSet presAssocID="{65A4F55A-1E37-4DE4-8F94-15800CDB493D}" presName="node" presStyleLbl="node1" presStyleIdx="6" presStyleCnt="11">
        <dgm:presLayoutVars>
          <dgm:bulletEnabled val="1"/>
        </dgm:presLayoutVars>
      </dgm:prSet>
      <dgm:spPr/>
    </dgm:pt>
    <dgm:pt modelId="{82F87D71-0C55-4336-91E1-0A5A2E94F00C}" type="pres">
      <dgm:prSet presAssocID="{9D9A6C66-45E2-487E-BCF3-2133122ED66A}" presName="sibTrans" presStyleCnt="0"/>
      <dgm:spPr/>
    </dgm:pt>
    <dgm:pt modelId="{83D2AB07-C042-4944-BEAD-91894D3559B3}" type="pres">
      <dgm:prSet presAssocID="{E8A551C1-DD12-4EDD-A893-A5E023C2F882}" presName="node" presStyleLbl="node1" presStyleIdx="7" presStyleCnt="11">
        <dgm:presLayoutVars>
          <dgm:bulletEnabled val="1"/>
        </dgm:presLayoutVars>
      </dgm:prSet>
      <dgm:spPr/>
    </dgm:pt>
    <dgm:pt modelId="{47C13B5E-5D4C-40B7-918A-2BAAF56A3524}" type="pres">
      <dgm:prSet presAssocID="{3A82443E-03FB-41D7-B66B-C8E9441B9985}" presName="sibTrans" presStyleCnt="0"/>
      <dgm:spPr/>
    </dgm:pt>
    <dgm:pt modelId="{E736149E-B61C-4885-908F-00B5EC942E69}" type="pres">
      <dgm:prSet presAssocID="{42CCF51B-6B0C-4E90-8613-FDEAB7FDD497}" presName="node" presStyleLbl="node1" presStyleIdx="8" presStyleCnt="11">
        <dgm:presLayoutVars>
          <dgm:bulletEnabled val="1"/>
        </dgm:presLayoutVars>
      </dgm:prSet>
      <dgm:spPr/>
    </dgm:pt>
    <dgm:pt modelId="{B743A220-B24D-4D57-9E2E-A7D5F6B9E932}" type="pres">
      <dgm:prSet presAssocID="{314D8F83-FEFD-4931-884A-0C2B14E4B47D}" presName="sibTrans" presStyleCnt="0"/>
      <dgm:spPr/>
    </dgm:pt>
    <dgm:pt modelId="{77CD28D5-D41A-4BD6-9865-4A98C39032EB}" type="pres">
      <dgm:prSet presAssocID="{072B98C7-3D9B-4782-B444-80DD29CFF669}" presName="node" presStyleLbl="node1" presStyleIdx="9" presStyleCnt="11">
        <dgm:presLayoutVars>
          <dgm:bulletEnabled val="1"/>
        </dgm:presLayoutVars>
      </dgm:prSet>
      <dgm:spPr/>
    </dgm:pt>
    <dgm:pt modelId="{FD2455B1-2928-4F73-B5F0-2F8896A50BEB}" type="pres">
      <dgm:prSet presAssocID="{055C661B-D69E-44F2-9D30-FEA21CB934B1}" presName="sibTrans" presStyleCnt="0"/>
      <dgm:spPr/>
    </dgm:pt>
    <dgm:pt modelId="{564136D3-9574-4CA3-8A4A-6FD7AEAAA93E}" type="pres">
      <dgm:prSet presAssocID="{B9E3A6BD-D770-4608-9F97-4E2EF2D57431}" presName="node" presStyleLbl="node1" presStyleIdx="10" presStyleCnt="11">
        <dgm:presLayoutVars>
          <dgm:bulletEnabled val="1"/>
        </dgm:presLayoutVars>
      </dgm:prSet>
      <dgm:spPr/>
    </dgm:pt>
  </dgm:ptLst>
  <dgm:cxnLst>
    <dgm:cxn modelId="{C515E301-BDBF-401E-B516-E6BF2FF41E5B}" srcId="{9BCEB957-2B12-4C8D-8C65-97FFC3269A7E}" destId="{053C09ED-8BB6-4836-A7E1-8B17B2BB8B24}" srcOrd="1" destOrd="0" parTransId="{A8933E49-77BC-4A7F-ACAD-F5B7FEABD2D3}" sibTransId="{905B80FC-FB8E-46DB-92A0-AD25D4722849}"/>
    <dgm:cxn modelId="{14213D05-B700-4069-A6B0-E748579435D0}" type="presOf" srcId="{F34F4AE1-F15E-4CC9-91FA-8D4EEAA0679C}" destId="{4EC533D2-49A1-4018-9250-A6DF65B2F51D}" srcOrd="0" destOrd="0" presId="urn:microsoft.com/office/officeart/2005/8/layout/default"/>
    <dgm:cxn modelId="{C0900F07-5A31-4BAC-AE1D-AB4B3B223A80}" srcId="{FFB1BDEA-A1B6-4926-9762-07C43EFDC17C}" destId="{96C5EFC7-22AF-4047-8CB6-EFC62997D60B}" srcOrd="1" destOrd="0" parTransId="{097E7157-5A47-45A2-A221-4EE30A2BE837}" sibTransId="{BCF76032-5C3F-4EBD-80C6-B39009025C46}"/>
    <dgm:cxn modelId="{D271AB19-C260-4FB5-A79B-2E9074F78502}" type="presOf" srcId="{65177DA4-53E9-4CBC-B905-BC6005DD72AE}" destId="{83D2AB07-C042-4944-BEAD-91894D3559B3}" srcOrd="0" destOrd="2" presId="urn:microsoft.com/office/officeart/2005/8/layout/default"/>
    <dgm:cxn modelId="{C2110A1C-3600-4BE6-B971-C762D87D10B9}" type="presOf" srcId="{835E1A87-9D58-4B91-A3F9-A26202C28913}" destId="{FF527F10-B335-4988-A811-781FB98089C4}" srcOrd="0" destOrd="1" presId="urn:microsoft.com/office/officeart/2005/8/layout/default"/>
    <dgm:cxn modelId="{FD486F27-6F5D-4427-9C58-F4471B691AA4}" type="presOf" srcId="{96C5EFC7-22AF-4047-8CB6-EFC62997D60B}" destId="{9D384079-40B2-4910-A992-24ACEE63C9CF}" srcOrd="0" destOrd="2" presId="urn:microsoft.com/office/officeart/2005/8/layout/default"/>
    <dgm:cxn modelId="{EEDAFD2A-5F99-49A9-8E49-2D52A09B9828}" type="presOf" srcId="{935DDC3A-F47C-4CA8-A7A5-7F96E5C21176}" destId="{E2E597FC-B196-4A02-999D-756484B92287}" srcOrd="0" destOrd="2" presId="urn:microsoft.com/office/officeart/2005/8/layout/default"/>
    <dgm:cxn modelId="{8334E52B-EDDC-48BF-9983-CA400009C015}" srcId="{B8EEB0ED-AF43-4E26-B3E9-C3D257B8747C}" destId="{E8A551C1-DD12-4EDD-A893-A5E023C2F882}" srcOrd="7" destOrd="0" parTransId="{F4753263-0EB8-4038-AA49-A25A8EAF8034}" sibTransId="{3A82443E-03FB-41D7-B66B-C8E9441B9985}"/>
    <dgm:cxn modelId="{230FF62C-7546-4312-A969-CBB158A9D643}" type="presOf" srcId="{B75AD783-2E62-400F-B4D3-D500A16F3FAD}" destId="{4EC533D2-49A1-4018-9250-A6DF65B2F51D}" srcOrd="0" destOrd="2" presId="urn:microsoft.com/office/officeart/2005/8/layout/default"/>
    <dgm:cxn modelId="{45D7292E-C702-4A09-8668-BA7C7B601E7F}" srcId="{B8EEB0ED-AF43-4E26-B3E9-C3D257B8747C}" destId="{42CCF51B-6B0C-4E90-8613-FDEAB7FDD497}" srcOrd="8" destOrd="0" parTransId="{2BD25A2F-CC8C-48CD-A0BB-AEE918DF2CFC}" sibTransId="{314D8F83-FEFD-4931-884A-0C2B14E4B47D}"/>
    <dgm:cxn modelId="{967BAB30-BCC8-4A63-A703-611004884F50}" type="presOf" srcId="{B9E3A6BD-D770-4608-9F97-4E2EF2D57431}" destId="{564136D3-9574-4CA3-8A4A-6FD7AEAAA93E}" srcOrd="0" destOrd="0" presId="urn:microsoft.com/office/officeart/2005/8/layout/default"/>
    <dgm:cxn modelId="{FA85B631-A39A-4060-9433-D1A1240E4305}" srcId="{408415CB-9566-4EC1-B160-B77E04213760}" destId="{935DDC3A-F47C-4CA8-A7A5-7F96E5C21176}" srcOrd="1" destOrd="0" parTransId="{C9C167D2-2644-4CD1-9DEC-7CAAD2C92A53}" sibTransId="{40F92404-2C23-41A7-910B-071AC7EE3B84}"/>
    <dgm:cxn modelId="{BB192F36-F6AD-4C87-BC5B-AD4CA0B6C1C1}" type="presOf" srcId="{C6822830-2F5D-4219-A008-E7C8AA01F89F}" destId="{77CD28D5-D41A-4BD6-9865-4A98C39032EB}" srcOrd="0" destOrd="1" presId="urn:microsoft.com/office/officeart/2005/8/layout/default"/>
    <dgm:cxn modelId="{659AA337-EC50-4BE9-B1B0-80A122B3C598}" srcId="{072B98C7-3D9B-4782-B444-80DD29CFF669}" destId="{C6822830-2F5D-4219-A008-E7C8AA01F89F}" srcOrd="0" destOrd="0" parTransId="{44A38AFE-7510-4A5A-B6A3-3599533E5A8F}" sibTransId="{5B2F125C-F662-4D91-B8E4-608AB86497EB}"/>
    <dgm:cxn modelId="{557CA837-6E1D-4B47-8827-1E778DBA9187}" srcId="{FFB1BDEA-A1B6-4926-9762-07C43EFDC17C}" destId="{E42D5541-B559-4419-9559-0A3DEC2E2280}" srcOrd="0" destOrd="0" parTransId="{12C915B6-051B-4076-B8B1-6045B13F12C9}" sibTransId="{027C75DB-76A1-4DF9-8C22-1FD43B932FF4}"/>
    <dgm:cxn modelId="{E821C53A-5EB6-48B3-8E16-90BF32A862DC}" type="presOf" srcId="{E8A551C1-DD12-4EDD-A893-A5E023C2F882}" destId="{83D2AB07-C042-4944-BEAD-91894D3559B3}" srcOrd="0" destOrd="0" presId="urn:microsoft.com/office/officeart/2005/8/layout/default"/>
    <dgm:cxn modelId="{003E853D-B8DE-4E92-8FEA-732B4C01C236}" type="presOf" srcId="{902B9D58-5209-4373-A074-B0B9BB60C20E}" destId="{351D8ECD-F989-485B-B933-261239CACFFA}" srcOrd="0" destOrd="2" presId="urn:microsoft.com/office/officeart/2005/8/layout/default"/>
    <dgm:cxn modelId="{9E8CE941-FBFC-4B41-9D3F-7F8F589C61D2}" srcId="{B9E3A6BD-D770-4608-9F97-4E2EF2D57431}" destId="{507BC171-EA59-469F-8BE4-4686EFB553C9}" srcOrd="0" destOrd="0" parTransId="{D26EDC04-9A58-471E-9701-062FD59974DC}" sibTransId="{42F05057-5E36-4D8A-A3CB-3F751FBB0EFF}"/>
    <dgm:cxn modelId="{8401FD62-25F6-44BD-87C1-E4F2E67A8265}" type="presOf" srcId="{072B98C7-3D9B-4782-B444-80DD29CFF669}" destId="{77CD28D5-D41A-4BD6-9865-4A98C39032EB}" srcOrd="0" destOrd="0" presId="urn:microsoft.com/office/officeart/2005/8/layout/default"/>
    <dgm:cxn modelId="{D8F94763-2F9B-487D-84CF-AFFE66B6640B}" srcId="{B8EEB0ED-AF43-4E26-B3E9-C3D257B8747C}" destId="{9BCEB957-2B12-4C8D-8C65-97FFC3269A7E}" srcOrd="0" destOrd="0" parTransId="{8E8A4F5C-3C6F-4CBA-B476-2F7513F9B41E}" sibTransId="{A4D660F4-9CBE-4A27-B2F9-1B49BD28F6AF}"/>
    <dgm:cxn modelId="{AFE33664-AFFC-472D-B5DD-8DE87F3FFCD3}" type="presOf" srcId="{42CCF51B-6B0C-4E90-8613-FDEAB7FDD497}" destId="{E736149E-B61C-4885-908F-00B5EC942E69}" srcOrd="0" destOrd="0" presId="urn:microsoft.com/office/officeart/2005/8/layout/default"/>
    <dgm:cxn modelId="{2D8C6166-1874-4DAF-BCA5-CDFCE5B5B529}" srcId="{9BCEB957-2B12-4C8D-8C65-97FFC3269A7E}" destId="{835E1A87-9D58-4B91-A3F9-A26202C28913}" srcOrd="0" destOrd="0" parTransId="{E75A9EC9-A088-43AE-9B77-5B50CCB190FD}" sibTransId="{BD96D74F-EC8F-46EE-89E8-AC087D436C47}"/>
    <dgm:cxn modelId="{B8664A66-3EC5-4865-9266-AA74DFE3565A}" type="presOf" srcId="{CA4E9C45-ADE6-4BC7-A3ED-579577B04996}" destId="{564136D3-9574-4CA3-8A4A-6FD7AEAAA93E}" srcOrd="0" destOrd="2" presId="urn:microsoft.com/office/officeart/2005/8/layout/default"/>
    <dgm:cxn modelId="{A92F5346-EA33-4BBC-A68A-F193E546A918}" type="presOf" srcId="{DA67B6A9-141E-47E8-ABE5-82A744DB35BC}" destId="{351D8ECD-F989-485B-B933-261239CACFFA}" srcOrd="0" destOrd="1" presId="urn:microsoft.com/office/officeart/2005/8/layout/default"/>
    <dgm:cxn modelId="{3B4F0E67-9DC1-48F9-A992-086083CC6696}" srcId="{072B98C7-3D9B-4782-B444-80DD29CFF669}" destId="{E8082713-8E9D-4812-AB1E-276835889C2D}" srcOrd="1" destOrd="0" parTransId="{AC9DCAE6-F8D1-4349-AA3A-7B1223ED2674}" sibTransId="{59CCABE2-0AC5-45C3-AE5E-4A8916501D10}"/>
    <dgm:cxn modelId="{6A169D47-339E-4120-AF57-345A1337677B}" type="presOf" srcId="{45A8DBED-018C-46AA-B544-23862B0C24FF}" destId="{69658E28-8BD5-4924-A8ED-820B1710A4AF}" srcOrd="0" destOrd="1" presId="urn:microsoft.com/office/officeart/2005/8/layout/default"/>
    <dgm:cxn modelId="{E235FE4A-6DD6-49A2-A774-8BAD38591C34}" srcId="{B8EEB0ED-AF43-4E26-B3E9-C3D257B8747C}" destId="{408415CB-9566-4EC1-B160-B77E04213760}" srcOrd="5" destOrd="0" parTransId="{D5FC665B-041B-43A6-8CDC-27DA53D6A0F3}" sibTransId="{B1FE2FA7-E681-46D0-8B47-E61517811D8E}"/>
    <dgm:cxn modelId="{3B85E34B-9346-4749-AAFE-16C23EAD4F0E}" type="presOf" srcId="{7D622DDD-0D4C-4C64-83C9-5351C17D1F03}" destId="{E2E597FC-B196-4A02-999D-756484B92287}" srcOrd="0" destOrd="1" presId="urn:microsoft.com/office/officeart/2005/8/layout/default"/>
    <dgm:cxn modelId="{2AFC626D-E474-4E75-AE75-A13025054F0A}" srcId="{B8EEB0ED-AF43-4E26-B3E9-C3D257B8747C}" destId="{FFB1BDEA-A1B6-4926-9762-07C43EFDC17C}" srcOrd="3" destOrd="0" parTransId="{5FD0264B-CA5E-49C0-AF3D-6A2BD9C43C16}" sibTransId="{51E11E06-DDC4-4730-BCFE-A50B0450C738}"/>
    <dgm:cxn modelId="{F0F3FE6D-E7A3-44B6-B5FB-9F349D5D914E}" type="presOf" srcId="{E42D5541-B559-4419-9559-0A3DEC2E2280}" destId="{9D384079-40B2-4910-A992-24ACEE63C9CF}" srcOrd="0" destOrd="1" presId="urn:microsoft.com/office/officeart/2005/8/layout/default"/>
    <dgm:cxn modelId="{A76A834E-88D9-4E88-9A80-1EC2D0A7B4D3}" type="presOf" srcId="{249D73EB-7664-42E1-A0EC-89C20AC56925}" destId="{69658E28-8BD5-4924-A8ED-820B1710A4AF}" srcOrd="0" destOrd="0" presId="urn:microsoft.com/office/officeart/2005/8/layout/default"/>
    <dgm:cxn modelId="{6A6D856F-DCFE-4BB8-80A5-2180094F7827}" srcId="{42CCF51B-6B0C-4E90-8613-FDEAB7FDD497}" destId="{EFA51809-E7A2-4614-B613-2597533CF5F5}" srcOrd="1" destOrd="0" parTransId="{BC003C57-90C9-4C83-B8E7-11A219D0E5E9}" sibTransId="{4BAED3BF-9FE5-4AF0-8026-2352CDCEF84A}"/>
    <dgm:cxn modelId="{C6CA5070-608C-4EA0-9A8B-32B157F2AFFF}" srcId="{249D73EB-7664-42E1-A0EC-89C20AC56925}" destId="{4EFA0DA0-46E8-4818-A297-80A93C7E00E6}" srcOrd="1" destOrd="0" parTransId="{C9447AA4-BEAE-46EC-BA9E-695CBB52391A}" sibTransId="{7949B426-D7B3-4B49-9A8F-6B914410EA77}"/>
    <dgm:cxn modelId="{D01B4152-7F8B-4CC4-BFE3-8416F665B8D0}" type="presOf" srcId="{FFB1BDEA-A1B6-4926-9762-07C43EFDC17C}" destId="{9D384079-40B2-4910-A992-24ACEE63C9CF}" srcOrd="0" destOrd="0" presId="urn:microsoft.com/office/officeart/2005/8/layout/default"/>
    <dgm:cxn modelId="{9B704972-4694-4454-ABA3-2E8F26F3102C}" srcId="{D811B6C4-CB02-4DDD-B05F-EE249ADDBA79}" destId="{253EDEC5-FD86-4971-AFFD-7F09C504CDB6}" srcOrd="1" destOrd="0" parTransId="{44C6E94C-4F17-488B-8362-EC0C68773C93}" sibTransId="{501E3164-E35E-4E28-ADCA-D2FE4F9DC085}"/>
    <dgm:cxn modelId="{B0081D74-95C9-46E6-9326-F31E285C4D54}" type="presOf" srcId="{053C09ED-8BB6-4836-A7E1-8B17B2BB8B24}" destId="{FF527F10-B335-4988-A811-781FB98089C4}" srcOrd="0" destOrd="2" presId="urn:microsoft.com/office/officeart/2005/8/layout/default"/>
    <dgm:cxn modelId="{662A9874-DB2C-4A31-83D2-0B0ACC8CE643}" type="presOf" srcId="{ABA77742-5D47-4FE1-A52F-DDB0EAB37A24}" destId="{E736149E-B61C-4885-908F-00B5EC942E69}" srcOrd="0" destOrd="1" presId="urn:microsoft.com/office/officeart/2005/8/layout/default"/>
    <dgm:cxn modelId="{F351A077-78FE-43D5-9932-956B7AB78812}" srcId="{F34F4AE1-F15E-4CC9-91FA-8D4EEAA0679C}" destId="{B75AD783-2E62-400F-B4D3-D500A16F3FAD}" srcOrd="1" destOrd="0" parTransId="{3F5E0950-034F-40BF-AEE0-3D0CA8A265A2}" sibTransId="{15962717-D6AC-44C1-BDB9-533EAE82A2C4}"/>
    <dgm:cxn modelId="{34D6167B-8640-4251-964F-E1F51C5E6139}" srcId="{E8A551C1-DD12-4EDD-A893-A5E023C2F882}" destId="{5037E02E-B72B-4005-A47E-28B1434E8DEA}" srcOrd="0" destOrd="0" parTransId="{5FADAE00-3FB5-445F-897C-47F59BE640FD}" sibTransId="{63352FF5-19AF-425D-8667-532F568FC8BF}"/>
    <dgm:cxn modelId="{43A85D80-1784-4A0C-8659-FD10B533C1A6}" type="presOf" srcId="{EFA51809-E7A2-4614-B613-2597533CF5F5}" destId="{E736149E-B61C-4885-908F-00B5EC942E69}" srcOrd="0" destOrd="2" presId="urn:microsoft.com/office/officeart/2005/8/layout/default"/>
    <dgm:cxn modelId="{04120485-B6F7-4177-A6ED-52BF11DF1021}" type="presOf" srcId="{B8EEB0ED-AF43-4E26-B3E9-C3D257B8747C}" destId="{5AEFACC4-A9E3-446A-B9C7-B69DB2C2B1ED}" srcOrd="0" destOrd="0" presId="urn:microsoft.com/office/officeart/2005/8/layout/default"/>
    <dgm:cxn modelId="{B4CCD388-A9C0-4392-AA5E-B5CF2F8077BF}" type="presOf" srcId="{E8082713-8E9D-4812-AB1E-276835889C2D}" destId="{77CD28D5-D41A-4BD6-9865-4A98C39032EB}" srcOrd="0" destOrd="2" presId="urn:microsoft.com/office/officeart/2005/8/layout/default"/>
    <dgm:cxn modelId="{FF86348C-2F60-4287-B3B7-0C555B5B0C26}" type="presOf" srcId="{253EDEC5-FD86-4971-AFFD-7F09C504CDB6}" destId="{D6F0EDE2-8827-4061-9001-970026AEACAC}" srcOrd="0" destOrd="2" presId="urn:microsoft.com/office/officeart/2005/8/layout/default"/>
    <dgm:cxn modelId="{DC9D298F-2E83-489B-A25C-A43F6541C513}" srcId="{65A4F55A-1E37-4DE4-8F94-15800CDB493D}" destId="{902B9D58-5209-4373-A074-B0B9BB60C20E}" srcOrd="1" destOrd="0" parTransId="{9C5F7878-53DB-4325-8ED1-EC1AF32854C7}" sibTransId="{1A9399B0-A50E-4A0D-B6EA-EBCD6C75E64A}"/>
    <dgm:cxn modelId="{ABB04B95-BCF9-467F-BB09-90F4598BFCE6}" type="presOf" srcId="{5037E02E-B72B-4005-A47E-28B1434E8DEA}" destId="{83D2AB07-C042-4944-BEAD-91894D3559B3}" srcOrd="0" destOrd="1" presId="urn:microsoft.com/office/officeart/2005/8/layout/default"/>
    <dgm:cxn modelId="{10D5B996-F30B-4E70-8FA5-7C5F7B2B8B9B}" srcId="{408415CB-9566-4EC1-B160-B77E04213760}" destId="{7D622DDD-0D4C-4C64-83C9-5351C17D1F03}" srcOrd="0" destOrd="0" parTransId="{A73A4495-A2E0-4B07-913A-3C9A82807283}" sibTransId="{17154296-5070-4AD3-9BE3-7288299605F5}"/>
    <dgm:cxn modelId="{39606198-0F96-472A-B5D7-D6B3D37C0A98}" srcId="{B8EEB0ED-AF43-4E26-B3E9-C3D257B8747C}" destId="{249D73EB-7664-42E1-A0EC-89C20AC56925}" srcOrd="1" destOrd="0" parTransId="{A03FDE0B-964A-47EE-B3B5-DF8130623C88}" sibTransId="{33F53119-2AD7-46B4-BF5F-B4C00CE81790}"/>
    <dgm:cxn modelId="{26379999-AB44-44D9-A85C-EDEA986CED4F}" type="presOf" srcId="{65A4F55A-1E37-4DE4-8F94-15800CDB493D}" destId="{351D8ECD-F989-485B-B933-261239CACFFA}" srcOrd="0" destOrd="0" presId="urn:microsoft.com/office/officeart/2005/8/layout/default"/>
    <dgm:cxn modelId="{D2BDA4AA-61EB-4C5F-80B6-5EBF70234FD6}" srcId="{B8EEB0ED-AF43-4E26-B3E9-C3D257B8747C}" destId="{B9E3A6BD-D770-4608-9F97-4E2EF2D57431}" srcOrd="10" destOrd="0" parTransId="{CA2A5CAB-755B-4406-9BA7-30D039EB6A7D}" sibTransId="{CDCE0461-B45A-4631-9E8E-591F99F20F16}"/>
    <dgm:cxn modelId="{150A89B3-A796-45EC-8A8C-8E10857373E4}" srcId="{B8EEB0ED-AF43-4E26-B3E9-C3D257B8747C}" destId="{072B98C7-3D9B-4782-B444-80DD29CFF669}" srcOrd="9" destOrd="0" parTransId="{4E167A3B-4AE2-4308-9495-77E5AFE5C064}" sibTransId="{055C661B-D69E-44F2-9D30-FEA21CB934B1}"/>
    <dgm:cxn modelId="{0170EDB7-89C6-4264-99BF-DA67E7F222CE}" type="presOf" srcId="{507BC171-EA59-469F-8BE4-4686EFB553C9}" destId="{564136D3-9574-4CA3-8A4A-6FD7AEAAA93E}" srcOrd="0" destOrd="1" presId="urn:microsoft.com/office/officeart/2005/8/layout/default"/>
    <dgm:cxn modelId="{8DB0D9B8-26F9-4B25-8E05-5ED2D6AA12C5}" type="presOf" srcId="{9BCEB957-2B12-4C8D-8C65-97FFC3269A7E}" destId="{FF527F10-B335-4988-A811-781FB98089C4}" srcOrd="0" destOrd="0" presId="urn:microsoft.com/office/officeart/2005/8/layout/default"/>
    <dgm:cxn modelId="{17BCCCB9-6754-42C7-8CAD-17680AF41EAF}" srcId="{E8A551C1-DD12-4EDD-A893-A5E023C2F882}" destId="{65177DA4-53E9-4CBC-B905-BC6005DD72AE}" srcOrd="1" destOrd="0" parTransId="{0C58005C-DD79-4503-B4F9-E9847F8F5723}" sibTransId="{965D2EB9-42FF-4C70-B36A-3EDA9D3437D5}"/>
    <dgm:cxn modelId="{95246DBE-D901-42DF-9AE2-14A0B13C078A}" type="presOf" srcId="{D811B6C4-CB02-4DDD-B05F-EE249ADDBA79}" destId="{D6F0EDE2-8827-4061-9001-970026AEACAC}" srcOrd="0" destOrd="0" presId="urn:microsoft.com/office/officeart/2005/8/layout/default"/>
    <dgm:cxn modelId="{8A03C7C0-366A-4878-90FD-12D9312A979B}" srcId="{65A4F55A-1E37-4DE4-8F94-15800CDB493D}" destId="{DA67B6A9-141E-47E8-ABE5-82A744DB35BC}" srcOrd="0" destOrd="0" parTransId="{F3C2F4E5-7FC6-46C1-8855-3CD487B3A15A}" sibTransId="{54505775-ECCB-47DB-858E-06E1783EDA02}"/>
    <dgm:cxn modelId="{EAEB27C3-A32F-409F-942F-62B2BD408A1B}" type="presOf" srcId="{7076212F-94D9-4A8F-8C6B-BEC9C4FCE95C}" destId="{4EC533D2-49A1-4018-9250-A6DF65B2F51D}" srcOrd="0" destOrd="1" presId="urn:microsoft.com/office/officeart/2005/8/layout/default"/>
    <dgm:cxn modelId="{9E1709CD-66E2-493D-A3A6-0512E2CE55D2}" srcId="{F34F4AE1-F15E-4CC9-91FA-8D4EEAA0679C}" destId="{7076212F-94D9-4A8F-8C6B-BEC9C4FCE95C}" srcOrd="0" destOrd="0" parTransId="{2FDFBE2D-C91A-40C0-BC5E-F17EFD2480F7}" sibTransId="{1FFA0DE4-18BB-40DA-9385-118E5EBE7A18}"/>
    <dgm:cxn modelId="{1A5381CF-E0E5-4A0A-8D9E-26588381964B}" type="presOf" srcId="{2A1D91FC-7CB7-47C8-B4D5-4603EEF7C360}" destId="{D6F0EDE2-8827-4061-9001-970026AEACAC}" srcOrd="0" destOrd="1" presId="urn:microsoft.com/office/officeart/2005/8/layout/default"/>
    <dgm:cxn modelId="{E5E1BFCF-88A1-4A9F-B369-70C3BDE77BEF}" srcId="{D811B6C4-CB02-4DDD-B05F-EE249ADDBA79}" destId="{2A1D91FC-7CB7-47C8-B4D5-4603EEF7C360}" srcOrd="0" destOrd="0" parTransId="{18AE197A-91C6-4F83-A933-767834EC6024}" sibTransId="{01CFA944-E929-4F9D-A33D-709EE89EE244}"/>
    <dgm:cxn modelId="{BAEA79D2-0234-4911-8D0C-7ECAC51F2C10}" srcId="{B8EEB0ED-AF43-4E26-B3E9-C3D257B8747C}" destId="{65A4F55A-1E37-4DE4-8F94-15800CDB493D}" srcOrd="6" destOrd="0" parTransId="{98C6DF3F-3B3E-4B23-B797-6BB4059BAF67}" sibTransId="{9D9A6C66-45E2-487E-BCF3-2133122ED66A}"/>
    <dgm:cxn modelId="{906DF9D4-42A6-43C4-960B-2F88DC6F3B7D}" srcId="{B9E3A6BD-D770-4608-9F97-4E2EF2D57431}" destId="{CA4E9C45-ADE6-4BC7-A3ED-579577B04996}" srcOrd="1" destOrd="0" parTransId="{2DC3385A-0AA0-4663-81C4-FAE3429463D5}" sibTransId="{B63411A7-EAAA-4B32-9044-92C045CFE3E6}"/>
    <dgm:cxn modelId="{354AE7DC-B67D-41F8-B2E4-D35B70E832CC}" type="presOf" srcId="{4EFA0DA0-46E8-4818-A297-80A93C7E00E6}" destId="{69658E28-8BD5-4924-A8ED-820B1710A4AF}" srcOrd="0" destOrd="2" presId="urn:microsoft.com/office/officeart/2005/8/layout/default"/>
    <dgm:cxn modelId="{497CAFE0-6958-4BAF-B3B6-F9ECBE32799E}" srcId="{249D73EB-7664-42E1-A0EC-89C20AC56925}" destId="{45A8DBED-018C-46AA-B544-23862B0C24FF}" srcOrd="0" destOrd="0" parTransId="{10940280-7733-4F61-80DE-76B5A9D2BA0A}" sibTransId="{C9D9B0C5-6988-4D3E-8D7A-F6032F912D7A}"/>
    <dgm:cxn modelId="{252B5DE6-8998-4A37-A72B-9E7CB0B5154F}" srcId="{42CCF51B-6B0C-4E90-8613-FDEAB7FDD497}" destId="{ABA77742-5D47-4FE1-A52F-DDB0EAB37A24}" srcOrd="0" destOrd="0" parTransId="{D09FE74B-A67C-4426-9899-F322AF6CB6D0}" sibTransId="{E12A5763-DCCF-46B7-B267-7FB5FD3A0F79}"/>
    <dgm:cxn modelId="{AA6FB2E7-9658-4D2C-8FD0-04C099BED982}" type="presOf" srcId="{408415CB-9566-4EC1-B160-B77E04213760}" destId="{E2E597FC-B196-4A02-999D-756484B92287}" srcOrd="0" destOrd="0" presId="urn:microsoft.com/office/officeart/2005/8/layout/default"/>
    <dgm:cxn modelId="{0124B9E8-F821-4F49-9331-0BE0BD84D9BD}" srcId="{B8EEB0ED-AF43-4E26-B3E9-C3D257B8747C}" destId="{F34F4AE1-F15E-4CC9-91FA-8D4EEAA0679C}" srcOrd="2" destOrd="0" parTransId="{32CAF312-2F13-4C31-BDAE-E1C62A65B86F}" sibTransId="{5E2865CA-66EA-4465-BE4B-28C89BA439FE}"/>
    <dgm:cxn modelId="{83559BF9-0632-4607-A45B-A91F41EBFF8A}" srcId="{B8EEB0ED-AF43-4E26-B3E9-C3D257B8747C}" destId="{D811B6C4-CB02-4DDD-B05F-EE249ADDBA79}" srcOrd="4" destOrd="0" parTransId="{A62C499A-19FD-42DA-8E49-1DB763980F07}" sibTransId="{64E8873E-6731-4679-A69B-733CAD85EEE6}"/>
    <dgm:cxn modelId="{0FFEEF7C-F743-4A0A-8373-77D332C9354F}" type="presParOf" srcId="{5AEFACC4-A9E3-446A-B9C7-B69DB2C2B1ED}" destId="{FF527F10-B335-4988-A811-781FB98089C4}" srcOrd="0" destOrd="0" presId="urn:microsoft.com/office/officeart/2005/8/layout/default"/>
    <dgm:cxn modelId="{E0601D8B-F01D-4809-B19E-ACDABB636EC5}" type="presParOf" srcId="{5AEFACC4-A9E3-446A-B9C7-B69DB2C2B1ED}" destId="{E499BAF7-800C-467E-8680-BA3718E46A75}" srcOrd="1" destOrd="0" presId="urn:microsoft.com/office/officeart/2005/8/layout/default"/>
    <dgm:cxn modelId="{3D67A329-EEBB-4DC8-A804-227DF0512F49}" type="presParOf" srcId="{5AEFACC4-A9E3-446A-B9C7-B69DB2C2B1ED}" destId="{69658E28-8BD5-4924-A8ED-820B1710A4AF}" srcOrd="2" destOrd="0" presId="urn:microsoft.com/office/officeart/2005/8/layout/default"/>
    <dgm:cxn modelId="{A2477154-FD95-4503-9EF5-83C044DA4569}" type="presParOf" srcId="{5AEFACC4-A9E3-446A-B9C7-B69DB2C2B1ED}" destId="{D5CFAC91-ECD9-46EB-BDEF-43397F4E3C0C}" srcOrd="3" destOrd="0" presId="urn:microsoft.com/office/officeart/2005/8/layout/default"/>
    <dgm:cxn modelId="{13936C6C-E4DF-4A1A-A838-65D62C5BA7B3}" type="presParOf" srcId="{5AEFACC4-A9E3-446A-B9C7-B69DB2C2B1ED}" destId="{4EC533D2-49A1-4018-9250-A6DF65B2F51D}" srcOrd="4" destOrd="0" presId="urn:microsoft.com/office/officeart/2005/8/layout/default"/>
    <dgm:cxn modelId="{4798EF45-695A-491E-9936-3DC2F93B4456}" type="presParOf" srcId="{5AEFACC4-A9E3-446A-B9C7-B69DB2C2B1ED}" destId="{FC7074BE-A751-4426-9B71-A17227383DB2}" srcOrd="5" destOrd="0" presId="urn:microsoft.com/office/officeart/2005/8/layout/default"/>
    <dgm:cxn modelId="{C606C37E-2323-40A0-BF49-A80BBF0E03EE}" type="presParOf" srcId="{5AEFACC4-A9E3-446A-B9C7-B69DB2C2B1ED}" destId="{9D384079-40B2-4910-A992-24ACEE63C9CF}" srcOrd="6" destOrd="0" presId="urn:microsoft.com/office/officeart/2005/8/layout/default"/>
    <dgm:cxn modelId="{CC96EA2B-081A-4A83-B4E3-CBED3266C25C}" type="presParOf" srcId="{5AEFACC4-A9E3-446A-B9C7-B69DB2C2B1ED}" destId="{8F94EC74-D297-4E93-815F-65B4022023E6}" srcOrd="7" destOrd="0" presId="urn:microsoft.com/office/officeart/2005/8/layout/default"/>
    <dgm:cxn modelId="{D42D8971-ECAA-4CF6-A71E-1D9214016F4F}" type="presParOf" srcId="{5AEFACC4-A9E3-446A-B9C7-B69DB2C2B1ED}" destId="{D6F0EDE2-8827-4061-9001-970026AEACAC}" srcOrd="8" destOrd="0" presId="urn:microsoft.com/office/officeart/2005/8/layout/default"/>
    <dgm:cxn modelId="{3CCF0A4B-B44C-4777-BC11-F71BE0744BA3}" type="presParOf" srcId="{5AEFACC4-A9E3-446A-B9C7-B69DB2C2B1ED}" destId="{A966D0A4-3C6A-4CD7-94F9-318E746CE7B8}" srcOrd="9" destOrd="0" presId="urn:microsoft.com/office/officeart/2005/8/layout/default"/>
    <dgm:cxn modelId="{563FC2B0-7F00-4CAC-8116-6BCCED008EF1}" type="presParOf" srcId="{5AEFACC4-A9E3-446A-B9C7-B69DB2C2B1ED}" destId="{E2E597FC-B196-4A02-999D-756484B92287}" srcOrd="10" destOrd="0" presId="urn:microsoft.com/office/officeart/2005/8/layout/default"/>
    <dgm:cxn modelId="{304F8E4C-8AC1-421B-8B3D-E304A76BC204}" type="presParOf" srcId="{5AEFACC4-A9E3-446A-B9C7-B69DB2C2B1ED}" destId="{1725EF72-B826-4F71-A11D-4A2C63AD2CDF}" srcOrd="11" destOrd="0" presId="urn:microsoft.com/office/officeart/2005/8/layout/default"/>
    <dgm:cxn modelId="{7310B719-23D5-4899-9355-C43D6F04E0A1}" type="presParOf" srcId="{5AEFACC4-A9E3-446A-B9C7-B69DB2C2B1ED}" destId="{351D8ECD-F989-485B-B933-261239CACFFA}" srcOrd="12" destOrd="0" presId="urn:microsoft.com/office/officeart/2005/8/layout/default"/>
    <dgm:cxn modelId="{337B7F9D-BF3E-4ABE-B5F0-CF6CA417779A}" type="presParOf" srcId="{5AEFACC4-A9E3-446A-B9C7-B69DB2C2B1ED}" destId="{82F87D71-0C55-4336-91E1-0A5A2E94F00C}" srcOrd="13" destOrd="0" presId="urn:microsoft.com/office/officeart/2005/8/layout/default"/>
    <dgm:cxn modelId="{B3FCA312-0168-4A6E-A660-1B6AFF3B2AED}" type="presParOf" srcId="{5AEFACC4-A9E3-446A-B9C7-B69DB2C2B1ED}" destId="{83D2AB07-C042-4944-BEAD-91894D3559B3}" srcOrd="14" destOrd="0" presId="urn:microsoft.com/office/officeart/2005/8/layout/default"/>
    <dgm:cxn modelId="{C6438BAE-6602-4BB8-9A8D-4B2FEE93D7EC}" type="presParOf" srcId="{5AEFACC4-A9E3-446A-B9C7-B69DB2C2B1ED}" destId="{47C13B5E-5D4C-40B7-918A-2BAAF56A3524}" srcOrd="15" destOrd="0" presId="urn:microsoft.com/office/officeart/2005/8/layout/default"/>
    <dgm:cxn modelId="{119D00D3-2E56-4C9C-AC3F-E77EACF0290E}" type="presParOf" srcId="{5AEFACC4-A9E3-446A-B9C7-B69DB2C2B1ED}" destId="{E736149E-B61C-4885-908F-00B5EC942E69}" srcOrd="16" destOrd="0" presId="urn:microsoft.com/office/officeart/2005/8/layout/default"/>
    <dgm:cxn modelId="{30288DB6-BFD8-4E1C-87B7-E8149488BB04}" type="presParOf" srcId="{5AEFACC4-A9E3-446A-B9C7-B69DB2C2B1ED}" destId="{B743A220-B24D-4D57-9E2E-A7D5F6B9E932}" srcOrd="17" destOrd="0" presId="urn:microsoft.com/office/officeart/2005/8/layout/default"/>
    <dgm:cxn modelId="{D4BF877F-D659-43FC-A4F5-608916108C40}" type="presParOf" srcId="{5AEFACC4-A9E3-446A-B9C7-B69DB2C2B1ED}" destId="{77CD28D5-D41A-4BD6-9865-4A98C39032EB}" srcOrd="18" destOrd="0" presId="urn:microsoft.com/office/officeart/2005/8/layout/default"/>
    <dgm:cxn modelId="{C4A5E5FE-D765-4E24-A0BE-424201447854}" type="presParOf" srcId="{5AEFACC4-A9E3-446A-B9C7-B69DB2C2B1ED}" destId="{FD2455B1-2928-4F73-B5F0-2F8896A50BEB}" srcOrd="19" destOrd="0" presId="urn:microsoft.com/office/officeart/2005/8/layout/default"/>
    <dgm:cxn modelId="{26828970-3E2C-448F-92B2-71249489ADDC}" type="presParOf" srcId="{5AEFACC4-A9E3-446A-B9C7-B69DB2C2B1ED}" destId="{564136D3-9574-4CA3-8A4A-6FD7AEAAA93E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C2B80F-D226-45FB-922A-B693A916BE7E}" type="doc">
      <dgm:prSet loTypeId="urn:microsoft.com/office/officeart/2005/8/layout/list1" loCatId="list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35C3589-5B20-4EE8-82C4-7F32141F40F3}">
      <dgm:prSet/>
      <dgm:spPr/>
      <dgm:t>
        <a:bodyPr/>
        <a:lstStyle/>
        <a:p>
          <a:pPr>
            <a:defRPr b="1"/>
          </a:pPr>
          <a:r>
            <a:rPr lang="en-US" dirty="0"/>
            <a:t>Selected Joining Processes</a:t>
          </a:r>
        </a:p>
      </dgm:t>
    </dgm:pt>
    <dgm:pt modelId="{805C11DD-ADA5-43B0-9667-523E0F166582}" type="parTrans" cxnId="{9805EAD8-8C1C-4AC2-8FBF-41E31A8B898E}">
      <dgm:prSet/>
      <dgm:spPr/>
      <dgm:t>
        <a:bodyPr/>
        <a:lstStyle/>
        <a:p>
          <a:endParaRPr lang="en-US"/>
        </a:p>
      </dgm:t>
    </dgm:pt>
    <dgm:pt modelId="{01124C04-E8D9-4078-80B8-710E39E54F6C}" type="sibTrans" cxnId="{9805EAD8-8C1C-4AC2-8FBF-41E31A8B898E}">
      <dgm:prSet/>
      <dgm:spPr/>
      <dgm:t>
        <a:bodyPr/>
        <a:lstStyle/>
        <a:p>
          <a:endParaRPr lang="en-US"/>
        </a:p>
      </dgm:t>
    </dgm:pt>
    <dgm:pt modelId="{5456E15F-930F-418D-85EF-1257881E0A4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Arc Welding</a:t>
          </a:r>
        </a:p>
      </dgm:t>
    </dgm:pt>
    <dgm:pt modelId="{8DDD4602-58E0-400C-A92E-722892333C4D}" type="parTrans" cxnId="{CB9A1262-83DB-4FF2-AFC2-4FDF0CE2AAEB}">
      <dgm:prSet/>
      <dgm:spPr/>
      <dgm:t>
        <a:bodyPr/>
        <a:lstStyle/>
        <a:p>
          <a:endParaRPr lang="en-US"/>
        </a:p>
      </dgm:t>
    </dgm:pt>
    <dgm:pt modelId="{388510E1-8CB7-4EEB-81A3-C0B96D968BFD}" type="sibTrans" cxnId="{CB9A1262-83DB-4FF2-AFC2-4FDF0CE2AAEB}">
      <dgm:prSet/>
      <dgm:spPr/>
      <dgm:t>
        <a:bodyPr/>
        <a:lstStyle/>
        <a:p>
          <a:endParaRPr lang="en-US"/>
        </a:p>
      </dgm:t>
    </dgm:pt>
    <dgm:pt modelId="{DD4E905E-7DED-4F3F-8E62-8953640BDC2B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TIG Welding</a:t>
          </a:r>
        </a:p>
      </dgm:t>
    </dgm:pt>
    <dgm:pt modelId="{2F900A74-8120-4FC6-82AD-9FAC3F687E14}" type="parTrans" cxnId="{B1D50FBC-8054-4FA6-BD97-708704E9893A}">
      <dgm:prSet/>
      <dgm:spPr/>
      <dgm:t>
        <a:bodyPr/>
        <a:lstStyle/>
        <a:p>
          <a:endParaRPr lang="en-US"/>
        </a:p>
      </dgm:t>
    </dgm:pt>
    <dgm:pt modelId="{1231F2E5-07B2-4E51-A44A-5B6E77F7EC07}" type="sibTrans" cxnId="{B1D50FBC-8054-4FA6-BD97-708704E9893A}">
      <dgm:prSet/>
      <dgm:spPr/>
      <dgm:t>
        <a:bodyPr/>
        <a:lstStyle/>
        <a:p>
          <a:endParaRPr lang="en-US"/>
        </a:p>
      </dgm:t>
    </dgm:pt>
    <dgm:pt modelId="{7065D6BF-CD22-4075-9953-EEC28342783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Epoxy Adhesive</a:t>
          </a:r>
        </a:p>
      </dgm:t>
    </dgm:pt>
    <dgm:pt modelId="{6C0AA9A7-0E8F-4D88-A28E-2C6D91629CB8}" type="parTrans" cxnId="{8E942862-DF03-4266-8F8D-A0A6B76FE253}">
      <dgm:prSet/>
      <dgm:spPr/>
      <dgm:t>
        <a:bodyPr/>
        <a:lstStyle/>
        <a:p>
          <a:endParaRPr lang="en-US"/>
        </a:p>
      </dgm:t>
    </dgm:pt>
    <dgm:pt modelId="{34456407-2E69-45D0-9AD3-54BC543C1BCC}" type="sibTrans" cxnId="{8E942862-DF03-4266-8F8D-A0A6B76FE253}">
      <dgm:prSet/>
      <dgm:spPr/>
      <dgm:t>
        <a:bodyPr/>
        <a:lstStyle/>
        <a:p>
          <a:endParaRPr lang="en-US"/>
        </a:p>
      </dgm:t>
    </dgm:pt>
    <dgm:pt modelId="{929F75FE-4DC2-49B1-ACC1-267AE2F4BB1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Nut-Bolt</a:t>
          </a:r>
        </a:p>
      </dgm:t>
    </dgm:pt>
    <dgm:pt modelId="{C68FD5FC-232B-471E-8D1C-9BF5F7421A08}" type="parTrans" cxnId="{136913CC-6DED-47AD-ABB0-64EF6DAF66C0}">
      <dgm:prSet/>
      <dgm:spPr/>
      <dgm:t>
        <a:bodyPr/>
        <a:lstStyle/>
        <a:p>
          <a:endParaRPr lang="en-US"/>
        </a:p>
      </dgm:t>
    </dgm:pt>
    <dgm:pt modelId="{9A5DFA24-A4CA-4471-AD16-D46665E2632B}" type="sibTrans" cxnId="{136913CC-6DED-47AD-ABB0-64EF6DAF66C0}">
      <dgm:prSet/>
      <dgm:spPr/>
      <dgm:t>
        <a:bodyPr/>
        <a:lstStyle/>
        <a:p>
          <a:endParaRPr lang="en-US"/>
        </a:p>
      </dgm:t>
    </dgm:pt>
    <dgm:pt modelId="{8B046E16-3BE4-466A-A286-A9153B9ACBE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Rivet</a:t>
          </a:r>
        </a:p>
      </dgm:t>
    </dgm:pt>
    <dgm:pt modelId="{5397A398-CB0A-45B5-9B9F-9794C1AC535F}" type="parTrans" cxnId="{7D9A6607-5AE6-408D-8284-FADAAEB34CE6}">
      <dgm:prSet/>
      <dgm:spPr/>
      <dgm:t>
        <a:bodyPr/>
        <a:lstStyle/>
        <a:p>
          <a:endParaRPr lang="en-US"/>
        </a:p>
      </dgm:t>
    </dgm:pt>
    <dgm:pt modelId="{04E23EAB-C95C-4B07-B566-6276C1D58927}" type="sibTrans" cxnId="{7D9A6607-5AE6-408D-8284-FADAAEB34CE6}">
      <dgm:prSet/>
      <dgm:spPr/>
      <dgm:t>
        <a:bodyPr/>
        <a:lstStyle/>
        <a:p>
          <a:endParaRPr lang="en-US"/>
        </a:p>
      </dgm:t>
    </dgm:pt>
    <dgm:pt modelId="{5A776100-6E6E-4636-B90F-FBBB3FD0A25B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Slide</a:t>
          </a:r>
        </a:p>
      </dgm:t>
    </dgm:pt>
    <dgm:pt modelId="{59992DCF-554D-4C48-95CA-5096EA24FE7F}" type="parTrans" cxnId="{18A259EB-BFF6-4D4B-993F-01DF35166C99}">
      <dgm:prSet/>
      <dgm:spPr/>
      <dgm:t>
        <a:bodyPr/>
        <a:lstStyle/>
        <a:p>
          <a:endParaRPr lang="en-US"/>
        </a:p>
      </dgm:t>
    </dgm:pt>
    <dgm:pt modelId="{E02D4114-2948-4FFD-94C5-0799E66B2DA1}" type="sibTrans" cxnId="{18A259EB-BFF6-4D4B-993F-01DF35166C99}">
      <dgm:prSet/>
      <dgm:spPr/>
      <dgm:t>
        <a:bodyPr/>
        <a:lstStyle/>
        <a:p>
          <a:endParaRPr lang="en-US"/>
        </a:p>
      </dgm:t>
    </dgm:pt>
    <dgm:pt modelId="{86FB2A43-0388-4159-87BC-EB62228C0A00}">
      <dgm:prSet/>
      <dgm:spPr/>
      <dgm:t>
        <a:bodyPr/>
        <a:lstStyle/>
        <a:p>
          <a:pPr>
            <a:defRPr b="1"/>
          </a:pPr>
          <a:r>
            <a:rPr lang="en-US" dirty="0"/>
            <a:t>Selected Manufacturing Processes</a:t>
          </a:r>
        </a:p>
      </dgm:t>
    </dgm:pt>
    <dgm:pt modelId="{FAA2C0A4-4890-4C9D-8595-1B5D17B2691E}" type="parTrans" cxnId="{E3B68AD0-EEDD-481D-9376-AAF91DEA14F8}">
      <dgm:prSet/>
      <dgm:spPr/>
      <dgm:t>
        <a:bodyPr/>
        <a:lstStyle/>
        <a:p>
          <a:endParaRPr lang="en-US"/>
        </a:p>
      </dgm:t>
    </dgm:pt>
    <dgm:pt modelId="{2A3EEA5A-9F73-4C91-913E-FACF898CB635}" type="sibTrans" cxnId="{E3B68AD0-EEDD-481D-9376-AAF91DEA14F8}">
      <dgm:prSet/>
      <dgm:spPr/>
      <dgm:t>
        <a:bodyPr/>
        <a:lstStyle/>
        <a:p>
          <a:endParaRPr lang="en-US"/>
        </a:p>
      </dgm:t>
    </dgm:pt>
    <dgm:pt modelId="{C9C10C1A-114A-49F3-8C1A-00F7769F8E9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Forging</a:t>
          </a:r>
        </a:p>
      </dgm:t>
    </dgm:pt>
    <dgm:pt modelId="{C1BA51E7-EBAF-45AA-BF02-2EA3BA62D8F1}" type="parTrans" cxnId="{EDDA5513-9584-4CCD-B95A-9BE07D8B8EA9}">
      <dgm:prSet/>
      <dgm:spPr/>
      <dgm:t>
        <a:bodyPr/>
        <a:lstStyle/>
        <a:p>
          <a:endParaRPr lang="en-US"/>
        </a:p>
      </dgm:t>
    </dgm:pt>
    <dgm:pt modelId="{8B9BBA77-59A6-4238-A9B7-03FE0599405B}" type="sibTrans" cxnId="{EDDA5513-9584-4CCD-B95A-9BE07D8B8EA9}">
      <dgm:prSet/>
      <dgm:spPr/>
      <dgm:t>
        <a:bodyPr/>
        <a:lstStyle/>
        <a:p>
          <a:endParaRPr lang="en-US"/>
        </a:p>
      </dgm:t>
    </dgm:pt>
    <dgm:pt modelId="{2EC00303-4662-403D-9E76-2EBEBADF78E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Machining</a:t>
          </a:r>
        </a:p>
      </dgm:t>
    </dgm:pt>
    <dgm:pt modelId="{4FF5A794-E129-4142-B722-A1820A18113E}" type="parTrans" cxnId="{764D2A22-27C0-452E-B9EF-92A8A421455B}">
      <dgm:prSet/>
      <dgm:spPr/>
      <dgm:t>
        <a:bodyPr/>
        <a:lstStyle/>
        <a:p>
          <a:endParaRPr lang="en-US"/>
        </a:p>
      </dgm:t>
    </dgm:pt>
    <dgm:pt modelId="{FFE260D4-09C8-4EC3-90FD-E02F32E8697E}" type="sibTrans" cxnId="{764D2A22-27C0-452E-B9EF-92A8A421455B}">
      <dgm:prSet/>
      <dgm:spPr/>
      <dgm:t>
        <a:bodyPr/>
        <a:lstStyle/>
        <a:p>
          <a:endParaRPr lang="en-US"/>
        </a:p>
      </dgm:t>
    </dgm:pt>
    <dgm:pt modelId="{06D1C13A-52F7-4450-9983-A8DCE53E697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Casting</a:t>
          </a:r>
        </a:p>
      </dgm:t>
    </dgm:pt>
    <dgm:pt modelId="{1F0715DF-B0D2-4819-B814-3D2D39554667}" type="parTrans" cxnId="{F3638AAC-2D36-4A29-8DF4-4F342C8DB339}">
      <dgm:prSet/>
      <dgm:spPr/>
      <dgm:t>
        <a:bodyPr/>
        <a:lstStyle/>
        <a:p>
          <a:endParaRPr lang="en-US"/>
        </a:p>
      </dgm:t>
    </dgm:pt>
    <dgm:pt modelId="{3EFB8307-52E7-459C-A09C-88AEA294E8A9}" type="sibTrans" cxnId="{F3638AAC-2D36-4A29-8DF4-4F342C8DB339}">
      <dgm:prSet/>
      <dgm:spPr/>
      <dgm:t>
        <a:bodyPr/>
        <a:lstStyle/>
        <a:p>
          <a:endParaRPr lang="en-US"/>
        </a:p>
      </dgm:t>
    </dgm:pt>
    <dgm:pt modelId="{AAC616BB-5678-4FE6-8026-670AE82F20F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Outsourcing</a:t>
          </a:r>
        </a:p>
      </dgm:t>
    </dgm:pt>
    <dgm:pt modelId="{70EC124E-56D6-43D0-A5D5-F0620F80741D}" type="parTrans" cxnId="{A11CBA6B-CBD9-41AE-A00C-570A72F41C79}">
      <dgm:prSet/>
      <dgm:spPr/>
      <dgm:t>
        <a:bodyPr/>
        <a:lstStyle/>
        <a:p>
          <a:endParaRPr lang="en-US"/>
        </a:p>
      </dgm:t>
    </dgm:pt>
    <dgm:pt modelId="{A5ACC774-4758-4E55-9AA9-0A59A739A37C}" type="sibTrans" cxnId="{A11CBA6B-CBD9-41AE-A00C-570A72F41C79}">
      <dgm:prSet/>
      <dgm:spPr/>
      <dgm:t>
        <a:bodyPr/>
        <a:lstStyle/>
        <a:p>
          <a:endParaRPr lang="en-US"/>
        </a:p>
      </dgm:t>
    </dgm:pt>
    <dgm:pt modelId="{3775007C-CB4C-43E1-827E-C00B4162E4D4}" type="pres">
      <dgm:prSet presAssocID="{20C2B80F-D226-45FB-922A-B693A916BE7E}" presName="linear" presStyleCnt="0">
        <dgm:presLayoutVars>
          <dgm:dir/>
          <dgm:animLvl val="lvl"/>
          <dgm:resizeHandles val="exact"/>
        </dgm:presLayoutVars>
      </dgm:prSet>
      <dgm:spPr/>
    </dgm:pt>
    <dgm:pt modelId="{B739828A-13F3-4171-BDD5-0F50E9CA63F3}" type="pres">
      <dgm:prSet presAssocID="{F35C3589-5B20-4EE8-82C4-7F32141F40F3}" presName="parentLin" presStyleCnt="0"/>
      <dgm:spPr/>
    </dgm:pt>
    <dgm:pt modelId="{AB2B8168-ECB0-4516-9FA4-BE3FDE372AE8}" type="pres">
      <dgm:prSet presAssocID="{F35C3589-5B20-4EE8-82C4-7F32141F40F3}" presName="parentLeftMargin" presStyleLbl="node1" presStyleIdx="0" presStyleCnt="2"/>
      <dgm:spPr/>
    </dgm:pt>
    <dgm:pt modelId="{8D81B803-CA57-4444-BDE6-36615152C734}" type="pres">
      <dgm:prSet presAssocID="{F35C3589-5B20-4EE8-82C4-7F32141F40F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81C0386-C6E2-4388-B09C-6D0867A5D426}" type="pres">
      <dgm:prSet presAssocID="{F35C3589-5B20-4EE8-82C4-7F32141F40F3}" presName="negativeSpace" presStyleCnt="0"/>
      <dgm:spPr/>
    </dgm:pt>
    <dgm:pt modelId="{3AB37DC1-02C2-4564-BFAD-002E3C19A268}" type="pres">
      <dgm:prSet presAssocID="{F35C3589-5B20-4EE8-82C4-7F32141F40F3}" presName="childText" presStyleLbl="conFgAcc1" presStyleIdx="0" presStyleCnt="2">
        <dgm:presLayoutVars>
          <dgm:bulletEnabled val="1"/>
        </dgm:presLayoutVars>
      </dgm:prSet>
      <dgm:spPr/>
    </dgm:pt>
    <dgm:pt modelId="{6BB1FAA4-A7EC-4B10-8732-92A62D167878}" type="pres">
      <dgm:prSet presAssocID="{01124C04-E8D9-4078-80B8-710E39E54F6C}" presName="spaceBetweenRectangles" presStyleCnt="0"/>
      <dgm:spPr/>
    </dgm:pt>
    <dgm:pt modelId="{C654EE42-DA98-478D-BB63-4300421CE18B}" type="pres">
      <dgm:prSet presAssocID="{86FB2A43-0388-4159-87BC-EB62228C0A00}" presName="parentLin" presStyleCnt="0"/>
      <dgm:spPr/>
    </dgm:pt>
    <dgm:pt modelId="{EEA54271-EF82-4F3C-95EA-72DD900C6096}" type="pres">
      <dgm:prSet presAssocID="{86FB2A43-0388-4159-87BC-EB62228C0A00}" presName="parentLeftMargin" presStyleLbl="node1" presStyleIdx="0" presStyleCnt="2"/>
      <dgm:spPr/>
    </dgm:pt>
    <dgm:pt modelId="{A84001CE-6772-4E53-AD92-3F2A11E7D700}" type="pres">
      <dgm:prSet presAssocID="{86FB2A43-0388-4159-87BC-EB62228C0A0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8510901-4308-4F28-9458-A40AFDE12559}" type="pres">
      <dgm:prSet presAssocID="{86FB2A43-0388-4159-87BC-EB62228C0A00}" presName="negativeSpace" presStyleCnt="0"/>
      <dgm:spPr/>
    </dgm:pt>
    <dgm:pt modelId="{CB15F896-CB62-46C4-8F2C-9F1918BFFDE9}" type="pres">
      <dgm:prSet presAssocID="{86FB2A43-0388-4159-87BC-EB62228C0A0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9012501-6F64-4BA2-8D7E-C8461A2BFA6C}" type="presOf" srcId="{2EC00303-4662-403D-9E76-2EBEBADF78E3}" destId="{CB15F896-CB62-46C4-8F2C-9F1918BFFDE9}" srcOrd="0" destOrd="1" presId="urn:microsoft.com/office/officeart/2005/8/layout/list1"/>
    <dgm:cxn modelId="{86119C02-6F87-41CA-9467-130FE2EF450B}" type="presOf" srcId="{7065D6BF-CD22-4075-9953-EEC283427831}" destId="{3AB37DC1-02C2-4564-BFAD-002E3C19A268}" srcOrd="0" destOrd="2" presId="urn:microsoft.com/office/officeart/2005/8/layout/list1"/>
    <dgm:cxn modelId="{89DE2A04-1B75-4625-9AD6-641EFDDCADA7}" type="presOf" srcId="{F35C3589-5B20-4EE8-82C4-7F32141F40F3}" destId="{AB2B8168-ECB0-4516-9FA4-BE3FDE372AE8}" srcOrd="0" destOrd="0" presId="urn:microsoft.com/office/officeart/2005/8/layout/list1"/>
    <dgm:cxn modelId="{7D9A6607-5AE6-408D-8284-FADAAEB34CE6}" srcId="{F35C3589-5B20-4EE8-82C4-7F32141F40F3}" destId="{8B046E16-3BE4-466A-A286-A9153B9ACBEA}" srcOrd="4" destOrd="0" parTransId="{5397A398-CB0A-45B5-9B9F-9794C1AC535F}" sibTransId="{04E23EAB-C95C-4B07-B566-6276C1D58927}"/>
    <dgm:cxn modelId="{5105230D-CFBD-452B-B334-6D6FC2700DC4}" type="presOf" srcId="{5A776100-6E6E-4636-B90F-FBBB3FD0A25B}" destId="{3AB37DC1-02C2-4564-BFAD-002E3C19A268}" srcOrd="0" destOrd="5" presId="urn:microsoft.com/office/officeart/2005/8/layout/list1"/>
    <dgm:cxn modelId="{EDDA5513-9584-4CCD-B95A-9BE07D8B8EA9}" srcId="{86FB2A43-0388-4159-87BC-EB62228C0A00}" destId="{C9C10C1A-114A-49F3-8C1A-00F7769F8E95}" srcOrd="0" destOrd="0" parTransId="{C1BA51E7-EBAF-45AA-BF02-2EA3BA62D8F1}" sibTransId="{8B9BBA77-59A6-4238-A9B7-03FE0599405B}"/>
    <dgm:cxn modelId="{B33FB51B-689D-4461-B7E3-3349943DFA6E}" type="presOf" srcId="{F35C3589-5B20-4EE8-82C4-7F32141F40F3}" destId="{8D81B803-CA57-4444-BDE6-36615152C734}" srcOrd="1" destOrd="0" presId="urn:microsoft.com/office/officeart/2005/8/layout/list1"/>
    <dgm:cxn modelId="{764D2A22-27C0-452E-B9EF-92A8A421455B}" srcId="{86FB2A43-0388-4159-87BC-EB62228C0A00}" destId="{2EC00303-4662-403D-9E76-2EBEBADF78E3}" srcOrd="1" destOrd="0" parTransId="{4FF5A794-E129-4142-B722-A1820A18113E}" sibTransId="{FFE260D4-09C8-4EC3-90FD-E02F32E8697E}"/>
    <dgm:cxn modelId="{59E6D923-B746-4A71-9295-57566E22E7CA}" type="presOf" srcId="{86FB2A43-0388-4159-87BC-EB62228C0A00}" destId="{A84001CE-6772-4E53-AD92-3F2A11E7D700}" srcOrd="1" destOrd="0" presId="urn:microsoft.com/office/officeart/2005/8/layout/list1"/>
    <dgm:cxn modelId="{67E0FC3B-5D67-4410-8C7D-287D0B500EEC}" type="presOf" srcId="{929F75FE-4DC2-49B1-ACC1-267AE2F4BB15}" destId="{3AB37DC1-02C2-4564-BFAD-002E3C19A268}" srcOrd="0" destOrd="3" presId="urn:microsoft.com/office/officeart/2005/8/layout/list1"/>
    <dgm:cxn modelId="{92417D3D-4F74-4CC9-8039-6B28A28923FE}" type="presOf" srcId="{20C2B80F-D226-45FB-922A-B693A916BE7E}" destId="{3775007C-CB4C-43E1-827E-C00B4162E4D4}" srcOrd="0" destOrd="0" presId="urn:microsoft.com/office/officeart/2005/8/layout/list1"/>
    <dgm:cxn modelId="{CB9A1262-83DB-4FF2-AFC2-4FDF0CE2AAEB}" srcId="{F35C3589-5B20-4EE8-82C4-7F32141F40F3}" destId="{5456E15F-930F-418D-85EF-1257881E0A4E}" srcOrd="0" destOrd="0" parTransId="{8DDD4602-58E0-400C-A92E-722892333C4D}" sibTransId="{388510E1-8CB7-4EEB-81A3-C0B96D968BFD}"/>
    <dgm:cxn modelId="{8E942862-DF03-4266-8F8D-A0A6B76FE253}" srcId="{F35C3589-5B20-4EE8-82C4-7F32141F40F3}" destId="{7065D6BF-CD22-4075-9953-EEC283427831}" srcOrd="2" destOrd="0" parTransId="{6C0AA9A7-0E8F-4D88-A28E-2C6D91629CB8}" sibTransId="{34456407-2E69-45D0-9AD3-54BC543C1BCC}"/>
    <dgm:cxn modelId="{A11CBA6B-CBD9-41AE-A00C-570A72F41C79}" srcId="{86FB2A43-0388-4159-87BC-EB62228C0A00}" destId="{AAC616BB-5678-4FE6-8026-670AE82F20F5}" srcOrd="3" destOrd="0" parTransId="{70EC124E-56D6-43D0-A5D5-F0620F80741D}" sibTransId="{A5ACC774-4758-4E55-9AA9-0A59A739A37C}"/>
    <dgm:cxn modelId="{B57B1272-E461-477E-8827-AB673F9E0E07}" type="presOf" srcId="{8B046E16-3BE4-466A-A286-A9153B9ACBEA}" destId="{3AB37DC1-02C2-4564-BFAD-002E3C19A268}" srcOrd="0" destOrd="4" presId="urn:microsoft.com/office/officeart/2005/8/layout/list1"/>
    <dgm:cxn modelId="{885F2373-E0C0-4BC8-B4E7-DD13CF0C2EE1}" type="presOf" srcId="{5456E15F-930F-418D-85EF-1257881E0A4E}" destId="{3AB37DC1-02C2-4564-BFAD-002E3C19A268}" srcOrd="0" destOrd="0" presId="urn:microsoft.com/office/officeart/2005/8/layout/list1"/>
    <dgm:cxn modelId="{14968D9B-0193-4AB6-B582-48325D2BCDCD}" type="presOf" srcId="{06D1C13A-52F7-4450-9983-A8DCE53E6973}" destId="{CB15F896-CB62-46C4-8F2C-9F1918BFFDE9}" srcOrd="0" destOrd="2" presId="urn:microsoft.com/office/officeart/2005/8/layout/list1"/>
    <dgm:cxn modelId="{C09642A0-6CC4-4385-B5FA-0101EA010B4F}" type="presOf" srcId="{AAC616BB-5678-4FE6-8026-670AE82F20F5}" destId="{CB15F896-CB62-46C4-8F2C-9F1918BFFDE9}" srcOrd="0" destOrd="3" presId="urn:microsoft.com/office/officeart/2005/8/layout/list1"/>
    <dgm:cxn modelId="{F3638AAC-2D36-4A29-8DF4-4F342C8DB339}" srcId="{86FB2A43-0388-4159-87BC-EB62228C0A00}" destId="{06D1C13A-52F7-4450-9983-A8DCE53E6973}" srcOrd="2" destOrd="0" parTransId="{1F0715DF-B0D2-4819-B814-3D2D39554667}" sibTransId="{3EFB8307-52E7-459C-A09C-88AEA294E8A9}"/>
    <dgm:cxn modelId="{B1D50FBC-8054-4FA6-BD97-708704E9893A}" srcId="{F35C3589-5B20-4EE8-82C4-7F32141F40F3}" destId="{DD4E905E-7DED-4F3F-8E62-8953640BDC2B}" srcOrd="1" destOrd="0" parTransId="{2F900A74-8120-4FC6-82AD-9FAC3F687E14}" sibTransId="{1231F2E5-07B2-4E51-A44A-5B6E77F7EC07}"/>
    <dgm:cxn modelId="{40C59DBE-2785-46A5-AE97-5BA17787A8CB}" type="presOf" srcId="{86FB2A43-0388-4159-87BC-EB62228C0A00}" destId="{EEA54271-EF82-4F3C-95EA-72DD900C6096}" srcOrd="0" destOrd="0" presId="urn:microsoft.com/office/officeart/2005/8/layout/list1"/>
    <dgm:cxn modelId="{136913CC-6DED-47AD-ABB0-64EF6DAF66C0}" srcId="{F35C3589-5B20-4EE8-82C4-7F32141F40F3}" destId="{929F75FE-4DC2-49B1-ACC1-267AE2F4BB15}" srcOrd="3" destOrd="0" parTransId="{C68FD5FC-232B-471E-8D1C-9BF5F7421A08}" sibTransId="{9A5DFA24-A4CA-4471-AD16-D46665E2632B}"/>
    <dgm:cxn modelId="{E3B68AD0-EEDD-481D-9376-AAF91DEA14F8}" srcId="{20C2B80F-D226-45FB-922A-B693A916BE7E}" destId="{86FB2A43-0388-4159-87BC-EB62228C0A00}" srcOrd="1" destOrd="0" parTransId="{FAA2C0A4-4890-4C9D-8595-1B5D17B2691E}" sibTransId="{2A3EEA5A-9F73-4C91-913E-FACF898CB635}"/>
    <dgm:cxn modelId="{9805EAD8-8C1C-4AC2-8FBF-41E31A8B898E}" srcId="{20C2B80F-D226-45FB-922A-B693A916BE7E}" destId="{F35C3589-5B20-4EE8-82C4-7F32141F40F3}" srcOrd="0" destOrd="0" parTransId="{805C11DD-ADA5-43B0-9667-523E0F166582}" sibTransId="{01124C04-E8D9-4078-80B8-710E39E54F6C}"/>
    <dgm:cxn modelId="{8118ECDC-A300-4680-B6AA-693C10FDF386}" type="presOf" srcId="{C9C10C1A-114A-49F3-8C1A-00F7769F8E95}" destId="{CB15F896-CB62-46C4-8F2C-9F1918BFFDE9}" srcOrd="0" destOrd="0" presId="urn:microsoft.com/office/officeart/2005/8/layout/list1"/>
    <dgm:cxn modelId="{18A259EB-BFF6-4D4B-993F-01DF35166C99}" srcId="{F35C3589-5B20-4EE8-82C4-7F32141F40F3}" destId="{5A776100-6E6E-4636-B90F-FBBB3FD0A25B}" srcOrd="5" destOrd="0" parTransId="{59992DCF-554D-4C48-95CA-5096EA24FE7F}" sibTransId="{E02D4114-2948-4FFD-94C5-0799E66B2DA1}"/>
    <dgm:cxn modelId="{F82ACDF3-E9F5-457C-AC62-87CDEFAF6954}" type="presOf" srcId="{DD4E905E-7DED-4F3F-8E62-8953640BDC2B}" destId="{3AB37DC1-02C2-4564-BFAD-002E3C19A268}" srcOrd="0" destOrd="1" presId="urn:microsoft.com/office/officeart/2005/8/layout/list1"/>
    <dgm:cxn modelId="{E2FB3BFE-8B1F-4884-8A9B-734D677474F9}" type="presParOf" srcId="{3775007C-CB4C-43E1-827E-C00B4162E4D4}" destId="{B739828A-13F3-4171-BDD5-0F50E9CA63F3}" srcOrd="0" destOrd="0" presId="urn:microsoft.com/office/officeart/2005/8/layout/list1"/>
    <dgm:cxn modelId="{C73EC6A9-7D26-4F5A-9FC4-BA43B5ACDCBD}" type="presParOf" srcId="{B739828A-13F3-4171-BDD5-0F50E9CA63F3}" destId="{AB2B8168-ECB0-4516-9FA4-BE3FDE372AE8}" srcOrd="0" destOrd="0" presId="urn:microsoft.com/office/officeart/2005/8/layout/list1"/>
    <dgm:cxn modelId="{F51D7C87-274D-44A5-ACAA-591EEFE1E705}" type="presParOf" srcId="{B739828A-13F3-4171-BDD5-0F50E9CA63F3}" destId="{8D81B803-CA57-4444-BDE6-36615152C734}" srcOrd="1" destOrd="0" presId="urn:microsoft.com/office/officeart/2005/8/layout/list1"/>
    <dgm:cxn modelId="{DDCFC082-1403-4884-BEC8-8413D661C2F7}" type="presParOf" srcId="{3775007C-CB4C-43E1-827E-C00B4162E4D4}" destId="{681C0386-C6E2-4388-B09C-6D0867A5D426}" srcOrd="1" destOrd="0" presId="urn:microsoft.com/office/officeart/2005/8/layout/list1"/>
    <dgm:cxn modelId="{81E2C1DB-2F8E-4830-BBDD-1B4DE0B14D8D}" type="presParOf" srcId="{3775007C-CB4C-43E1-827E-C00B4162E4D4}" destId="{3AB37DC1-02C2-4564-BFAD-002E3C19A268}" srcOrd="2" destOrd="0" presId="urn:microsoft.com/office/officeart/2005/8/layout/list1"/>
    <dgm:cxn modelId="{B536F48C-0C35-4888-B869-EF514E8DC177}" type="presParOf" srcId="{3775007C-CB4C-43E1-827E-C00B4162E4D4}" destId="{6BB1FAA4-A7EC-4B10-8732-92A62D167878}" srcOrd="3" destOrd="0" presId="urn:microsoft.com/office/officeart/2005/8/layout/list1"/>
    <dgm:cxn modelId="{ABE3BB67-A1FE-47EC-9932-DCADA2AF3C91}" type="presParOf" srcId="{3775007C-CB4C-43E1-827E-C00B4162E4D4}" destId="{C654EE42-DA98-478D-BB63-4300421CE18B}" srcOrd="4" destOrd="0" presId="urn:microsoft.com/office/officeart/2005/8/layout/list1"/>
    <dgm:cxn modelId="{73274268-88A0-43F3-BF09-6499FEFCD365}" type="presParOf" srcId="{C654EE42-DA98-478D-BB63-4300421CE18B}" destId="{EEA54271-EF82-4F3C-95EA-72DD900C6096}" srcOrd="0" destOrd="0" presId="urn:microsoft.com/office/officeart/2005/8/layout/list1"/>
    <dgm:cxn modelId="{B0B5EA91-631D-46C9-9800-409B29FF8DC3}" type="presParOf" srcId="{C654EE42-DA98-478D-BB63-4300421CE18B}" destId="{A84001CE-6772-4E53-AD92-3F2A11E7D700}" srcOrd="1" destOrd="0" presId="urn:microsoft.com/office/officeart/2005/8/layout/list1"/>
    <dgm:cxn modelId="{562E7BD0-E2C8-42EE-9B8E-DAE123F88AF2}" type="presParOf" srcId="{3775007C-CB4C-43E1-827E-C00B4162E4D4}" destId="{B8510901-4308-4F28-9458-A40AFDE12559}" srcOrd="5" destOrd="0" presId="urn:microsoft.com/office/officeart/2005/8/layout/list1"/>
    <dgm:cxn modelId="{5BB13148-2CF1-4CF6-ADE6-B812141DB62A}" type="presParOf" srcId="{3775007C-CB4C-43E1-827E-C00B4162E4D4}" destId="{CB15F896-CB62-46C4-8F2C-9F1918BFFDE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F4B0B-AC4C-4F67-A9FC-FC86494909D3}">
      <dsp:nvSpPr>
        <dsp:cNvPr id="0" name=""/>
        <dsp:cNvSpPr/>
      </dsp:nvSpPr>
      <dsp:spPr>
        <a:xfrm>
          <a:off x="5159156" y="1828641"/>
          <a:ext cx="4280090" cy="5092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027"/>
              </a:lnTo>
              <a:lnTo>
                <a:pt x="4280090" y="347027"/>
              </a:lnTo>
              <a:lnTo>
                <a:pt x="4280090" y="5092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3ABBC8-A39F-4A89-96CE-C66B87FF38B9}">
      <dsp:nvSpPr>
        <dsp:cNvPr id="0" name=""/>
        <dsp:cNvSpPr/>
      </dsp:nvSpPr>
      <dsp:spPr>
        <a:xfrm>
          <a:off x="5159156" y="1828641"/>
          <a:ext cx="2140045" cy="5092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027"/>
              </a:lnTo>
              <a:lnTo>
                <a:pt x="2140045" y="347027"/>
              </a:lnTo>
              <a:lnTo>
                <a:pt x="2140045" y="5092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F05CD-2D6C-48EC-8E56-3D696A7353BB}">
      <dsp:nvSpPr>
        <dsp:cNvPr id="0" name=""/>
        <dsp:cNvSpPr/>
      </dsp:nvSpPr>
      <dsp:spPr>
        <a:xfrm>
          <a:off x="5113436" y="1828641"/>
          <a:ext cx="91440" cy="50923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92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1BB30A-E02E-425B-96A8-ABFA491F6737}">
      <dsp:nvSpPr>
        <dsp:cNvPr id="0" name=""/>
        <dsp:cNvSpPr/>
      </dsp:nvSpPr>
      <dsp:spPr>
        <a:xfrm>
          <a:off x="3019111" y="1828641"/>
          <a:ext cx="2140045" cy="509233"/>
        </a:xfrm>
        <a:custGeom>
          <a:avLst/>
          <a:gdLst/>
          <a:ahLst/>
          <a:cxnLst/>
          <a:rect l="0" t="0" r="0" b="0"/>
          <a:pathLst>
            <a:path>
              <a:moveTo>
                <a:pt x="2140045" y="0"/>
              </a:moveTo>
              <a:lnTo>
                <a:pt x="2140045" y="347027"/>
              </a:lnTo>
              <a:lnTo>
                <a:pt x="0" y="347027"/>
              </a:lnTo>
              <a:lnTo>
                <a:pt x="0" y="5092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DB187-5F9A-4DB5-8675-2E65605786A6}">
      <dsp:nvSpPr>
        <dsp:cNvPr id="0" name=""/>
        <dsp:cNvSpPr/>
      </dsp:nvSpPr>
      <dsp:spPr>
        <a:xfrm>
          <a:off x="879066" y="1828641"/>
          <a:ext cx="4280090" cy="509233"/>
        </a:xfrm>
        <a:custGeom>
          <a:avLst/>
          <a:gdLst/>
          <a:ahLst/>
          <a:cxnLst/>
          <a:rect l="0" t="0" r="0" b="0"/>
          <a:pathLst>
            <a:path>
              <a:moveTo>
                <a:pt x="4280090" y="0"/>
              </a:moveTo>
              <a:lnTo>
                <a:pt x="4280090" y="347027"/>
              </a:lnTo>
              <a:lnTo>
                <a:pt x="0" y="347027"/>
              </a:lnTo>
              <a:lnTo>
                <a:pt x="0" y="5092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5B1E9-F46B-4CC6-A453-16FDE2191D40}">
      <dsp:nvSpPr>
        <dsp:cNvPr id="0" name=""/>
        <dsp:cNvSpPr/>
      </dsp:nvSpPr>
      <dsp:spPr>
        <a:xfrm>
          <a:off x="4283683" y="716790"/>
          <a:ext cx="1750945" cy="11118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50C6CC-939B-4152-8DE6-AC5DA510E795}">
      <dsp:nvSpPr>
        <dsp:cNvPr id="0" name=""/>
        <dsp:cNvSpPr/>
      </dsp:nvSpPr>
      <dsp:spPr>
        <a:xfrm>
          <a:off x="4478232" y="901612"/>
          <a:ext cx="1750945" cy="1111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/>
            <a:t>Customer Selection</a:t>
          </a:r>
          <a:endParaRPr lang="en-US" sz="2000" kern="1200" dirty="0"/>
        </a:p>
      </dsp:txBody>
      <dsp:txXfrm>
        <a:off x="4510797" y="934177"/>
        <a:ext cx="1685815" cy="1046720"/>
      </dsp:txXfrm>
    </dsp:sp>
    <dsp:sp modelId="{9B3010CE-DA27-4893-AEBA-594BEC664884}">
      <dsp:nvSpPr>
        <dsp:cNvPr id="0" name=""/>
        <dsp:cNvSpPr/>
      </dsp:nvSpPr>
      <dsp:spPr>
        <a:xfrm>
          <a:off x="3593" y="2337874"/>
          <a:ext cx="1750945" cy="11118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BBB71F4-F158-43CA-A79E-18B4109AD598}">
      <dsp:nvSpPr>
        <dsp:cNvPr id="0" name=""/>
        <dsp:cNvSpPr/>
      </dsp:nvSpPr>
      <dsp:spPr>
        <a:xfrm>
          <a:off x="198142" y="2522696"/>
          <a:ext cx="1750945" cy="1111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Artisans and Craftsmen</a:t>
          </a:r>
          <a:endParaRPr lang="en-US" sz="2000" kern="1200"/>
        </a:p>
      </dsp:txBody>
      <dsp:txXfrm>
        <a:off x="230707" y="2555261"/>
        <a:ext cx="1685815" cy="1046720"/>
      </dsp:txXfrm>
    </dsp:sp>
    <dsp:sp modelId="{32A68763-1FB7-4825-8C2D-2786B86B4E98}">
      <dsp:nvSpPr>
        <dsp:cNvPr id="0" name=""/>
        <dsp:cNvSpPr/>
      </dsp:nvSpPr>
      <dsp:spPr>
        <a:xfrm>
          <a:off x="2143638" y="2337874"/>
          <a:ext cx="1750945" cy="11118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44D9CB-014D-4581-AF85-601111DBBFCA}">
      <dsp:nvSpPr>
        <dsp:cNvPr id="0" name=""/>
        <dsp:cNvSpPr/>
      </dsp:nvSpPr>
      <dsp:spPr>
        <a:xfrm>
          <a:off x="2338187" y="2522696"/>
          <a:ext cx="1750945" cy="1111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Bamboo Furniture Manufacturers</a:t>
          </a:r>
          <a:endParaRPr lang="en-US" sz="2000" kern="1200"/>
        </a:p>
      </dsp:txBody>
      <dsp:txXfrm>
        <a:off x="2370752" y="2555261"/>
        <a:ext cx="1685815" cy="1046720"/>
      </dsp:txXfrm>
    </dsp:sp>
    <dsp:sp modelId="{8D9E8E2A-CBD3-4CE4-9082-5A25FCDC851D}">
      <dsp:nvSpPr>
        <dsp:cNvPr id="0" name=""/>
        <dsp:cNvSpPr/>
      </dsp:nvSpPr>
      <dsp:spPr>
        <a:xfrm>
          <a:off x="4283683" y="2337874"/>
          <a:ext cx="1750945" cy="11118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245819-A5BB-4E66-8E25-18398047B00A}">
      <dsp:nvSpPr>
        <dsp:cNvPr id="0" name=""/>
        <dsp:cNvSpPr/>
      </dsp:nvSpPr>
      <dsp:spPr>
        <a:xfrm>
          <a:off x="4478232" y="2522696"/>
          <a:ext cx="1750945" cy="1111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Construction Companies</a:t>
          </a:r>
          <a:endParaRPr lang="en-US" sz="2000" kern="1200" dirty="0"/>
        </a:p>
      </dsp:txBody>
      <dsp:txXfrm>
        <a:off x="4510797" y="2555261"/>
        <a:ext cx="1685815" cy="1046720"/>
      </dsp:txXfrm>
    </dsp:sp>
    <dsp:sp modelId="{0A4FD8BE-9045-409C-873C-C9CE04E54607}">
      <dsp:nvSpPr>
        <dsp:cNvPr id="0" name=""/>
        <dsp:cNvSpPr/>
      </dsp:nvSpPr>
      <dsp:spPr>
        <a:xfrm>
          <a:off x="6423728" y="2337874"/>
          <a:ext cx="1750945" cy="11118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CD65E7-2849-40AE-B6F3-6338D68343B3}">
      <dsp:nvSpPr>
        <dsp:cNvPr id="0" name=""/>
        <dsp:cNvSpPr/>
      </dsp:nvSpPr>
      <dsp:spPr>
        <a:xfrm>
          <a:off x="6618277" y="2522696"/>
          <a:ext cx="1750945" cy="1111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Bamboo Handicraft Products</a:t>
          </a:r>
          <a:endParaRPr lang="en-US" sz="2000" kern="1200"/>
        </a:p>
      </dsp:txBody>
      <dsp:txXfrm>
        <a:off x="6650842" y="2555261"/>
        <a:ext cx="1685815" cy="1046720"/>
      </dsp:txXfrm>
    </dsp:sp>
    <dsp:sp modelId="{2C6420A9-4889-457D-AA56-B8860A97ACF2}">
      <dsp:nvSpPr>
        <dsp:cNvPr id="0" name=""/>
        <dsp:cNvSpPr/>
      </dsp:nvSpPr>
      <dsp:spPr>
        <a:xfrm>
          <a:off x="8563773" y="2337874"/>
          <a:ext cx="1750945" cy="11118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4A7699-23A8-4573-877F-814684BA7687}">
      <dsp:nvSpPr>
        <dsp:cNvPr id="0" name=""/>
        <dsp:cNvSpPr/>
      </dsp:nvSpPr>
      <dsp:spPr>
        <a:xfrm>
          <a:off x="8758322" y="2522696"/>
          <a:ext cx="1750945" cy="1111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Agricultural and Farming Communities</a:t>
          </a:r>
          <a:endParaRPr lang="en-US" sz="2000" kern="1200"/>
        </a:p>
      </dsp:txBody>
      <dsp:txXfrm>
        <a:off x="8790887" y="2555261"/>
        <a:ext cx="1685815" cy="1046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22687-5DDC-4925-BD63-54F2A4D74DFD}">
      <dsp:nvSpPr>
        <dsp:cNvPr id="0" name=""/>
        <dsp:cNvSpPr/>
      </dsp:nvSpPr>
      <dsp:spPr>
        <a:xfrm>
          <a:off x="0" y="25084"/>
          <a:ext cx="4888068" cy="45571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Kotchandpur</a:t>
          </a:r>
          <a:r>
            <a:rPr lang="en-US" sz="1900" kern="1200" dirty="0"/>
            <a:t> Bazar, </a:t>
          </a:r>
          <a:r>
            <a:rPr lang="en-US" sz="1900" kern="1200" dirty="0" err="1"/>
            <a:t>Jhenaidah</a:t>
          </a:r>
          <a:r>
            <a:rPr lang="en-US" sz="1900" kern="1200" dirty="0"/>
            <a:t>, Bangladesh</a:t>
          </a:r>
        </a:p>
      </dsp:txBody>
      <dsp:txXfrm>
        <a:off x="22246" y="47330"/>
        <a:ext cx="4843576" cy="411223"/>
      </dsp:txXfrm>
    </dsp:sp>
    <dsp:sp modelId="{72A03405-2888-4360-8E76-190B8514E14C}">
      <dsp:nvSpPr>
        <dsp:cNvPr id="0" name=""/>
        <dsp:cNvSpPr/>
      </dsp:nvSpPr>
      <dsp:spPr>
        <a:xfrm>
          <a:off x="0" y="535519"/>
          <a:ext cx="4888068" cy="45571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Ibrahimpur</a:t>
          </a:r>
          <a:r>
            <a:rPr lang="en-US" sz="1900" kern="1200" dirty="0"/>
            <a:t> Bazar, </a:t>
          </a:r>
          <a:r>
            <a:rPr lang="en-US" sz="1900" kern="1200" dirty="0" err="1"/>
            <a:t>Nabinagar</a:t>
          </a:r>
          <a:r>
            <a:rPr lang="en-US" sz="1900" kern="1200" dirty="0"/>
            <a:t>, </a:t>
          </a:r>
          <a:r>
            <a:rPr lang="en-US" sz="1900" kern="1200" dirty="0" err="1"/>
            <a:t>Brahmanbaria</a:t>
          </a:r>
          <a:endParaRPr lang="en-US" sz="1900" kern="1200" dirty="0"/>
        </a:p>
      </dsp:txBody>
      <dsp:txXfrm>
        <a:off x="22246" y="557765"/>
        <a:ext cx="4843576" cy="411223"/>
      </dsp:txXfrm>
    </dsp:sp>
    <dsp:sp modelId="{6B9D47D7-BD51-4EC0-AE65-E30C3AF67E88}">
      <dsp:nvSpPr>
        <dsp:cNvPr id="0" name=""/>
        <dsp:cNvSpPr/>
      </dsp:nvSpPr>
      <dsp:spPr>
        <a:xfrm>
          <a:off x="0" y="1045954"/>
          <a:ext cx="4888068" cy="45571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Harong</a:t>
          </a:r>
          <a:r>
            <a:rPr lang="en-US" sz="1900" kern="1200" dirty="0"/>
            <a:t>, </a:t>
          </a:r>
          <a:r>
            <a:rPr lang="en-US" sz="1900" kern="1200" dirty="0" err="1"/>
            <a:t>Chandina</a:t>
          </a:r>
          <a:r>
            <a:rPr lang="en-US" sz="1900" kern="1200" dirty="0"/>
            <a:t>, </a:t>
          </a:r>
          <a:r>
            <a:rPr lang="en-US" sz="1900" kern="1200" dirty="0" err="1"/>
            <a:t>Cumilla</a:t>
          </a:r>
          <a:r>
            <a:rPr lang="en-US" sz="1900" kern="1200" dirty="0"/>
            <a:t> </a:t>
          </a:r>
        </a:p>
      </dsp:txBody>
      <dsp:txXfrm>
        <a:off x="22246" y="1068200"/>
        <a:ext cx="4843576" cy="411223"/>
      </dsp:txXfrm>
    </dsp:sp>
    <dsp:sp modelId="{F27F4680-A651-496F-80AC-D3A64E94AC5C}">
      <dsp:nvSpPr>
        <dsp:cNvPr id="0" name=""/>
        <dsp:cNvSpPr/>
      </dsp:nvSpPr>
      <dsp:spPr>
        <a:xfrm>
          <a:off x="0" y="1556389"/>
          <a:ext cx="4888068" cy="45571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Mollapara</a:t>
          </a:r>
          <a:r>
            <a:rPr lang="en-US" sz="1900" kern="1200" dirty="0"/>
            <a:t> Bazar, </a:t>
          </a:r>
          <a:r>
            <a:rPr lang="en-US" sz="1900" kern="1200" dirty="0" err="1"/>
            <a:t>Agailjhara</a:t>
          </a:r>
          <a:r>
            <a:rPr lang="en-US" sz="1900" kern="1200" dirty="0"/>
            <a:t>, </a:t>
          </a:r>
          <a:r>
            <a:rPr lang="en-US" sz="1900" kern="1200" dirty="0" err="1"/>
            <a:t>Barishal</a:t>
          </a:r>
          <a:endParaRPr lang="en-US" sz="1900" kern="1200" dirty="0"/>
        </a:p>
      </dsp:txBody>
      <dsp:txXfrm>
        <a:off x="22246" y="1578635"/>
        <a:ext cx="4843576" cy="4112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75590-1E9C-4E79-81A4-A06664093DC9}">
      <dsp:nvSpPr>
        <dsp:cNvPr id="0" name=""/>
        <dsp:cNvSpPr/>
      </dsp:nvSpPr>
      <dsp:spPr>
        <a:xfrm>
          <a:off x="611004" y="66706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D4879-F276-41EB-A638-F79B1E64790A}">
      <dsp:nvSpPr>
        <dsp:cNvPr id="0" name=""/>
        <dsp:cNvSpPr/>
      </dsp:nvSpPr>
      <dsp:spPr>
        <a:xfrm>
          <a:off x="116004" y="180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 through interviews</a:t>
          </a:r>
        </a:p>
      </dsp:txBody>
      <dsp:txXfrm>
        <a:off x="116004" y="1807344"/>
        <a:ext cx="1800000" cy="720000"/>
      </dsp:txXfrm>
    </dsp:sp>
    <dsp:sp modelId="{96D3F455-1249-45E8-94B9-0C95543C3A96}">
      <dsp:nvSpPr>
        <dsp:cNvPr id="0" name=""/>
        <dsp:cNvSpPr/>
      </dsp:nvSpPr>
      <dsp:spPr>
        <a:xfrm>
          <a:off x="2726004" y="66706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4AFA3-E4E5-45D9-B7B0-C6F56FC92600}">
      <dsp:nvSpPr>
        <dsp:cNvPr id="0" name=""/>
        <dsp:cNvSpPr/>
      </dsp:nvSpPr>
      <dsp:spPr>
        <a:xfrm>
          <a:off x="2231004" y="180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Survey data</a:t>
          </a:r>
        </a:p>
      </dsp:txBody>
      <dsp:txXfrm>
        <a:off x="2231004" y="1807344"/>
        <a:ext cx="1800000" cy="720000"/>
      </dsp:txXfrm>
    </dsp:sp>
    <dsp:sp modelId="{D7BE4DE7-79F9-49C6-848E-62BFBF6C9F3C}">
      <dsp:nvSpPr>
        <dsp:cNvPr id="0" name=""/>
        <dsp:cNvSpPr/>
      </dsp:nvSpPr>
      <dsp:spPr>
        <a:xfrm>
          <a:off x="4841004" y="66706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2FAFA-19B2-4553-A982-771628D1C5EE}">
      <dsp:nvSpPr>
        <dsp:cNvPr id="0" name=""/>
        <dsp:cNvSpPr/>
      </dsp:nvSpPr>
      <dsp:spPr>
        <a:xfrm>
          <a:off x="4346004" y="180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Focus groups</a:t>
          </a:r>
        </a:p>
      </dsp:txBody>
      <dsp:txXfrm>
        <a:off x="4346004" y="1807344"/>
        <a:ext cx="1800000" cy="720000"/>
      </dsp:txXfrm>
    </dsp:sp>
    <dsp:sp modelId="{1DFCFB46-8EAB-45AE-B4D5-586B835C8A49}">
      <dsp:nvSpPr>
        <dsp:cNvPr id="0" name=""/>
        <dsp:cNvSpPr/>
      </dsp:nvSpPr>
      <dsp:spPr>
        <a:xfrm>
          <a:off x="611004" y="2977343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9E16D-3D11-4854-8A9C-620A83E2CFDD}">
      <dsp:nvSpPr>
        <dsp:cNvPr id="0" name=""/>
        <dsp:cNvSpPr/>
      </dsp:nvSpPr>
      <dsp:spPr>
        <a:xfrm>
          <a:off x="116004" y="411762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Opinions from experts</a:t>
          </a:r>
        </a:p>
      </dsp:txBody>
      <dsp:txXfrm>
        <a:off x="116004" y="4117625"/>
        <a:ext cx="1800000" cy="720000"/>
      </dsp:txXfrm>
    </dsp:sp>
    <dsp:sp modelId="{531A0889-6A6F-4819-907C-F5078A3EEA15}">
      <dsp:nvSpPr>
        <dsp:cNvPr id="0" name=""/>
        <dsp:cNvSpPr/>
      </dsp:nvSpPr>
      <dsp:spPr>
        <a:xfrm>
          <a:off x="2726004" y="2977343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486D72-5677-4435-9636-4FD0A74145AC}">
      <dsp:nvSpPr>
        <dsp:cNvPr id="0" name=""/>
        <dsp:cNvSpPr/>
      </dsp:nvSpPr>
      <dsp:spPr>
        <a:xfrm>
          <a:off x="2231004" y="411762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Educated Guess</a:t>
          </a:r>
        </a:p>
      </dsp:txBody>
      <dsp:txXfrm>
        <a:off x="2231004" y="4117625"/>
        <a:ext cx="1800000" cy="720000"/>
      </dsp:txXfrm>
    </dsp:sp>
    <dsp:sp modelId="{995425C4-B4E8-45DC-96B4-BFF57EA8E995}">
      <dsp:nvSpPr>
        <dsp:cNvPr id="0" name=""/>
        <dsp:cNvSpPr/>
      </dsp:nvSpPr>
      <dsp:spPr>
        <a:xfrm>
          <a:off x="4841004" y="2977343"/>
          <a:ext cx="810000" cy="81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C766F-DBF7-40D2-B7DB-B260B4D059FB}">
      <dsp:nvSpPr>
        <dsp:cNvPr id="0" name=""/>
        <dsp:cNvSpPr/>
      </dsp:nvSpPr>
      <dsp:spPr>
        <a:xfrm>
          <a:off x="4346004" y="411762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Other means of market research</a:t>
          </a:r>
        </a:p>
      </dsp:txBody>
      <dsp:txXfrm>
        <a:off x="4346004" y="4117625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27F10-B335-4988-A811-781FB98089C4}">
      <dsp:nvSpPr>
        <dsp:cNvPr id="0" name=""/>
        <dsp:cNvSpPr/>
      </dsp:nvSpPr>
      <dsp:spPr>
        <a:xfrm>
          <a:off x="0" y="110558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Rammer</a:t>
          </a:r>
          <a:endParaRPr lang="en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+ Concrete ✅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Cast Iron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10558"/>
        <a:ext cx="1956877" cy="1174126"/>
      </dsp:txXfrm>
    </dsp:sp>
    <dsp:sp modelId="{69658E28-8BD5-4924-A8ED-820B1710A4AF}">
      <dsp:nvSpPr>
        <dsp:cNvPr id="0" name=""/>
        <dsp:cNvSpPr/>
      </dsp:nvSpPr>
      <dsp:spPr>
        <a:xfrm>
          <a:off x="2152565" y="110558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Rope</a:t>
          </a:r>
          <a:endParaRPr lang="en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Nylon ✅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Polypropylene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2565" y="110558"/>
        <a:ext cx="1956877" cy="1174126"/>
      </dsp:txXfrm>
    </dsp:sp>
    <dsp:sp modelId="{4EC533D2-49A1-4018-9250-A6DF65B2F51D}">
      <dsp:nvSpPr>
        <dsp:cNvPr id="0" name=""/>
        <dsp:cNvSpPr/>
      </dsp:nvSpPr>
      <dsp:spPr>
        <a:xfrm>
          <a:off x="4305131" y="110558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Pulley</a:t>
          </a:r>
          <a:endParaRPr lang="en-US" sz="1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Cast Iron ✅</a:t>
          </a:r>
          <a:endParaRPr lang="en-US" sz="14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Aluminium</a:t>
          </a: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05131" y="110558"/>
        <a:ext cx="1956877" cy="1174126"/>
      </dsp:txXfrm>
    </dsp:sp>
    <dsp:sp modelId="{9D384079-40B2-4910-A992-24ACEE63C9CF}">
      <dsp:nvSpPr>
        <dsp:cNvPr id="0" name=""/>
        <dsp:cNvSpPr/>
      </dsp:nvSpPr>
      <dsp:spPr>
        <a:xfrm>
          <a:off x="0" y="1480373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Cutter Holder</a:t>
          </a:r>
          <a:endParaRPr lang="en-US" sz="1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Cast Iron ✅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480373"/>
        <a:ext cx="1956877" cy="1174126"/>
      </dsp:txXfrm>
    </dsp:sp>
    <dsp:sp modelId="{D6F0EDE2-8827-4061-9001-970026AEACAC}">
      <dsp:nvSpPr>
        <dsp:cNvPr id="0" name=""/>
        <dsp:cNvSpPr/>
      </dsp:nvSpPr>
      <dsp:spPr>
        <a:xfrm>
          <a:off x="2152565" y="1480373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Cutter Blade</a:t>
          </a:r>
          <a:endParaRPr lang="en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High Speed  Steel ✅</a:t>
          </a:r>
          <a:endParaRPr lang="en-US" sz="14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Carbide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2565" y="1480373"/>
        <a:ext cx="1956877" cy="1174126"/>
      </dsp:txXfrm>
    </dsp:sp>
    <dsp:sp modelId="{E2E597FC-B196-4A02-999D-756484B92287}">
      <dsp:nvSpPr>
        <dsp:cNvPr id="0" name=""/>
        <dsp:cNvSpPr/>
      </dsp:nvSpPr>
      <dsp:spPr>
        <a:xfrm>
          <a:off x="4305131" y="1480373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Frame</a:t>
          </a:r>
          <a:endParaRPr lang="en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Mild Steel ✅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Aluminium</a:t>
          </a: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05131" y="1480373"/>
        <a:ext cx="1956877" cy="1174126"/>
      </dsp:txXfrm>
    </dsp:sp>
    <dsp:sp modelId="{351D8ECD-F989-485B-B933-261239CACFFA}">
      <dsp:nvSpPr>
        <dsp:cNvPr id="0" name=""/>
        <dsp:cNvSpPr/>
      </dsp:nvSpPr>
      <dsp:spPr>
        <a:xfrm>
          <a:off x="0" y="2850187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Bamboo Support</a:t>
          </a:r>
          <a:endParaRPr lang="en-US" sz="1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Bamboo ✅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850187"/>
        <a:ext cx="1956877" cy="1174126"/>
      </dsp:txXfrm>
    </dsp:sp>
    <dsp:sp modelId="{83D2AB07-C042-4944-BEAD-91894D3559B3}">
      <dsp:nvSpPr>
        <dsp:cNvPr id="0" name=""/>
        <dsp:cNvSpPr/>
      </dsp:nvSpPr>
      <dsp:spPr>
        <a:xfrm>
          <a:off x="2152565" y="2850187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Bamboo Storage</a:t>
          </a:r>
          <a:endParaRPr lang="en-US" sz="1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Wood ✅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Steel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2565" y="2850187"/>
        <a:ext cx="1956877" cy="1174126"/>
      </dsp:txXfrm>
    </dsp:sp>
    <dsp:sp modelId="{E736149E-B61C-4885-908F-00B5EC942E69}">
      <dsp:nvSpPr>
        <dsp:cNvPr id="0" name=""/>
        <dsp:cNvSpPr/>
      </dsp:nvSpPr>
      <dsp:spPr>
        <a:xfrm>
          <a:off x="4305131" y="2850187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Supporting Feet</a:t>
          </a:r>
          <a:endParaRPr lang="en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Rubber ✅</a:t>
          </a:r>
          <a:endParaRPr lang="en-US" sz="14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Leather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05131" y="2850187"/>
        <a:ext cx="1956877" cy="1174126"/>
      </dsp:txXfrm>
    </dsp:sp>
    <dsp:sp modelId="{77CD28D5-D41A-4BD6-9865-4A98C39032EB}">
      <dsp:nvSpPr>
        <dsp:cNvPr id="0" name=""/>
        <dsp:cNvSpPr/>
      </dsp:nvSpPr>
      <dsp:spPr>
        <a:xfrm>
          <a:off x="1076282" y="4220002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Table Legs</a:t>
          </a:r>
          <a:endParaRPr lang="en-US" sz="1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Mild Steel ✅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Stainless Steel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76282" y="4220002"/>
        <a:ext cx="1956877" cy="1174126"/>
      </dsp:txXfrm>
    </dsp:sp>
    <dsp:sp modelId="{564136D3-9574-4CA3-8A4A-6FD7AEAAA93E}">
      <dsp:nvSpPr>
        <dsp:cNvPr id="0" name=""/>
        <dsp:cNvSpPr/>
      </dsp:nvSpPr>
      <dsp:spPr>
        <a:xfrm>
          <a:off x="3228848" y="4220002"/>
          <a:ext cx="1956877" cy="1174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Bearings</a:t>
          </a:r>
          <a:endParaRPr lang="en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Carbon Steel ✅</a:t>
          </a:r>
          <a:endParaRPr lang="en-US" sz="14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Stainless Steel ❌</a:t>
          </a:r>
          <a:endParaRPr lang="en-US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28848" y="4220002"/>
        <a:ext cx="1956877" cy="11741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37DC1-02C2-4564-BFAD-002E3C19A268}">
      <dsp:nvSpPr>
        <dsp:cNvPr id="0" name=""/>
        <dsp:cNvSpPr/>
      </dsp:nvSpPr>
      <dsp:spPr>
        <a:xfrm>
          <a:off x="0" y="421770"/>
          <a:ext cx="6898715" cy="26333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17" tIns="458216" rIns="53541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Arc Welding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TIG Welding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Epoxy Adhesive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Nut-Bolt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Rivet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Slide</a:t>
          </a:r>
        </a:p>
      </dsp:txBody>
      <dsp:txXfrm>
        <a:off x="0" y="421770"/>
        <a:ext cx="6898715" cy="2633399"/>
      </dsp:txXfrm>
    </dsp:sp>
    <dsp:sp modelId="{8D81B803-CA57-4444-BDE6-36615152C734}">
      <dsp:nvSpPr>
        <dsp:cNvPr id="0" name=""/>
        <dsp:cNvSpPr/>
      </dsp:nvSpPr>
      <dsp:spPr>
        <a:xfrm>
          <a:off x="344935" y="97050"/>
          <a:ext cx="4829100" cy="649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529" tIns="0" rIns="1825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 dirty="0"/>
            <a:t>Selected Joining Processes</a:t>
          </a:r>
        </a:p>
      </dsp:txBody>
      <dsp:txXfrm>
        <a:off x="376638" y="128753"/>
        <a:ext cx="4765694" cy="586034"/>
      </dsp:txXfrm>
    </dsp:sp>
    <dsp:sp modelId="{CB15F896-CB62-46C4-8F2C-9F1918BFFDE9}">
      <dsp:nvSpPr>
        <dsp:cNvPr id="0" name=""/>
        <dsp:cNvSpPr/>
      </dsp:nvSpPr>
      <dsp:spPr>
        <a:xfrm>
          <a:off x="0" y="3498690"/>
          <a:ext cx="6898715" cy="1940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17" tIns="458216" rIns="53541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Forging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Machining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Casting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Outsourcing</a:t>
          </a:r>
        </a:p>
      </dsp:txBody>
      <dsp:txXfrm>
        <a:off x="0" y="3498690"/>
        <a:ext cx="6898715" cy="1940400"/>
      </dsp:txXfrm>
    </dsp:sp>
    <dsp:sp modelId="{A84001CE-6772-4E53-AD92-3F2A11E7D700}">
      <dsp:nvSpPr>
        <dsp:cNvPr id="0" name=""/>
        <dsp:cNvSpPr/>
      </dsp:nvSpPr>
      <dsp:spPr>
        <a:xfrm>
          <a:off x="344935" y="3173970"/>
          <a:ext cx="4829100" cy="649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529" tIns="0" rIns="1825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 dirty="0"/>
            <a:t>Selected Manufacturing Processes</a:t>
          </a:r>
        </a:p>
      </dsp:txBody>
      <dsp:txXfrm>
        <a:off x="376638" y="3205673"/>
        <a:ext cx="476569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9/17/2024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A4D0F-EA46-4506-B8C9-9C590550C7E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50753" y="3357432"/>
            <a:ext cx="10287320" cy="97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33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484971" y="2037735"/>
            <a:ext cx="1218883" cy="1219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665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255552" y="4332665"/>
            <a:ext cx="5677721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>
            <a:off x="3" y="5696899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3"/>
          <p:cNvSpPr/>
          <p:nvPr/>
        </p:nvSpPr>
        <p:spPr>
          <a:xfrm rot="10800000" flipH="1">
            <a:off x="8380753" y="5696899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3"/>
          <p:cNvSpPr/>
          <p:nvPr/>
        </p:nvSpPr>
        <p:spPr>
          <a:xfrm flipH="1">
            <a:off x="-84851" y="-25299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3"/>
          <p:cNvSpPr/>
          <p:nvPr/>
        </p:nvSpPr>
        <p:spPr>
          <a:xfrm>
            <a:off x="7330018" y="1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59750" y="719333"/>
            <a:ext cx="10269325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55618" y="1598816"/>
            <a:ext cx="10269325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4005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1218565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0"/>
            </a:lvl2pPr>
            <a:lvl3pPr marL="1828165" lvl="2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0"/>
            </a:lvl3pPr>
            <a:lvl4pPr marL="2437765" lvl="3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0"/>
            </a:lvl4pPr>
            <a:lvl5pPr marL="3046730" lvl="4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0"/>
            </a:lvl5pPr>
            <a:lvl6pPr marL="3656330" lvl="5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0"/>
            </a:lvl6pPr>
            <a:lvl7pPr marL="4265930" lvl="6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0"/>
            </a:lvl7pPr>
            <a:lvl8pPr marL="4875530" lvl="7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0"/>
            </a:lvl8pPr>
            <a:lvl9pPr marL="5484495" lvl="8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0"/>
            </a:lvl9pPr>
          </a:lstStyle>
          <a:p>
            <a:endParaRPr/>
          </a:p>
        </p:txBody>
      </p:sp>
      <p:sp>
        <p:nvSpPr>
          <p:cNvPr id="24" name="Google Shape;24;p4"/>
          <p:cNvSpPr/>
          <p:nvPr/>
        </p:nvSpPr>
        <p:spPr>
          <a:xfrm rot="10800000" flipH="1">
            <a:off x="-12756" y="-121405"/>
            <a:ext cx="3172429" cy="1039015"/>
          </a:xfrm>
          <a:custGeom>
            <a:avLst/>
            <a:gdLst/>
            <a:ahLst/>
            <a:cxnLst/>
            <a:rect l="l" t="t" r="r" b="b"/>
            <a:pathLst>
              <a:path w="42849" h="14030" extrusionOk="0">
                <a:moveTo>
                  <a:pt x="16764" y="1"/>
                </a:moveTo>
                <a:lnTo>
                  <a:pt x="16243" y="19"/>
                </a:lnTo>
                <a:lnTo>
                  <a:pt x="15741" y="75"/>
                </a:lnTo>
                <a:lnTo>
                  <a:pt x="15239" y="131"/>
                </a:lnTo>
                <a:lnTo>
                  <a:pt x="14736" y="224"/>
                </a:lnTo>
                <a:lnTo>
                  <a:pt x="14234" y="317"/>
                </a:lnTo>
                <a:lnTo>
                  <a:pt x="13732" y="447"/>
                </a:lnTo>
                <a:lnTo>
                  <a:pt x="13248" y="577"/>
                </a:lnTo>
                <a:lnTo>
                  <a:pt x="12764" y="745"/>
                </a:lnTo>
                <a:lnTo>
                  <a:pt x="12280" y="912"/>
                </a:lnTo>
                <a:lnTo>
                  <a:pt x="11797" y="1098"/>
                </a:lnTo>
                <a:lnTo>
                  <a:pt x="11331" y="1284"/>
                </a:lnTo>
                <a:lnTo>
                  <a:pt x="10866" y="1508"/>
                </a:lnTo>
                <a:lnTo>
                  <a:pt x="10401" y="1712"/>
                </a:lnTo>
                <a:lnTo>
                  <a:pt x="9936" y="1954"/>
                </a:lnTo>
                <a:lnTo>
                  <a:pt x="9490" y="2196"/>
                </a:lnTo>
                <a:lnTo>
                  <a:pt x="9043" y="2438"/>
                </a:lnTo>
                <a:lnTo>
                  <a:pt x="8187" y="2978"/>
                </a:lnTo>
                <a:lnTo>
                  <a:pt x="7350" y="3517"/>
                </a:lnTo>
                <a:lnTo>
                  <a:pt x="6550" y="4094"/>
                </a:lnTo>
                <a:lnTo>
                  <a:pt x="5787" y="4671"/>
                </a:lnTo>
                <a:lnTo>
                  <a:pt x="5062" y="5266"/>
                </a:lnTo>
                <a:lnTo>
                  <a:pt x="4355" y="5861"/>
                </a:lnTo>
                <a:lnTo>
                  <a:pt x="3722" y="6438"/>
                </a:lnTo>
                <a:lnTo>
                  <a:pt x="3108" y="6996"/>
                </a:lnTo>
                <a:lnTo>
                  <a:pt x="2550" y="7554"/>
                </a:lnTo>
                <a:lnTo>
                  <a:pt x="2048" y="8057"/>
                </a:lnTo>
                <a:lnTo>
                  <a:pt x="1582" y="8540"/>
                </a:lnTo>
                <a:lnTo>
                  <a:pt x="1173" y="8987"/>
                </a:lnTo>
                <a:lnTo>
                  <a:pt x="540" y="9713"/>
                </a:lnTo>
                <a:lnTo>
                  <a:pt x="131" y="10178"/>
                </a:lnTo>
                <a:lnTo>
                  <a:pt x="1" y="10345"/>
                </a:lnTo>
                <a:lnTo>
                  <a:pt x="1" y="14029"/>
                </a:lnTo>
                <a:lnTo>
                  <a:pt x="42849" y="14029"/>
                </a:lnTo>
                <a:lnTo>
                  <a:pt x="42774" y="13843"/>
                </a:lnTo>
                <a:lnTo>
                  <a:pt x="42681" y="13638"/>
                </a:lnTo>
                <a:lnTo>
                  <a:pt x="42532" y="13359"/>
                </a:lnTo>
                <a:lnTo>
                  <a:pt x="42328" y="13043"/>
                </a:lnTo>
                <a:lnTo>
                  <a:pt x="42086" y="12689"/>
                </a:lnTo>
                <a:lnTo>
                  <a:pt x="41770" y="12317"/>
                </a:lnTo>
                <a:lnTo>
                  <a:pt x="41583" y="12131"/>
                </a:lnTo>
                <a:lnTo>
                  <a:pt x="41379" y="11927"/>
                </a:lnTo>
                <a:lnTo>
                  <a:pt x="41174" y="11741"/>
                </a:lnTo>
                <a:lnTo>
                  <a:pt x="40932" y="11555"/>
                </a:lnTo>
                <a:lnTo>
                  <a:pt x="40672" y="11368"/>
                </a:lnTo>
                <a:lnTo>
                  <a:pt x="40411" y="11201"/>
                </a:lnTo>
                <a:lnTo>
                  <a:pt x="40114" y="11034"/>
                </a:lnTo>
                <a:lnTo>
                  <a:pt x="39797" y="10866"/>
                </a:lnTo>
                <a:lnTo>
                  <a:pt x="39462" y="10717"/>
                </a:lnTo>
                <a:lnTo>
                  <a:pt x="39109" y="10587"/>
                </a:lnTo>
                <a:lnTo>
                  <a:pt x="38737" y="10475"/>
                </a:lnTo>
                <a:lnTo>
                  <a:pt x="38328" y="10364"/>
                </a:lnTo>
                <a:lnTo>
                  <a:pt x="37900" y="10271"/>
                </a:lnTo>
                <a:lnTo>
                  <a:pt x="37453" y="10215"/>
                </a:lnTo>
                <a:lnTo>
                  <a:pt x="36988" y="10159"/>
                </a:lnTo>
                <a:lnTo>
                  <a:pt x="36486" y="10141"/>
                </a:lnTo>
                <a:lnTo>
                  <a:pt x="35965" y="10141"/>
                </a:lnTo>
                <a:lnTo>
                  <a:pt x="35407" y="10178"/>
                </a:lnTo>
                <a:lnTo>
                  <a:pt x="34997" y="10196"/>
                </a:lnTo>
                <a:lnTo>
                  <a:pt x="34625" y="10196"/>
                </a:lnTo>
                <a:lnTo>
                  <a:pt x="34290" y="10178"/>
                </a:lnTo>
                <a:lnTo>
                  <a:pt x="33955" y="10122"/>
                </a:lnTo>
                <a:lnTo>
                  <a:pt x="33658" y="10066"/>
                </a:lnTo>
                <a:lnTo>
                  <a:pt x="33360" y="9973"/>
                </a:lnTo>
                <a:lnTo>
                  <a:pt x="33100" y="9861"/>
                </a:lnTo>
                <a:lnTo>
                  <a:pt x="32839" y="9731"/>
                </a:lnTo>
                <a:lnTo>
                  <a:pt x="32579" y="9582"/>
                </a:lnTo>
                <a:lnTo>
                  <a:pt x="32337" y="9415"/>
                </a:lnTo>
                <a:lnTo>
                  <a:pt x="32095" y="9229"/>
                </a:lnTo>
                <a:lnTo>
                  <a:pt x="31853" y="9024"/>
                </a:lnTo>
                <a:lnTo>
                  <a:pt x="31369" y="8559"/>
                </a:lnTo>
                <a:lnTo>
                  <a:pt x="30848" y="8020"/>
                </a:lnTo>
                <a:lnTo>
                  <a:pt x="30272" y="7424"/>
                </a:lnTo>
                <a:lnTo>
                  <a:pt x="29639" y="6773"/>
                </a:lnTo>
                <a:lnTo>
                  <a:pt x="28895" y="6047"/>
                </a:lnTo>
                <a:lnTo>
                  <a:pt x="28485" y="5657"/>
                </a:lnTo>
                <a:lnTo>
                  <a:pt x="28039" y="5266"/>
                </a:lnTo>
                <a:lnTo>
                  <a:pt x="27555" y="4857"/>
                </a:lnTo>
                <a:lnTo>
                  <a:pt x="27034" y="4429"/>
                </a:lnTo>
                <a:lnTo>
                  <a:pt x="26476" y="4001"/>
                </a:lnTo>
                <a:lnTo>
                  <a:pt x="25862" y="3536"/>
                </a:lnTo>
                <a:lnTo>
                  <a:pt x="25230" y="3089"/>
                </a:lnTo>
                <a:lnTo>
                  <a:pt x="24523" y="2605"/>
                </a:lnTo>
                <a:lnTo>
                  <a:pt x="23778" y="2140"/>
                </a:lnTo>
                <a:lnTo>
                  <a:pt x="22960" y="1638"/>
                </a:lnTo>
                <a:lnTo>
                  <a:pt x="22457" y="1340"/>
                </a:lnTo>
                <a:lnTo>
                  <a:pt x="21936" y="1080"/>
                </a:lnTo>
                <a:lnTo>
                  <a:pt x="21415" y="857"/>
                </a:lnTo>
                <a:lnTo>
                  <a:pt x="20895" y="652"/>
                </a:lnTo>
                <a:lnTo>
                  <a:pt x="20374" y="484"/>
                </a:lnTo>
                <a:lnTo>
                  <a:pt x="19853" y="336"/>
                </a:lnTo>
                <a:lnTo>
                  <a:pt x="19332" y="205"/>
                </a:lnTo>
                <a:lnTo>
                  <a:pt x="18811" y="131"/>
                </a:lnTo>
                <a:lnTo>
                  <a:pt x="18308" y="57"/>
                </a:lnTo>
                <a:lnTo>
                  <a:pt x="17787" y="19"/>
                </a:lnTo>
                <a:lnTo>
                  <a:pt x="1726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4"/>
          <p:cNvSpPr/>
          <p:nvPr/>
        </p:nvSpPr>
        <p:spPr>
          <a:xfrm>
            <a:off x="9387722" y="-121405"/>
            <a:ext cx="2989738" cy="1273200"/>
          </a:xfrm>
          <a:custGeom>
            <a:avLst/>
            <a:gdLst/>
            <a:ahLst/>
            <a:cxnLst/>
            <a:rect l="l" t="t" r="r" b="b"/>
            <a:pathLst>
              <a:path w="35796" h="15240" extrusionOk="0">
                <a:moveTo>
                  <a:pt x="1" y="1"/>
                </a:moveTo>
                <a:lnTo>
                  <a:pt x="100" y="755"/>
                </a:lnTo>
                <a:lnTo>
                  <a:pt x="239" y="1568"/>
                </a:lnTo>
                <a:lnTo>
                  <a:pt x="417" y="2441"/>
                </a:lnTo>
                <a:lnTo>
                  <a:pt x="635" y="3354"/>
                </a:lnTo>
                <a:lnTo>
                  <a:pt x="774" y="3810"/>
                </a:lnTo>
                <a:lnTo>
                  <a:pt x="913" y="4267"/>
                </a:lnTo>
                <a:lnTo>
                  <a:pt x="1072" y="4743"/>
                </a:lnTo>
                <a:lnTo>
                  <a:pt x="1251" y="5199"/>
                </a:lnTo>
                <a:lnTo>
                  <a:pt x="1449" y="5656"/>
                </a:lnTo>
                <a:lnTo>
                  <a:pt x="1647" y="6112"/>
                </a:lnTo>
                <a:lnTo>
                  <a:pt x="1885" y="6548"/>
                </a:lnTo>
                <a:lnTo>
                  <a:pt x="2124" y="6985"/>
                </a:lnTo>
                <a:lnTo>
                  <a:pt x="2401" y="7422"/>
                </a:lnTo>
                <a:lnTo>
                  <a:pt x="2699" y="7838"/>
                </a:lnTo>
                <a:lnTo>
                  <a:pt x="3016" y="8235"/>
                </a:lnTo>
                <a:lnTo>
                  <a:pt x="3354" y="8612"/>
                </a:lnTo>
                <a:lnTo>
                  <a:pt x="3711" y="8969"/>
                </a:lnTo>
                <a:lnTo>
                  <a:pt x="4108" y="9307"/>
                </a:lnTo>
                <a:lnTo>
                  <a:pt x="4524" y="9624"/>
                </a:lnTo>
                <a:lnTo>
                  <a:pt x="4981" y="9922"/>
                </a:lnTo>
                <a:lnTo>
                  <a:pt x="5437" y="10180"/>
                </a:lnTo>
                <a:lnTo>
                  <a:pt x="5953" y="10418"/>
                </a:lnTo>
                <a:lnTo>
                  <a:pt x="6489" y="10616"/>
                </a:lnTo>
                <a:lnTo>
                  <a:pt x="7064" y="10795"/>
                </a:lnTo>
                <a:lnTo>
                  <a:pt x="7659" y="10934"/>
                </a:lnTo>
                <a:lnTo>
                  <a:pt x="8294" y="11033"/>
                </a:lnTo>
                <a:lnTo>
                  <a:pt x="8949" y="11092"/>
                </a:lnTo>
                <a:lnTo>
                  <a:pt x="9663" y="11112"/>
                </a:lnTo>
                <a:lnTo>
                  <a:pt x="10437" y="11092"/>
                </a:lnTo>
                <a:lnTo>
                  <a:pt x="11251" y="11013"/>
                </a:lnTo>
                <a:lnTo>
                  <a:pt x="12104" y="10894"/>
                </a:lnTo>
                <a:lnTo>
                  <a:pt x="13017" y="10715"/>
                </a:lnTo>
                <a:lnTo>
                  <a:pt x="13949" y="10497"/>
                </a:lnTo>
                <a:lnTo>
                  <a:pt x="14941" y="10199"/>
                </a:lnTo>
                <a:lnTo>
                  <a:pt x="15973" y="9842"/>
                </a:lnTo>
                <a:lnTo>
                  <a:pt x="17064" y="9445"/>
                </a:lnTo>
                <a:lnTo>
                  <a:pt x="18116" y="9049"/>
                </a:lnTo>
                <a:lnTo>
                  <a:pt x="19128" y="8711"/>
                </a:lnTo>
                <a:lnTo>
                  <a:pt x="20100" y="8433"/>
                </a:lnTo>
                <a:lnTo>
                  <a:pt x="21033" y="8215"/>
                </a:lnTo>
                <a:lnTo>
                  <a:pt x="21946" y="8056"/>
                </a:lnTo>
                <a:lnTo>
                  <a:pt x="22819" y="7937"/>
                </a:lnTo>
                <a:lnTo>
                  <a:pt x="23652" y="7858"/>
                </a:lnTo>
                <a:lnTo>
                  <a:pt x="24465" y="7838"/>
                </a:lnTo>
                <a:lnTo>
                  <a:pt x="25239" y="7858"/>
                </a:lnTo>
                <a:lnTo>
                  <a:pt x="25993" y="7937"/>
                </a:lnTo>
                <a:lnTo>
                  <a:pt x="26708" y="8037"/>
                </a:lnTo>
                <a:lnTo>
                  <a:pt x="27382" y="8156"/>
                </a:lnTo>
                <a:lnTo>
                  <a:pt x="28037" y="8334"/>
                </a:lnTo>
                <a:lnTo>
                  <a:pt x="28652" y="8533"/>
                </a:lnTo>
                <a:lnTo>
                  <a:pt x="29247" y="8751"/>
                </a:lnTo>
                <a:lnTo>
                  <a:pt x="29803" y="9009"/>
                </a:lnTo>
                <a:lnTo>
                  <a:pt x="30339" y="9267"/>
                </a:lnTo>
                <a:lnTo>
                  <a:pt x="30855" y="9564"/>
                </a:lnTo>
                <a:lnTo>
                  <a:pt x="31331" y="9862"/>
                </a:lnTo>
                <a:lnTo>
                  <a:pt x="31767" y="10180"/>
                </a:lnTo>
                <a:lnTo>
                  <a:pt x="32204" y="10517"/>
                </a:lnTo>
                <a:lnTo>
                  <a:pt x="32601" y="10854"/>
                </a:lnTo>
                <a:lnTo>
                  <a:pt x="32958" y="11191"/>
                </a:lnTo>
                <a:lnTo>
                  <a:pt x="33315" y="11549"/>
                </a:lnTo>
                <a:lnTo>
                  <a:pt x="33632" y="11886"/>
                </a:lnTo>
                <a:lnTo>
                  <a:pt x="33930" y="12223"/>
                </a:lnTo>
                <a:lnTo>
                  <a:pt x="34188" y="12561"/>
                </a:lnTo>
                <a:lnTo>
                  <a:pt x="34446" y="12898"/>
                </a:lnTo>
                <a:lnTo>
                  <a:pt x="34882" y="13513"/>
                </a:lnTo>
                <a:lnTo>
                  <a:pt x="35220" y="14069"/>
                </a:lnTo>
                <a:lnTo>
                  <a:pt x="35478" y="14545"/>
                </a:lnTo>
                <a:lnTo>
                  <a:pt x="35656" y="14922"/>
                </a:lnTo>
                <a:lnTo>
                  <a:pt x="35795" y="15239"/>
                </a:lnTo>
                <a:lnTo>
                  <a:pt x="35795" y="794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 flipH="1">
            <a:off x="-84851" y="-25299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9"/>
          <p:cNvSpPr/>
          <p:nvPr/>
        </p:nvSpPr>
        <p:spPr>
          <a:xfrm>
            <a:off x="7330018" y="1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1501809" y="2290403"/>
            <a:ext cx="9185207" cy="109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8665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1"/>
          </p:nvPr>
        </p:nvSpPr>
        <p:spPr>
          <a:xfrm>
            <a:off x="1501809" y="3592397"/>
            <a:ext cx="9185207" cy="9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/>
          <p:nvPr/>
        </p:nvSpPr>
        <p:spPr>
          <a:xfrm rot="10800000">
            <a:off x="3" y="5696899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9"/>
          <p:cNvSpPr/>
          <p:nvPr/>
        </p:nvSpPr>
        <p:spPr>
          <a:xfrm rot="10800000" flipH="1">
            <a:off x="8380753" y="5696899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364551" y="2697588"/>
            <a:ext cx="8874088" cy="9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title" idx="2" hasCustomPrompt="1"/>
          </p:nvPr>
        </p:nvSpPr>
        <p:spPr>
          <a:xfrm>
            <a:off x="950185" y="2819400"/>
            <a:ext cx="1218883" cy="1219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2364551" y="3672812"/>
            <a:ext cx="5695716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/>
          <p:nvPr/>
        </p:nvSpPr>
        <p:spPr>
          <a:xfrm rot="10800000" flipH="1">
            <a:off x="0" y="-4"/>
            <a:ext cx="3322138" cy="2607061"/>
          </a:xfrm>
          <a:custGeom>
            <a:avLst/>
            <a:gdLst/>
            <a:ahLst/>
            <a:cxnLst/>
            <a:rect l="l" t="t" r="r" b="b"/>
            <a:pathLst>
              <a:path w="89009" h="69832" extrusionOk="0">
                <a:moveTo>
                  <a:pt x="1796" y="1"/>
                </a:moveTo>
                <a:lnTo>
                  <a:pt x="1166" y="20"/>
                </a:lnTo>
                <a:lnTo>
                  <a:pt x="307" y="58"/>
                </a:lnTo>
                <a:lnTo>
                  <a:pt x="1" y="77"/>
                </a:lnTo>
                <a:lnTo>
                  <a:pt x="1" y="69831"/>
                </a:lnTo>
                <a:lnTo>
                  <a:pt x="89008" y="69831"/>
                </a:lnTo>
                <a:lnTo>
                  <a:pt x="89008" y="69564"/>
                </a:lnTo>
                <a:lnTo>
                  <a:pt x="89008" y="69316"/>
                </a:lnTo>
                <a:lnTo>
                  <a:pt x="88989" y="69086"/>
                </a:lnTo>
                <a:lnTo>
                  <a:pt x="88970" y="68857"/>
                </a:lnTo>
                <a:lnTo>
                  <a:pt x="88913" y="68647"/>
                </a:lnTo>
                <a:lnTo>
                  <a:pt x="88856" y="68456"/>
                </a:lnTo>
                <a:lnTo>
                  <a:pt x="88779" y="68265"/>
                </a:lnTo>
                <a:lnTo>
                  <a:pt x="88684" y="68074"/>
                </a:lnTo>
                <a:lnTo>
                  <a:pt x="88588" y="67921"/>
                </a:lnTo>
                <a:lnTo>
                  <a:pt x="88474" y="67749"/>
                </a:lnTo>
                <a:lnTo>
                  <a:pt x="88359" y="67616"/>
                </a:lnTo>
                <a:lnTo>
                  <a:pt x="88206" y="67463"/>
                </a:lnTo>
                <a:lnTo>
                  <a:pt x="88053" y="67348"/>
                </a:lnTo>
                <a:lnTo>
                  <a:pt x="87901" y="67215"/>
                </a:lnTo>
                <a:lnTo>
                  <a:pt x="87729" y="67119"/>
                </a:lnTo>
                <a:lnTo>
                  <a:pt x="87557" y="67005"/>
                </a:lnTo>
                <a:lnTo>
                  <a:pt x="87156" y="66833"/>
                </a:lnTo>
                <a:lnTo>
                  <a:pt x="86735" y="66661"/>
                </a:lnTo>
                <a:lnTo>
                  <a:pt x="86277" y="66546"/>
                </a:lnTo>
                <a:lnTo>
                  <a:pt x="85780" y="66432"/>
                </a:lnTo>
                <a:lnTo>
                  <a:pt x="85265" y="66336"/>
                </a:lnTo>
                <a:lnTo>
                  <a:pt x="84749" y="66260"/>
                </a:lnTo>
                <a:lnTo>
                  <a:pt x="84195" y="66202"/>
                </a:lnTo>
                <a:lnTo>
                  <a:pt x="83622" y="66145"/>
                </a:lnTo>
                <a:lnTo>
                  <a:pt x="82438" y="66069"/>
                </a:lnTo>
                <a:lnTo>
                  <a:pt x="81254" y="65992"/>
                </a:lnTo>
                <a:lnTo>
                  <a:pt x="80069" y="65916"/>
                </a:lnTo>
                <a:lnTo>
                  <a:pt x="79477" y="65859"/>
                </a:lnTo>
                <a:lnTo>
                  <a:pt x="78904" y="65782"/>
                </a:lnTo>
                <a:lnTo>
                  <a:pt x="78350" y="65706"/>
                </a:lnTo>
                <a:lnTo>
                  <a:pt x="77816" y="65610"/>
                </a:lnTo>
                <a:lnTo>
                  <a:pt x="77281" y="65477"/>
                </a:lnTo>
                <a:lnTo>
                  <a:pt x="76803" y="65324"/>
                </a:lnTo>
                <a:lnTo>
                  <a:pt x="76326" y="65152"/>
                </a:lnTo>
                <a:lnTo>
                  <a:pt x="75886" y="64961"/>
                </a:lnTo>
                <a:lnTo>
                  <a:pt x="75676" y="64846"/>
                </a:lnTo>
                <a:lnTo>
                  <a:pt x="75485" y="64713"/>
                </a:lnTo>
                <a:lnTo>
                  <a:pt x="75294" y="64579"/>
                </a:lnTo>
                <a:lnTo>
                  <a:pt x="75122" y="64445"/>
                </a:lnTo>
                <a:lnTo>
                  <a:pt x="74779" y="64140"/>
                </a:lnTo>
                <a:lnTo>
                  <a:pt x="74435" y="63815"/>
                </a:lnTo>
                <a:lnTo>
                  <a:pt x="74110" y="63509"/>
                </a:lnTo>
                <a:lnTo>
                  <a:pt x="73824" y="63165"/>
                </a:lnTo>
                <a:lnTo>
                  <a:pt x="73537" y="62841"/>
                </a:lnTo>
                <a:lnTo>
                  <a:pt x="73270" y="62497"/>
                </a:lnTo>
                <a:lnTo>
                  <a:pt x="73021" y="62153"/>
                </a:lnTo>
                <a:lnTo>
                  <a:pt x="72792" y="61809"/>
                </a:lnTo>
                <a:lnTo>
                  <a:pt x="72563" y="61465"/>
                </a:lnTo>
                <a:lnTo>
                  <a:pt x="72353" y="61103"/>
                </a:lnTo>
                <a:lnTo>
                  <a:pt x="72162" y="60740"/>
                </a:lnTo>
                <a:lnTo>
                  <a:pt x="71990" y="60377"/>
                </a:lnTo>
                <a:lnTo>
                  <a:pt x="71818" y="60014"/>
                </a:lnTo>
                <a:lnTo>
                  <a:pt x="71646" y="59651"/>
                </a:lnTo>
                <a:lnTo>
                  <a:pt x="71360" y="58906"/>
                </a:lnTo>
                <a:lnTo>
                  <a:pt x="71111" y="58142"/>
                </a:lnTo>
                <a:lnTo>
                  <a:pt x="70882" y="57378"/>
                </a:lnTo>
                <a:lnTo>
                  <a:pt x="70691" y="56595"/>
                </a:lnTo>
                <a:lnTo>
                  <a:pt x="70500" y="55831"/>
                </a:lnTo>
                <a:lnTo>
                  <a:pt x="70175" y="54265"/>
                </a:lnTo>
                <a:lnTo>
                  <a:pt x="69851" y="52698"/>
                </a:lnTo>
                <a:lnTo>
                  <a:pt x="69660" y="51934"/>
                </a:lnTo>
                <a:lnTo>
                  <a:pt x="69469" y="51170"/>
                </a:lnTo>
                <a:lnTo>
                  <a:pt x="69259" y="50406"/>
                </a:lnTo>
                <a:lnTo>
                  <a:pt x="69029" y="49661"/>
                </a:lnTo>
                <a:lnTo>
                  <a:pt x="68743" y="48936"/>
                </a:lnTo>
                <a:lnTo>
                  <a:pt x="68437" y="48210"/>
                </a:lnTo>
                <a:lnTo>
                  <a:pt x="68265" y="47866"/>
                </a:lnTo>
                <a:lnTo>
                  <a:pt x="68094" y="47503"/>
                </a:lnTo>
                <a:lnTo>
                  <a:pt x="67903" y="47159"/>
                </a:lnTo>
                <a:lnTo>
                  <a:pt x="67692" y="46815"/>
                </a:lnTo>
                <a:lnTo>
                  <a:pt x="67463" y="46491"/>
                </a:lnTo>
                <a:lnTo>
                  <a:pt x="67234" y="46166"/>
                </a:lnTo>
                <a:lnTo>
                  <a:pt x="66986" y="45841"/>
                </a:lnTo>
                <a:lnTo>
                  <a:pt x="66718" y="45517"/>
                </a:lnTo>
                <a:lnTo>
                  <a:pt x="66432" y="45192"/>
                </a:lnTo>
                <a:lnTo>
                  <a:pt x="66126" y="44886"/>
                </a:lnTo>
                <a:lnTo>
                  <a:pt x="65802" y="44600"/>
                </a:lnTo>
                <a:lnTo>
                  <a:pt x="65477" y="44294"/>
                </a:lnTo>
                <a:lnTo>
                  <a:pt x="65114" y="44008"/>
                </a:lnTo>
                <a:lnTo>
                  <a:pt x="64732" y="43721"/>
                </a:lnTo>
                <a:lnTo>
                  <a:pt x="64350" y="43454"/>
                </a:lnTo>
                <a:lnTo>
                  <a:pt x="63930" y="43186"/>
                </a:lnTo>
                <a:lnTo>
                  <a:pt x="63490" y="42938"/>
                </a:lnTo>
                <a:lnTo>
                  <a:pt x="63013" y="42690"/>
                </a:lnTo>
                <a:lnTo>
                  <a:pt x="62535" y="42442"/>
                </a:lnTo>
                <a:lnTo>
                  <a:pt x="62020" y="42212"/>
                </a:lnTo>
                <a:lnTo>
                  <a:pt x="61256" y="41888"/>
                </a:lnTo>
                <a:lnTo>
                  <a:pt x="60473" y="41620"/>
                </a:lnTo>
                <a:lnTo>
                  <a:pt x="59689" y="41391"/>
                </a:lnTo>
                <a:lnTo>
                  <a:pt x="58925" y="41200"/>
                </a:lnTo>
                <a:lnTo>
                  <a:pt x="58142" y="41047"/>
                </a:lnTo>
                <a:lnTo>
                  <a:pt x="57359" y="40933"/>
                </a:lnTo>
                <a:lnTo>
                  <a:pt x="56576" y="40856"/>
                </a:lnTo>
                <a:lnTo>
                  <a:pt x="55793" y="40799"/>
                </a:lnTo>
                <a:lnTo>
                  <a:pt x="55010" y="40780"/>
                </a:lnTo>
                <a:lnTo>
                  <a:pt x="54227" y="40799"/>
                </a:lnTo>
                <a:lnTo>
                  <a:pt x="53444" y="40837"/>
                </a:lnTo>
                <a:lnTo>
                  <a:pt x="52680" y="40894"/>
                </a:lnTo>
                <a:lnTo>
                  <a:pt x="51896" y="40971"/>
                </a:lnTo>
                <a:lnTo>
                  <a:pt x="51132" y="41066"/>
                </a:lnTo>
                <a:lnTo>
                  <a:pt x="50368" y="41200"/>
                </a:lnTo>
                <a:lnTo>
                  <a:pt x="49604" y="41334"/>
                </a:lnTo>
                <a:lnTo>
                  <a:pt x="48840" y="41467"/>
                </a:lnTo>
                <a:lnTo>
                  <a:pt x="48096" y="41639"/>
                </a:lnTo>
                <a:lnTo>
                  <a:pt x="46606" y="41983"/>
                </a:lnTo>
                <a:lnTo>
                  <a:pt x="45135" y="42365"/>
                </a:lnTo>
                <a:lnTo>
                  <a:pt x="43702" y="42747"/>
                </a:lnTo>
                <a:lnTo>
                  <a:pt x="42289" y="43129"/>
                </a:lnTo>
                <a:lnTo>
                  <a:pt x="40933" y="43492"/>
                </a:lnTo>
                <a:lnTo>
                  <a:pt x="39596" y="43817"/>
                </a:lnTo>
                <a:lnTo>
                  <a:pt x="38966" y="43950"/>
                </a:lnTo>
                <a:lnTo>
                  <a:pt x="38335" y="44084"/>
                </a:lnTo>
                <a:lnTo>
                  <a:pt x="37705" y="44180"/>
                </a:lnTo>
                <a:lnTo>
                  <a:pt x="37094" y="44275"/>
                </a:lnTo>
                <a:lnTo>
                  <a:pt x="36502" y="44352"/>
                </a:lnTo>
                <a:lnTo>
                  <a:pt x="35910" y="44390"/>
                </a:lnTo>
                <a:lnTo>
                  <a:pt x="35356" y="44409"/>
                </a:lnTo>
                <a:lnTo>
                  <a:pt x="34802" y="44390"/>
                </a:lnTo>
                <a:lnTo>
                  <a:pt x="34267" y="44352"/>
                </a:lnTo>
                <a:lnTo>
                  <a:pt x="33732" y="44294"/>
                </a:lnTo>
                <a:lnTo>
                  <a:pt x="33235" y="44180"/>
                </a:lnTo>
                <a:lnTo>
                  <a:pt x="32739" y="44046"/>
                </a:lnTo>
                <a:lnTo>
                  <a:pt x="32261" y="43874"/>
                </a:lnTo>
                <a:lnTo>
                  <a:pt x="31822" y="43645"/>
                </a:lnTo>
                <a:lnTo>
                  <a:pt x="31593" y="43530"/>
                </a:lnTo>
                <a:lnTo>
                  <a:pt x="31383" y="43397"/>
                </a:lnTo>
                <a:lnTo>
                  <a:pt x="31173" y="43263"/>
                </a:lnTo>
                <a:lnTo>
                  <a:pt x="30963" y="43091"/>
                </a:lnTo>
                <a:lnTo>
                  <a:pt x="30752" y="42938"/>
                </a:lnTo>
                <a:lnTo>
                  <a:pt x="30561" y="42747"/>
                </a:lnTo>
                <a:lnTo>
                  <a:pt x="30370" y="42556"/>
                </a:lnTo>
                <a:lnTo>
                  <a:pt x="30179" y="42365"/>
                </a:lnTo>
                <a:lnTo>
                  <a:pt x="29988" y="42155"/>
                </a:lnTo>
                <a:lnTo>
                  <a:pt x="29817" y="41926"/>
                </a:lnTo>
                <a:lnTo>
                  <a:pt x="29645" y="41677"/>
                </a:lnTo>
                <a:lnTo>
                  <a:pt x="29473" y="41429"/>
                </a:lnTo>
                <a:lnTo>
                  <a:pt x="29320" y="41162"/>
                </a:lnTo>
                <a:lnTo>
                  <a:pt x="29167" y="40875"/>
                </a:lnTo>
                <a:lnTo>
                  <a:pt x="28862" y="40283"/>
                </a:lnTo>
                <a:lnTo>
                  <a:pt x="28594" y="39634"/>
                </a:lnTo>
                <a:lnTo>
                  <a:pt x="28346" y="38908"/>
                </a:lnTo>
                <a:lnTo>
                  <a:pt x="28117" y="38125"/>
                </a:lnTo>
                <a:lnTo>
                  <a:pt x="27906" y="37284"/>
                </a:lnTo>
                <a:lnTo>
                  <a:pt x="27715" y="36387"/>
                </a:lnTo>
                <a:lnTo>
                  <a:pt x="27563" y="35413"/>
                </a:lnTo>
                <a:lnTo>
                  <a:pt x="27429" y="34381"/>
                </a:lnTo>
                <a:lnTo>
                  <a:pt x="27314" y="33254"/>
                </a:lnTo>
                <a:lnTo>
                  <a:pt x="27238" y="32070"/>
                </a:lnTo>
                <a:lnTo>
                  <a:pt x="27181" y="30809"/>
                </a:lnTo>
                <a:lnTo>
                  <a:pt x="27142" y="29472"/>
                </a:lnTo>
                <a:lnTo>
                  <a:pt x="27142" y="28059"/>
                </a:lnTo>
                <a:lnTo>
                  <a:pt x="27142" y="26626"/>
                </a:lnTo>
                <a:lnTo>
                  <a:pt x="27085" y="25251"/>
                </a:lnTo>
                <a:lnTo>
                  <a:pt x="27009" y="23914"/>
                </a:lnTo>
                <a:lnTo>
                  <a:pt x="26894" y="22634"/>
                </a:lnTo>
                <a:lnTo>
                  <a:pt x="26722" y="21393"/>
                </a:lnTo>
                <a:lnTo>
                  <a:pt x="26531" y="20209"/>
                </a:lnTo>
                <a:lnTo>
                  <a:pt x="26302" y="19044"/>
                </a:lnTo>
                <a:lnTo>
                  <a:pt x="26054" y="17955"/>
                </a:lnTo>
                <a:lnTo>
                  <a:pt x="25767" y="16885"/>
                </a:lnTo>
                <a:lnTo>
                  <a:pt x="25443" y="15873"/>
                </a:lnTo>
                <a:lnTo>
                  <a:pt x="25099" y="14880"/>
                </a:lnTo>
                <a:lnTo>
                  <a:pt x="24736" y="13944"/>
                </a:lnTo>
                <a:lnTo>
                  <a:pt x="24335" y="13046"/>
                </a:lnTo>
                <a:lnTo>
                  <a:pt x="23915" y="12206"/>
                </a:lnTo>
                <a:lnTo>
                  <a:pt x="23475" y="11384"/>
                </a:lnTo>
                <a:lnTo>
                  <a:pt x="23017" y="10601"/>
                </a:lnTo>
                <a:lnTo>
                  <a:pt x="22520" y="9837"/>
                </a:lnTo>
                <a:lnTo>
                  <a:pt x="22024" y="9130"/>
                </a:lnTo>
                <a:lnTo>
                  <a:pt x="21508" y="8462"/>
                </a:lnTo>
                <a:lnTo>
                  <a:pt x="20954" y="7813"/>
                </a:lnTo>
                <a:lnTo>
                  <a:pt x="20400" y="7201"/>
                </a:lnTo>
                <a:lnTo>
                  <a:pt x="19846" y="6628"/>
                </a:lnTo>
                <a:lnTo>
                  <a:pt x="19254" y="6074"/>
                </a:lnTo>
                <a:lnTo>
                  <a:pt x="18662" y="5559"/>
                </a:lnTo>
                <a:lnTo>
                  <a:pt x="18070" y="5081"/>
                </a:lnTo>
                <a:lnTo>
                  <a:pt x="17459" y="4623"/>
                </a:lnTo>
                <a:lnTo>
                  <a:pt x="16828" y="4183"/>
                </a:lnTo>
                <a:lnTo>
                  <a:pt x="16217" y="3782"/>
                </a:lnTo>
                <a:lnTo>
                  <a:pt x="15587" y="3419"/>
                </a:lnTo>
                <a:lnTo>
                  <a:pt x="14937" y="3057"/>
                </a:lnTo>
                <a:lnTo>
                  <a:pt x="14307" y="2732"/>
                </a:lnTo>
                <a:lnTo>
                  <a:pt x="13658" y="2426"/>
                </a:lnTo>
                <a:lnTo>
                  <a:pt x="13027" y="2140"/>
                </a:lnTo>
                <a:lnTo>
                  <a:pt x="12397" y="1891"/>
                </a:lnTo>
                <a:lnTo>
                  <a:pt x="11748" y="1643"/>
                </a:lnTo>
                <a:lnTo>
                  <a:pt x="11117" y="1433"/>
                </a:lnTo>
                <a:lnTo>
                  <a:pt x="10487" y="1242"/>
                </a:lnTo>
                <a:lnTo>
                  <a:pt x="9876" y="1051"/>
                </a:lnTo>
                <a:lnTo>
                  <a:pt x="9265" y="898"/>
                </a:lnTo>
                <a:lnTo>
                  <a:pt x="8653" y="745"/>
                </a:lnTo>
                <a:lnTo>
                  <a:pt x="8061" y="612"/>
                </a:lnTo>
                <a:lnTo>
                  <a:pt x="7469" y="497"/>
                </a:lnTo>
                <a:lnTo>
                  <a:pt x="6342" y="325"/>
                </a:lnTo>
                <a:lnTo>
                  <a:pt x="5273" y="172"/>
                </a:lnTo>
                <a:lnTo>
                  <a:pt x="4279" y="96"/>
                </a:lnTo>
                <a:lnTo>
                  <a:pt x="3363" y="39"/>
                </a:lnTo>
                <a:lnTo>
                  <a:pt x="252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14"/>
          <p:cNvSpPr/>
          <p:nvPr/>
        </p:nvSpPr>
        <p:spPr>
          <a:xfrm flipH="1">
            <a:off x="8866691" y="4250931"/>
            <a:ext cx="3322138" cy="2607061"/>
          </a:xfrm>
          <a:custGeom>
            <a:avLst/>
            <a:gdLst/>
            <a:ahLst/>
            <a:cxnLst/>
            <a:rect l="l" t="t" r="r" b="b"/>
            <a:pathLst>
              <a:path w="89009" h="69832" extrusionOk="0">
                <a:moveTo>
                  <a:pt x="1796" y="1"/>
                </a:moveTo>
                <a:lnTo>
                  <a:pt x="1166" y="20"/>
                </a:lnTo>
                <a:lnTo>
                  <a:pt x="307" y="58"/>
                </a:lnTo>
                <a:lnTo>
                  <a:pt x="1" y="77"/>
                </a:lnTo>
                <a:lnTo>
                  <a:pt x="1" y="69831"/>
                </a:lnTo>
                <a:lnTo>
                  <a:pt x="89008" y="69831"/>
                </a:lnTo>
                <a:lnTo>
                  <a:pt x="89008" y="69564"/>
                </a:lnTo>
                <a:lnTo>
                  <a:pt x="89008" y="69316"/>
                </a:lnTo>
                <a:lnTo>
                  <a:pt x="88989" y="69086"/>
                </a:lnTo>
                <a:lnTo>
                  <a:pt x="88970" y="68857"/>
                </a:lnTo>
                <a:lnTo>
                  <a:pt x="88913" y="68647"/>
                </a:lnTo>
                <a:lnTo>
                  <a:pt x="88856" y="68456"/>
                </a:lnTo>
                <a:lnTo>
                  <a:pt x="88779" y="68265"/>
                </a:lnTo>
                <a:lnTo>
                  <a:pt x="88684" y="68074"/>
                </a:lnTo>
                <a:lnTo>
                  <a:pt x="88588" y="67921"/>
                </a:lnTo>
                <a:lnTo>
                  <a:pt x="88474" y="67749"/>
                </a:lnTo>
                <a:lnTo>
                  <a:pt x="88359" y="67616"/>
                </a:lnTo>
                <a:lnTo>
                  <a:pt x="88206" y="67463"/>
                </a:lnTo>
                <a:lnTo>
                  <a:pt x="88053" y="67348"/>
                </a:lnTo>
                <a:lnTo>
                  <a:pt x="87901" y="67215"/>
                </a:lnTo>
                <a:lnTo>
                  <a:pt x="87729" y="67119"/>
                </a:lnTo>
                <a:lnTo>
                  <a:pt x="87557" y="67005"/>
                </a:lnTo>
                <a:lnTo>
                  <a:pt x="87156" y="66833"/>
                </a:lnTo>
                <a:lnTo>
                  <a:pt x="86735" y="66661"/>
                </a:lnTo>
                <a:lnTo>
                  <a:pt x="86277" y="66546"/>
                </a:lnTo>
                <a:lnTo>
                  <a:pt x="85780" y="66432"/>
                </a:lnTo>
                <a:lnTo>
                  <a:pt x="85265" y="66336"/>
                </a:lnTo>
                <a:lnTo>
                  <a:pt x="84749" y="66260"/>
                </a:lnTo>
                <a:lnTo>
                  <a:pt x="84195" y="66202"/>
                </a:lnTo>
                <a:lnTo>
                  <a:pt x="83622" y="66145"/>
                </a:lnTo>
                <a:lnTo>
                  <a:pt x="82438" y="66069"/>
                </a:lnTo>
                <a:lnTo>
                  <a:pt x="81254" y="65992"/>
                </a:lnTo>
                <a:lnTo>
                  <a:pt x="80069" y="65916"/>
                </a:lnTo>
                <a:lnTo>
                  <a:pt x="79477" y="65859"/>
                </a:lnTo>
                <a:lnTo>
                  <a:pt x="78904" y="65782"/>
                </a:lnTo>
                <a:lnTo>
                  <a:pt x="78350" y="65706"/>
                </a:lnTo>
                <a:lnTo>
                  <a:pt x="77816" y="65610"/>
                </a:lnTo>
                <a:lnTo>
                  <a:pt x="77281" y="65477"/>
                </a:lnTo>
                <a:lnTo>
                  <a:pt x="76803" y="65324"/>
                </a:lnTo>
                <a:lnTo>
                  <a:pt x="76326" y="65152"/>
                </a:lnTo>
                <a:lnTo>
                  <a:pt x="75886" y="64961"/>
                </a:lnTo>
                <a:lnTo>
                  <a:pt x="75676" y="64846"/>
                </a:lnTo>
                <a:lnTo>
                  <a:pt x="75485" y="64713"/>
                </a:lnTo>
                <a:lnTo>
                  <a:pt x="75294" y="64579"/>
                </a:lnTo>
                <a:lnTo>
                  <a:pt x="75122" y="64445"/>
                </a:lnTo>
                <a:lnTo>
                  <a:pt x="74779" y="64140"/>
                </a:lnTo>
                <a:lnTo>
                  <a:pt x="74435" y="63815"/>
                </a:lnTo>
                <a:lnTo>
                  <a:pt x="74110" y="63509"/>
                </a:lnTo>
                <a:lnTo>
                  <a:pt x="73824" y="63165"/>
                </a:lnTo>
                <a:lnTo>
                  <a:pt x="73537" y="62841"/>
                </a:lnTo>
                <a:lnTo>
                  <a:pt x="73270" y="62497"/>
                </a:lnTo>
                <a:lnTo>
                  <a:pt x="73021" y="62153"/>
                </a:lnTo>
                <a:lnTo>
                  <a:pt x="72792" y="61809"/>
                </a:lnTo>
                <a:lnTo>
                  <a:pt x="72563" y="61465"/>
                </a:lnTo>
                <a:lnTo>
                  <a:pt x="72353" y="61103"/>
                </a:lnTo>
                <a:lnTo>
                  <a:pt x="72162" y="60740"/>
                </a:lnTo>
                <a:lnTo>
                  <a:pt x="71990" y="60377"/>
                </a:lnTo>
                <a:lnTo>
                  <a:pt x="71818" y="60014"/>
                </a:lnTo>
                <a:lnTo>
                  <a:pt x="71646" y="59651"/>
                </a:lnTo>
                <a:lnTo>
                  <a:pt x="71360" y="58906"/>
                </a:lnTo>
                <a:lnTo>
                  <a:pt x="71111" y="58142"/>
                </a:lnTo>
                <a:lnTo>
                  <a:pt x="70882" y="57378"/>
                </a:lnTo>
                <a:lnTo>
                  <a:pt x="70691" y="56595"/>
                </a:lnTo>
                <a:lnTo>
                  <a:pt x="70500" y="55831"/>
                </a:lnTo>
                <a:lnTo>
                  <a:pt x="70175" y="54265"/>
                </a:lnTo>
                <a:lnTo>
                  <a:pt x="69851" y="52698"/>
                </a:lnTo>
                <a:lnTo>
                  <a:pt x="69660" y="51934"/>
                </a:lnTo>
                <a:lnTo>
                  <a:pt x="69469" y="51170"/>
                </a:lnTo>
                <a:lnTo>
                  <a:pt x="69259" y="50406"/>
                </a:lnTo>
                <a:lnTo>
                  <a:pt x="69029" y="49661"/>
                </a:lnTo>
                <a:lnTo>
                  <a:pt x="68743" y="48936"/>
                </a:lnTo>
                <a:lnTo>
                  <a:pt x="68437" y="48210"/>
                </a:lnTo>
                <a:lnTo>
                  <a:pt x="68265" y="47866"/>
                </a:lnTo>
                <a:lnTo>
                  <a:pt x="68094" y="47503"/>
                </a:lnTo>
                <a:lnTo>
                  <a:pt x="67903" y="47159"/>
                </a:lnTo>
                <a:lnTo>
                  <a:pt x="67692" y="46815"/>
                </a:lnTo>
                <a:lnTo>
                  <a:pt x="67463" y="46491"/>
                </a:lnTo>
                <a:lnTo>
                  <a:pt x="67234" y="46166"/>
                </a:lnTo>
                <a:lnTo>
                  <a:pt x="66986" y="45841"/>
                </a:lnTo>
                <a:lnTo>
                  <a:pt x="66718" y="45517"/>
                </a:lnTo>
                <a:lnTo>
                  <a:pt x="66432" y="45192"/>
                </a:lnTo>
                <a:lnTo>
                  <a:pt x="66126" y="44886"/>
                </a:lnTo>
                <a:lnTo>
                  <a:pt x="65802" y="44600"/>
                </a:lnTo>
                <a:lnTo>
                  <a:pt x="65477" y="44294"/>
                </a:lnTo>
                <a:lnTo>
                  <a:pt x="65114" y="44008"/>
                </a:lnTo>
                <a:lnTo>
                  <a:pt x="64732" y="43721"/>
                </a:lnTo>
                <a:lnTo>
                  <a:pt x="64350" y="43454"/>
                </a:lnTo>
                <a:lnTo>
                  <a:pt x="63930" y="43186"/>
                </a:lnTo>
                <a:lnTo>
                  <a:pt x="63490" y="42938"/>
                </a:lnTo>
                <a:lnTo>
                  <a:pt x="63013" y="42690"/>
                </a:lnTo>
                <a:lnTo>
                  <a:pt x="62535" y="42442"/>
                </a:lnTo>
                <a:lnTo>
                  <a:pt x="62020" y="42212"/>
                </a:lnTo>
                <a:lnTo>
                  <a:pt x="61256" y="41888"/>
                </a:lnTo>
                <a:lnTo>
                  <a:pt x="60473" y="41620"/>
                </a:lnTo>
                <a:lnTo>
                  <a:pt x="59689" y="41391"/>
                </a:lnTo>
                <a:lnTo>
                  <a:pt x="58925" y="41200"/>
                </a:lnTo>
                <a:lnTo>
                  <a:pt x="58142" y="41047"/>
                </a:lnTo>
                <a:lnTo>
                  <a:pt x="57359" y="40933"/>
                </a:lnTo>
                <a:lnTo>
                  <a:pt x="56576" y="40856"/>
                </a:lnTo>
                <a:lnTo>
                  <a:pt x="55793" y="40799"/>
                </a:lnTo>
                <a:lnTo>
                  <a:pt x="55010" y="40780"/>
                </a:lnTo>
                <a:lnTo>
                  <a:pt x="54227" y="40799"/>
                </a:lnTo>
                <a:lnTo>
                  <a:pt x="53444" y="40837"/>
                </a:lnTo>
                <a:lnTo>
                  <a:pt x="52680" y="40894"/>
                </a:lnTo>
                <a:lnTo>
                  <a:pt x="51896" y="40971"/>
                </a:lnTo>
                <a:lnTo>
                  <a:pt x="51132" y="41066"/>
                </a:lnTo>
                <a:lnTo>
                  <a:pt x="50368" y="41200"/>
                </a:lnTo>
                <a:lnTo>
                  <a:pt x="49604" y="41334"/>
                </a:lnTo>
                <a:lnTo>
                  <a:pt x="48840" y="41467"/>
                </a:lnTo>
                <a:lnTo>
                  <a:pt x="48096" y="41639"/>
                </a:lnTo>
                <a:lnTo>
                  <a:pt x="46606" y="41983"/>
                </a:lnTo>
                <a:lnTo>
                  <a:pt x="45135" y="42365"/>
                </a:lnTo>
                <a:lnTo>
                  <a:pt x="43702" y="42747"/>
                </a:lnTo>
                <a:lnTo>
                  <a:pt x="42289" y="43129"/>
                </a:lnTo>
                <a:lnTo>
                  <a:pt x="40933" y="43492"/>
                </a:lnTo>
                <a:lnTo>
                  <a:pt x="39596" y="43817"/>
                </a:lnTo>
                <a:lnTo>
                  <a:pt x="38966" y="43950"/>
                </a:lnTo>
                <a:lnTo>
                  <a:pt x="38335" y="44084"/>
                </a:lnTo>
                <a:lnTo>
                  <a:pt x="37705" y="44180"/>
                </a:lnTo>
                <a:lnTo>
                  <a:pt x="37094" y="44275"/>
                </a:lnTo>
                <a:lnTo>
                  <a:pt x="36502" y="44352"/>
                </a:lnTo>
                <a:lnTo>
                  <a:pt x="35910" y="44390"/>
                </a:lnTo>
                <a:lnTo>
                  <a:pt x="35356" y="44409"/>
                </a:lnTo>
                <a:lnTo>
                  <a:pt x="34802" y="44390"/>
                </a:lnTo>
                <a:lnTo>
                  <a:pt x="34267" y="44352"/>
                </a:lnTo>
                <a:lnTo>
                  <a:pt x="33732" y="44294"/>
                </a:lnTo>
                <a:lnTo>
                  <a:pt x="33235" y="44180"/>
                </a:lnTo>
                <a:lnTo>
                  <a:pt x="32739" y="44046"/>
                </a:lnTo>
                <a:lnTo>
                  <a:pt x="32261" y="43874"/>
                </a:lnTo>
                <a:lnTo>
                  <a:pt x="31822" y="43645"/>
                </a:lnTo>
                <a:lnTo>
                  <a:pt x="31593" y="43530"/>
                </a:lnTo>
                <a:lnTo>
                  <a:pt x="31383" y="43397"/>
                </a:lnTo>
                <a:lnTo>
                  <a:pt x="31173" y="43263"/>
                </a:lnTo>
                <a:lnTo>
                  <a:pt x="30963" y="43091"/>
                </a:lnTo>
                <a:lnTo>
                  <a:pt x="30752" y="42938"/>
                </a:lnTo>
                <a:lnTo>
                  <a:pt x="30561" y="42747"/>
                </a:lnTo>
                <a:lnTo>
                  <a:pt x="30370" y="42556"/>
                </a:lnTo>
                <a:lnTo>
                  <a:pt x="30179" y="42365"/>
                </a:lnTo>
                <a:lnTo>
                  <a:pt x="29988" y="42155"/>
                </a:lnTo>
                <a:lnTo>
                  <a:pt x="29817" y="41926"/>
                </a:lnTo>
                <a:lnTo>
                  <a:pt x="29645" y="41677"/>
                </a:lnTo>
                <a:lnTo>
                  <a:pt x="29473" y="41429"/>
                </a:lnTo>
                <a:lnTo>
                  <a:pt x="29320" y="41162"/>
                </a:lnTo>
                <a:lnTo>
                  <a:pt x="29167" y="40875"/>
                </a:lnTo>
                <a:lnTo>
                  <a:pt x="28862" y="40283"/>
                </a:lnTo>
                <a:lnTo>
                  <a:pt x="28594" y="39634"/>
                </a:lnTo>
                <a:lnTo>
                  <a:pt x="28346" y="38908"/>
                </a:lnTo>
                <a:lnTo>
                  <a:pt x="28117" y="38125"/>
                </a:lnTo>
                <a:lnTo>
                  <a:pt x="27906" y="37284"/>
                </a:lnTo>
                <a:lnTo>
                  <a:pt x="27715" y="36387"/>
                </a:lnTo>
                <a:lnTo>
                  <a:pt x="27563" y="35413"/>
                </a:lnTo>
                <a:lnTo>
                  <a:pt x="27429" y="34381"/>
                </a:lnTo>
                <a:lnTo>
                  <a:pt x="27314" y="33254"/>
                </a:lnTo>
                <a:lnTo>
                  <a:pt x="27238" y="32070"/>
                </a:lnTo>
                <a:lnTo>
                  <a:pt x="27181" y="30809"/>
                </a:lnTo>
                <a:lnTo>
                  <a:pt x="27142" y="29472"/>
                </a:lnTo>
                <a:lnTo>
                  <a:pt x="27142" y="28059"/>
                </a:lnTo>
                <a:lnTo>
                  <a:pt x="27142" y="26626"/>
                </a:lnTo>
                <a:lnTo>
                  <a:pt x="27085" y="25251"/>
                </a:lnTo>
                <a:lnTo>
                  <a:pt x="27009" y="23914"/>
                </a:lnTo>
                <a:lnTo>
                  <a:pt x="26894" y="22634"/>
                </a:lnTo>
                <a:lnTo>
                  <a:pt x="26722" y="21393"/>
                </a:lnTo>
                <a:lnTo>
                  <a:pt x="26531" y="20209"/>
                </a:lnTo>
                <a:lnTo>
                  <a:pt x="26302" y="19044"/>
                </a:lnTo>
                <a:lnTo>
                  <a:pt x="26054" y="17955"/>
                </a:lnTo>
                <a:lnTo>
                  <a:pt x="25767" y="16885"/>
                </a:lnTo>
                <a:lnTo>
                  <a:pt x="25443" y="15873"/>
                </a:lnTo>
                <a:lnTo>
                  <a:pt x="25099" y="14880"/>
                </a:lnTo>
                <a:lnTo>
                  <a:pt x="24736" y="13944"/>
                </a:lnTo>
                <a:lnTo>
                  <a:pt x="24335" y="13046"/>
                </a:lnTo>
                <a:lnTo>
                  <a:pt x="23915" y="12206"/>
                </a:lnTo>
                <a:lnTo>
                  <a:pt x="23475" y="11384"/>
                </a:lnTo>
                <a:lnTo>
                  <a:pt x="23017" y="10601"/>
                </a:lnTo>
                <a:lnTo>
                  <a:pt x="22520" y="9837"/>
                </a:lnTo>
                <a:lnTo>
                  <a:pt x="22024" y="9130"/>
                </a:lnTo>
                <a:lnTo>
                  <a:pt x="21508" y="8462"/>
                </a:lnTo>
                <a:lnTo>
                  <a:pt x="20954" y="7813"/>
                </a:lnTo>
                <a:lnTo>
                  <a:pt x="20400" y="7201"/>
                </a:lnTo>
                <a:lnTo>
                  <a:pt x="19846" y="6628"/>
                </a:lnTo>
                <a:lnTo>
                  <a:pt x="19254" y="6074"/>
                </a:lnTo>
                <a:lnTo>
                  <a:pt x="18662" y="5559"/>
                </a:lnTo>
                <a:lnTo>
                  <a:pt x="18070" y="5081"/>
                </a:lnTo>
                <a:lnTo>
                  <a:pt x="17459" y="4623"/>
                </a:lnTo>
                <a:lnTo>
                  <a:pt x="16828" y="4183"/>
                </a:lnTo>
                <a:lnTo>
                  <a:pt x="16217" y="3782"/>
                </a:lnTo>
                <a:lnTo>
                  <a:pt x="15587" y="3419"/>
                </a:lnTo>
                <a:lnTo>
                  <a:pt x="14937" y="3057"/>
                </a:lnTo>
                <a:lnTo>
                  <a:pt x="14307" y="2732"/>
                </a:lnTo>
                <a:lnTo>
                  <a:pt x="13658" y="2426"/>
                </a:lnTo>
                <a:lnTo>
                  <a:pt x="13027" y="2140"/>
                </a:lnTo>
                <a:lnTo>
                  <a:pt x="12397" y="1891"/>
                </a:lnTo>
                <a:lnTo>
                  <a:pt x="11748" y="1643"/>
                </a:lnTo>
                <a:lnTo>
                  <a:pt x="11117" y="1433"/>
                </a:lnTo>
                <a:lnTo>
                  <a:pt x="10487" y="1242"/>
                </a:lnTo>
                <a:lnTo>
                  <a:pt x="9876" y="1051"/>
                </a:lnTo>
                <a:lnTo>
                  <a:pt x="9265" y="898"/>
                </a:lnTo>
                <a:lnTo>
                  <a:pt x="8653" y="745"/>
                </a:lnTo>
                <a:lnTo>
                  <a:pt x="8061" y="612"/>
                </a:lnTo>
                <a:lnTo>
                  <a:pt x="7469" y="497"/>
                </a:lnTo>
                <a:lnTo>
                  <a:pt x="6342" y="325"/>
                </a:lnTo>
                <a:lnTo>
                  <a:pt x="5273" y="172"/>
                </a:lnTo>
                <a:lnTo>
                  <a:pt x="4279" y="96"/>
                </a:lnTo>
                <a:lnTo>
                  <a:pt x="3363" y="39"/>
                </a:lnTo>
                <a:lnTo>
                  <a:pt x="252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1282866" y="1813599"/>
            <a:ext cx="9623093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 idx="2" hasCustomPrompt="1"/>
          </p:nvPr>
        </p:nvSpPr>
        <p:spPr>
          <a:xfrm>
            <a:off x="1282866" y="3825201"/>
            <a:ext cx="1218883" cy="1219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1282866" y="3134400"/>
            <a:ext cx="5700515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3" y="4000500"/>
            <a:ext cx="3657316" cy="2870095"/>
          </a:xfrm>
          <a:custGeom>
            <a:avLst/>
            <a:gdLst/>
            <a:ahLst/>
            <a:cxnLst/>
            <a:rect l="l" t="t" r="r" b="b"/>
            <a:pathLst>
              <a:path w="89009" h="69832" extrusionOk="0">
                <a:moveTo>
                  <a:pt x="1796" y="1"/>
                </a:moveTo>
                <a:lnTo>
                  <a:pt x="1166" y="20"/>
                </a:lnTo>
                <a:lnTo>
                  <a:pt x="307" y="58"/>
                </a:lnTo>
                <a:lnTo>
                  <a:pt x="1" y="77"/>
                </a:lnTo>
                <a:lnTo>
                  <a:pt x="1" y="69831"/>
                </a:lnTo>
                <a:lnTo>
                  <a:pt x="89008" y="69831"/>
                </a:lnTo>
                <a:lnTo>
                  <a:pt x="89008" y="69564"/>
                </a:lnTo>
                <a:lnTo>
                  <a:pt x="89008" y="69316"/>
                </a:lnTo>
                <a:lnTo>
                  <a:pt x="88989" y="69086"/>
                </a:lnTo>
                <a:lnTo>
                  <a:pt x="88970" y="68857"/>
                </a:lnTo>
                <a:lnTo>
                  <a:pt x="88913" y="68647"/>
                </a:lnTo>
                <a:lnTo>
                  <a:pt x="88856" y="68456"/>
                </a:lnTo>
                <a:lnTo>
                  <a:pt x="88779" y="68265"/>
                </a:lnTo>
                <a:lnTo>
                  <a:pt x="88684" y="68074"/>
                </a:lnTo>
                <a:lnTo>
                  <a:pt x="88588" y="67921"/>
                </a:lnTo>
                <a:lnTo>
                  <a:pt x="88474" y="67749"/>
                </a:lnTo>
                <a:lnTo>
                  <a:pt x="88359" y="67616"/>
                </a:lnTo>
                <a:lnTo>
                  <a:pt x="88206" y="67463"/>
                </a:lnTo>
                <a:lnTo>
                  <a:pt x="88053" y="67348"/>
                </a:lnTo>
                <a:lnTo>
                  <a:pt x="87901" y="67215"/>
                </a:lnTo>
                <a:lnTo>
                  <a:pt x="87729" y="67119"/>
                </a:lnTo>
                <a:lnTo>
                  <a:pt x="87557" y="67005"/>
                </a:lnTo>
                <a:lnTo>
                  <a:pt x="87156" y="66833"/>
                </a:lnTo>
                <a:lnTo>
                  <a:pt x="86735" y="66661"/>
                </a:lnTo>
                <a:lnTo>
                  <a:pt x="86277" y="66546"/>
                </a:lnTo>
                <a:lnTo>
                  <a:pt x="85780" y="66432"/>
                </a:lnTo>
                <a:lnTo>
                  <a:pt x="85265" y="66336"/>
                </a:lnTo>
                <a:lnTo>
                  <a:pt x="84749" y="66260"/>
                </a:lnTo>
                <a:lnTo>
                  <a:pt x="84195" y="66202"/>
                </a:lnTo>
                <a:lnTo>
                  <a:pt x="83622" y="66145"/>
                </a:lnTo>
                <a:lnTo>
                  <a:pt x="82438" y="66069"/>
                </a:lnTo>
                <a:lnTo>
                  <a:pt x="81254" y="65992"/>
                </a:lnTo>
                <a:lnTo>
                  <a:pt x="80069" y="65916"/>
                </a:lnTo>
                <a:lnTo>
                  <a:pt x="79477" y="65859"/>
                </a:lnTo>
                <a:lnTo>
                  <a:pt x="78904" y="65782"/>
                </a:lnTo>
                <a:lnTo>
                  <a:pt x="78350" y="65706"/>
                </a:lnTo>
                <a:lnTo>
                  <a:pt x="77816" y="65610"/>
                </a:lnTo>
                <a:lnTo>
                  <a:pt x="77281" y="65477"/>
                </a:lnTo>
                <a:lnTo>
                  <a:pt x="76803" y="65324"/>
                </a:lnTo>
                <a:lnTo>
                  <a:pt x="76326" y="65152"/>
                </a:lnTo>
                <a:lnTo>
                  <a:pt x="75886" y="64961"/>
                </a:lnTo>
                <a:lnTo>
                  <a:pt x="75676" y="64846"/>
                </a:lnTo>
                <a:lnTo>
                  <a:pt x="75485" y="64713"/>
                </a:lnTo>
                <a:lnTo>
                  <a:pt x="75294" y="64579"/>
                </a:lnTo>
                <a:lnTo>
                  <a:pt x="75122" y="64445"/>
                </a:lnTo>
                <a:lnTo>
                  <a:pt x="74779" y="64140"/>
                </a:lnTo>
                <a:lnTo>
                  <a:pt x="74435" y="63815"/>
                </a:lnTo>
                <a:lnTo>
                  <a:pt x="74110" y="63509"/>
                </a:lnTo>
                <a:lnTo>
                  <a:pt x="73824" y="63165"/>
                </a:lnTo>
                <a:lnTo>
                  <a:pt x="73537" y="62841"/>
                </a:lnTo>
                <a:lnTo>
                  <a:pt x="73270" y="62497"/>
                </a:lnTo>
                <a:lnTo>
                  <a:pt x="73021" y="62153"/>
                </a:lnTo>
                <a:lnTo>
                  <a:pt x="72792" y="61809"/>
                </a:lnTo>
                <a:lnTo>
                  <a:pt x="72563" y="61465"/>
                </a:lnTo>
                <a:lnTo>
                  <a:pt x="72353" y="61103"/>
                </a:lnTo>
                <a:lnTo>
                  <a:pt x="72162" y="60740"/>
                </a:lnTo>
                <a:lnTo>
                  <a:pt x="71990" y="60377"/>
                </a:lnTo>
                <a:lnTo>
                  <a:pt x="71818" y="60014"/>
                </a:lnTo>
                <a:lnTo>
                  <a:pt x="71646" y="59651"/>
                </a:lnTo>
                <a:lnTo>
                  <a:pt x="71360" y="58906"/>
                </a:lnTo>
                <a:lnTo>
                  <a:pt x="71111" y="58142"/>
                </a:lnTo>
                <a:lnTo>
                  <a:pt x="70882" y="57378"/>
                </a:lnTo>
                <a:lnTo>
                  <a:pt x="70691" y="56595"/>
                </a:lnTo>
                <a:lnTo>
                  <a:pt x="70500" y="55831"/>
                </a:lnTo>
                <a:lnTo>
                  <a:pt x="70175" y="54265"/>
                </a:lnTo>
                <a:lnTo>
                  <a:pt x="69851" y="52698"/>
                </a:lnTo>
                <a:lnTo>
                  <a:pt x="69660" y="51934"/>
                </a:lnTo>
                <a:lnTo>
                  <a:pt x="69469" y="51170"/>
                </a:lnTo>
                <a:lnTo>
                  <a:pt x="69259" y="50406"/>
                </a:lnTo>
                <a:lnTo>
                  <a:pt x="69029" y="49661"/>
                </a:lnTo>
                <a:lnTo>
                  <a:pt x="68743" y="48936"/>
                </a:lnTo>
                <a:lnTo>
                  <a:pt x="68437" y="48210"/>
                </a:lnTo>
                <a:lnTo>
                  <a:pt x="68265" y="47866"/>
                </a:lnTo>
                <a:lnTo>
                  <a:pt x="68094" y="47503"/>
                </a:lnTo>
                <a:lnTo>
                  <a:pt x="67903" y="47159"/>
                </a:lnTo>
                <a:lnTo>
                  <a:pt x="67692" y="46815"/>
                </a:lnTo>
                <a:lnTo>
                  <a:pt x="67463" y="46491"/>
                </a:lnTo>
                <a:lnTo>
                  <a:pt x="67234" y="46166"/>
                </a:lnTo>
                <a:lnTo>
                  <a:pt x="66986" y="45841"/>
                </a:lnTo>
                <a:lnTo>
                  <a:pt x="66718" y="45517"/>
                </a:lnTo>
                <a:lnTo>
                  <a:pt x="66432" y="45192"/>
                </a:lnTo>
                <a:lnTo>
                  <a:pt x="66126" y="44886"/>
                </a:lnTo>
                <a:lnTo>
                  <a:pt x="65802" y="44600"/>
                </a:lnTo>
                <a:lnTo>
                  <a:pt x="65477" y="44294"/>
                </a:lnTo>
                <a:lnTo>
                  <a:pt x="65114" y="44008"/>
                </a:lnTo>
                <a:lnTo>
                  <a:pt x="64732" y="43721"/>
                </a:lnTo>
                <a:lnTo>
                  <a:pt x="64350" y="43454"/>
                </a:lnTo>
                <a:lnTo>
                  <a:pt x="63930" y="43186"/>
                </a:lnTo>
                <a:lnTo>
                  <a:pt x="63490" y="42938"/>
                </a:lnTo>
                <a:lnTo>
                  <a:pt x="63013" y="42690"/>
                </a:lnTo>
                <a:lnTo>
                  <a:pt x="62535" y="42442"/>
                </a:lnTo>
                <a:lnTo>
                  <a:pt x="62020" y="42212"/>
                </a:lnTo>
                <a:lnTo>
                  <a:pt x="61256" y="41888"/>
                </a:lnTo>
                <a:lnTo>
                  <a:pt x="60473" y="41620"/>
                </a:lnTo>
                <a:lnTo>
                  <a:pt x="59689" y="41391"/>
                </a:lnTo>
                <a:lnTo>
                  <a:pt x="58925" y="41200"/>
                </a:lnTo>
                <a:lnTo>
                  <a:pt x="58142" y="41047"/>
                </a:lnTo>
                <a:lnTo>
                  <a:pt x="57359" y="40933"/>
                </a:lnTo>
                <a:lnTo>
                  <a:pt x="56576" y="40856"/>
                </a:lnTo>
                <a:lnTo>
                  <a:pt x="55793" y="40799"/>
                </a:lnTo>
                <a:lnTo>
                  <a:pt x="55010" y="40780"/>
                </a:lnTo>
                <a:lnTo>
                  <a:pt x="54227" y="40799"/>
                </a:lnTo>
                <a:lnTo>
                  <a:pt x="53444" y="40837"/>
                </a:lnTo>
                <a:lnTo>
                  <a:pt x="52680" y="40894"/>
                </a:lnTo>
                <a:lnTo>
                  <a:pt x="51896" y="40971"/>
                </a:lnTo>
                <a:lnTo>
                  <a:pt x="51132" y="41066"/>
                </a:lnTo>
                <a:lnTo>
                  <a:pt x="50368" y="41200"/>
                </a:lnTo>
                <a:lnTo>
                  <a:pt x="49604" y="41334"/>
                </a:lnTo>
                <a:lnTo>
                  <a:pt x="48840" y="41467"/>
                </a:lnTo>
                <a:lnTo>
                  <a:pt x="48096" y="41639"/>
                </a:lnTo>
                <a:lnTo>
                  <a:pt x="46606" y="41983"/>
                </a:lnTo>
                <a:lnTo>
                  <a:pt x="45135" y="42365"/>
                </a:lnTo>
                <a:lnTo>
                  <a:pt x="43702" y="42747"/>
                </a:lnTo>
                <a:lnTo>
                  <a:pt x="42289" y="43129"/>
                </a:lnTo>
                <a:lnTo>
                  <a:pt x="40933" y="43492"/>
                </a:lnTo>
                <a:lnTo>
                  <a:pt x="39596" y="43817"/>
                </a:lnTo>
                <a:lnTo>
                  <a:pt x="38966" y="43950"/>
                </a:lnTo>
                <a:lnTo>
                  <a:pt x="38335" y="44084"/>
                </a:lnTo>
                <a:lnTo>
                  <a:pt x="37705" y="44180"/>
                </a:lnTo>
                <a:lnTo>
                  <a:pt x="37094" y="44275"/>
                </a:lnTo>
                <a:lnTo>
                  <a:pt x="36502" y="44352"/>
                </a:lnTo>
                <a:lnTo>
                  <a:pt x="35910" y="44390"/>
                </a:lnTo>
                <a:lnTo>
                  <a:pt x="35356" y="44409"/>
                </a:lnTo>
                <a:lnTo>
                  <a:pt x="34802" y="44390"/>
                </a:lnTo>
                <a:lnTo>
                  <a:pt x="34267" y="44352"/>
                </a:lnTo>
                <a:lnTo>
                  <a:pt x="33732" y="44294"/>
                </a:lnTo>
                <a:lnTo>
                  <a:pt x="33235" y="44180"/>
                </a:lnTo>
                <a:lnTo>
                  <a:pt x="32739" y="44046"/>
                </a:lnTo>
                <a:lnTo>
                  <a:pt x="32261" y="43874"/>
                </a:lnTo>
                <a:lnTo>
                  <a:pt x="31822" y="43645"/>
                </a:lnTo>
                <a:lnTo>
                  <a:pt x="31593" y="43530"/>
                </a:lnTo>
                <a:lnTo>
                  <a:pt x="31383" y="43397"/>
                </a:lnTo>
                <a:lnTo>
                  <a:pt x="31173" y="43263"/>
                </a:lnTo>
                <a:lnTo>
                  <a:pt x="30963" y="43091"/>
                </a:lnTo>
                <a:lnTo>
                  <a:pt x="30752" y="42938"/>
                </a:lnTo>
                <a:lnTo>
                  <a:pt x="30561" y="42747"/>
                </a:lnTo>
                <a:lnTo>
                  <a:pt x="30370" y="42556"/>
                </a:lnTo>
                <a:lnTo>
                  <a:pt x="30179" y="42365"/>
                </a:lnTo>
                <a:lnTo>
                  <a:pt x="29988" y="42155"/>
                </a:lnTo>
                <a:lnTo>
                  <a:pt x="29817" y="41926"/>
                </a:lnTo>
                <a:lnTo>
                  <a:pt x="29645" y="41677"/>
                </a:lnTo>
                <a:lnTo>
                  <a:pt x="29473" y="41429"/>
                </a:lnTo>
                <a:lnTo>
                  <a:pt x="29320" y="41162"/>
                </a:lnTo>
                <a:lnTo>
                  <a:pt x="29167" y="40875"/>
                </a:lnTo>
                <a:lnTo>
                  <a:pt x="28862" y="40283"/>
                </a:lnTo>
                <a:lnTo>
                  <a:pt x="28594" y="39634"/>
                </a:lnTo>
                <a:lnTo>
                  <a:pt x="28346" y="38908"/>
                </a:lnTo>
                <a:lnTo>
                  <a:pt x="28117" y="38125"/>
                </a:lnTo>
                <a:lnTo>
                  <a:pt x="27906" y="37284"/>
                </a:lnTo>
                <a:lnTo>
                  <a:pt x="27715" y="36387"/>
                </a:lnTo>
                <a:lnTo>
                  <a:pt x="27563" y="35413"/>
                </a:lnTo>
                <a:lnTo>
                  <a:pt x="27429" y="34381"/>
                </a:lnTo>
                <a:lnTo>
                  <a:pt x="27314" y="33254"/>
                </a:lnTo>
                <a:lnTo>
                  <a:pt x="27238" y="32070"/>
                </a:lnTo>
                <a:lnTo>
                  <a:pt x="27181" y="30809"/>
                </a:lnTo>
                <a:lnTo>
                  <a:pt x="27142" y="29472"/>
                </a:lnTo>
                <a:lnTo>
                  <a:pt x="27142" y="28059"/>
                </a:lnTo>
                <a:lnTo>
                  <a:pt x="27142" y="26626"/>
                </a:lnTo>
                <a:lnTo>
                  <a:pt x="27085" y="25251"/>
                </a:lnTo>
                <a:lnTo>
                  <a:pt x="27009" y="23914"/>
                </a:lnTo>
                <a:lnTo>
                  <a:pt x="26894" y="22634"/>
                </a:lnTo>
                <a:lnTo>
                  <a:pt x="26722" y="21393"/>
                </a:lnTo>
                <a:lnTo>
                  <a:pt x="26531" y="20209"/>
                </a:lnTo>
                <a:lnTo>
                  <a:pt x="26302" y="19044"/>
                </a:lnTo>
                <a:lnTo>
                  <a:pt x="26054" y="17955"/>
                </a:lnTo>
                <a:lnTo>
                  <a:pt x="25767" y="16885"/>
                </a:lnTo>
                <a:lnTo>
                  <a:pt x="25443" y="15873"/>
                </a:lnTo>
                <a:lnTo>
                  <a:pt x="25099" y="14880"/>
                </a:lnTo>
                <a:lnTo>
                  <a:pt x="24736" y="13944"/>
                </a:lnTo>
                <a:lnTo>
                  <a:pt x="24335" y="13046"/>
                </a:lnTo>
                <a:lnTo>
                  <a:pt x="23915" y="12206"/>
                </a:lnTo>
                <a:lnTo>
                  <a:pt x="23475" y="11384"/>
                </a:lnTo>
                <a:lnTo>
                  <a:pt x="23017" y="10601"/>
                </a:lnTo>
                <a:lnTo>
                  <a:pt x="22520" y="9837"/>
                </a:lnTo>
                <a:lnTo>
                  <a:pt x="22024" y="9130"/>
                </a:lnTo>
                <a:lnTo>
                  <a:pt x="21508" y="8462"/>
                </a:lnTo>
                <a:lnTo>
                  <a:pt x="20954" y="7813"/>
                </a:lnTo>
                <a:lnTo>
                  <a:pt x="20400" y="7201"/>
                </a:lnTo>
                <a:lnTo>
                  <a:pt x="19846" y="6628"/>
                </a:lnTo>
                <a:lnTo>
                  <a:pt x="19254" y="6074"/>
                </a:lnTo>
                <a:lnTo>
                  <a:pt x="18662" y="5559"/>
                </a:lnTo>
                <a:lnTo>
                  <a:pt x="18070" y="5081"/>
                </a:lnTo>
                <a:lnTo>
                  <a:pt x="17459" y="4623"/>
                </a:lnTo>
                <a:lnTo>
                  <a:pt x="16828" y="4183"/>
                </a:lnTo>
                <a:lnTo>
                  <a:pt x="16217" y="3782"/>
                </a:lnTo>
                <a:lnTo>
                  <a:pt x="15587" y="3419"/>
                </a:lnTo>
                <a:lnTo>
                  <a:pt x="14937" y="3057"/>
                </a:lnTo>
                <a:lnTo>
                  <a:pt x="14307" y="2732"/>
                </a:lnTo>
                <a:lnTo>
                  <a:pt x="13658" y="2426"/>
                </a:lnTo>
                <a:lnTo>
                  <a:pt x="13027" y="2140"/>
                </a:lnTo>
                <a:lnTo>
                  <a:pt x="12397" y="1891"/>
                </a:lnTo>
                <a:lnTo>
                  <a:pt x="11748" y="1643"/>
                </a:lnTo>
                <a:lnTo>
                  <a:pt x="11117" y="1433"/>
                </a:lnTo>
                <a:lnTo>
                  <a:pt x="10487" y="1242"/>
                </a:lnTo>
                <a:lnTo>
                  <a:pt x="9876" y="1051"/>
                </a:lnTo>
                <a:lnTo>
                  <a:pt x="9265" y="898"/>
                </a:lnTo>
                <a:lnTo>
                  <a:pt x="8653" y="745"/>
                </a:lnTo>
                <a:lnTo>
                  <a:pt x="8061" y="612"/>
                </a:lnTo>
                <a:lnTo>
                  <a:pt x="7469" y="497"/>
                </a:lnTo>
                <a:lnTo>
                  <a:pt x="6342" y="325"/>
                </a:lnTo>
                <a:lnTo>
                  <a:pt x="5273" y="172"/>
                </a:lnTo>
                <a:lnTo>
                  <a:pt x="4279" y="96"/>
                </a:lnTo>
                <a:lnTo>
                  <a:pt x="3363" y="39"/>
                </a:lnTo>
                <a:lnTo>
                  <a:pt x="252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15"/>
          <p:cNvSpPr/>
          <p:nvPr/>
        </p:nvSpPr>
        <p:spPr>
          <a:xfrm>
            <a:off x="7330018" y="1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950753" y="1858665"/>
            <a:ext cx="1028732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title" idx="2" hasCustomPrompt="1"/>
          </p:nvPr>
        </p:nvSpPr>
        <p:spPr>
          <a:xfrm>
            <a:off x="5484971" y="3780135"/>
            <a:ext cx="1218883" cy="1219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1"/>
          </p:nvPr>
        </p:nvSpPr>
        <p:spPr>
          <a:xfrm>
            <a:off x="3131185" y="3083599"/>
            <a:ext cx="5926456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/>
          <p:nvPr/>
        </p:nvSpPr>
        <p:spPr>
          <a:xfrm rot="10800000" flipH="1">
            <a:off x="7274766" y="5134567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104;p16"/>
          <p:cNvSpPr/>
          <p:nvPr/>
        </p:nvSpPr>
        <p:spPr>
          <a:xfrm flipH="1">
            <a:off x="-84851" y="-25299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2052866" y="3185205"/>
            <a:ext cx="8083094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title" idx="2" hasCustomPrompt="1"/>
          </p:nvPr>
        </p:nvSpPr>
        <p:spPr>
          <a:xfrm>
            <a:off x="8917077" y="1965995"/>
            <a:ext cx="1218883" cy="1219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1"/>
          </p:nvPr>
        </p:nvSpPr>
        <p:spPr>
          <a:xfrm>
            <a:off x="4397855" y="4404405"/>
            <a:ext cx="5738105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7330018" y="1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8"/>
          <p:cNvSpPr/>
          <p:nvPr/>
        </p:nvSpPr>
        <p:spPr>
          <a:xfrm rot="10800000">
            <a:off x="-7" y="5134567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1981997" y="4629667"/>
            <a:ext cx="8224658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33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1"/>
          </p:nvPr>
        </p:nvSpPr>
        <p:spPr>
          <a:xfrm>
            <a:off x="1980284" y="1496733"/>
            <a:ext cx="8228257" cy="30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6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/>
          <p:nvPr/>
        </p:nvSpPr>
        <p:spPr>
          <a:xfrm rot="5400000" flipH="1">
            <a:off x="-887632" y="887633"/>
            <a:ext cx="3809936" cy="2034661"/>
          </a:xfrm>
          <a:custGeom>
            <a:avLst/>
            <a:gdLst/>
            <a:ahLst/>
            <a:cxnLst/>
            <a:rect l="l" t="t" r="r" b="b"/>
            <a:pathLst>
              <a:path w="70729" h="37782" extrusionOk="0">
                <a:moveTo>
                  <a:pt x="64483" y="1"/>
                </a:moveTo>
                <a:lnTo>
                  <a:pt x="64158" y="20"/>
                </a:lnTo>
                <a:lnTo>
                  <a:pt x="63815" y="58"/>
                </a:lnTo>
                <a:lnTo>
                  <a:pt x="63471" y="116"/>
                </a:lnTo>
                <a:lnTo>
                  <a:pt x="63127" y="192"/>
                </a:lnTo>
                <a:lnTo>
                  <a:pt x="62783" y="287"/>
                </a:lnTo>
                <a:lnTo>
                  <a:pt x="62420" y="402"/>
                </a:lnTo>
                <a:lnTo>
                  <a:pt x="62077" y="536"/>
                </a:lnTo>
                <a:lnTo>
                  <a:pt x="61714" y="689"/>
                </a:lnTo>
                <a:lnTo>
                  <a:pt x="61370" y="860"/>
                </a:lnTo>
                <a:lnTo>
                  <a:pt x="61007" y="1051"/>
                </a:lnTo>
                <a:lnTo>
                  <a:pt x="60663" y="1281"/>
                </a:lnTo>
                <a:lnTo>
                  <a:pt x="60300" y="1529"/>
                </a:lnTo>
                <a:lnTo>
                  <a:pt x="59956" y="1796"/>
                </a:lnTo>
                <a:lnTo>
                  <a:pt x="59593" y="2102"/>
                </a:lnTo>
                <a:lnTo>
                  <a:pt x="59250" y="2427"/>
                </a:lnTo>
                <a:lnTo>
                  <a:pt x="58906" y="2770"/>
                </a:lnTo>
                <a:lnTo>
                  <a:pt x="58562" y="3152"/>
                </a:lnTo>
                <a:lnTo>
                  <a:pt x="58218" y="3573"/>
                </a:lnTo>
                <a:lnTo>
                  <a:pt x="57894" y="4031"/>
                </a:lnTo>
                <a:lnTo>
                  <a:pt x="57550" y="4509"/>
                </a:lnTo>
                <a:lnTo>
                  <a:pt x="57225" y="5005"/>
                </a:lnTo>
                <a:lnTo>
                  <a:pt x="56900" y="5559"/>
                </a:lnTo>
                <a:lnTo>
                  <a:pt x="56576" y="6132"/>
                </a:lnTo>
                <a:lnTo>
                  <a:pt x="56270" y="6762"/>
                </a:lnTo>
                <a:lnTo>
                  <a:pt x="55964" y="7412"/>
                </a:lnTo>
                <a:lnTo>
                  <a:pt x="55659" y="8099"/>
                </a:lnTo>
                <a:lnTo>
                  <a:pt x="55372" y="8825"/>
                </a:lnTo>
                <a:lnTo>
                  <a:pt x="55086" y="9608"/>
                </a:lnTo>
                <a:lnTo>
                  <a:pt x="54799" y="10411"/>
                </a:lnTo>
                <a:lnTo>
                  <a:pt x="54532" y="11270"/>
                </a:lnTo>
                <a:lnTo>
                  <a:pt x="54284" y="12149"/>
                </a:lnTo>
                <a:lnTo>
                  <a:pt x="54016" y="13104"/>
                </a:lnTo>
                <a:lnTo>
                  <a:pt x="53787" y="14078"/>
                </a:lnTo>
                <a:lnTo>
                  <a:pt x="53615" y="14746"/>
                </a:lnTo>
                <a:lnTo>
                  <a:pt x="53443" y="15377"/>
                </a:lnTo>
                <a:lnTo>
                  <a:pt x="53233" y="16007"/>
                </a:lnTo>
                <a:lnTo>
                  <a:pt x="53042" y="16599"/>
                </a:lnTo>
                <a:lnTo>
                  <a:pt x="52813" y="17172"/>
                </a:lnTo>
                <a:lnTo>
                  <a:pt x="52584" y="17707"/>
                </a:lnTo>
                <a:lnTo>
                  <a:pt x="52335" y="18242"/>
                </a:lnTo>
                <a:lnTo>
                  <a:pt x="52087" y="18738"/>
                </a:lnTo>
                <a:lnTo>
                  <a:pt x="51820" y="19216"/>
                </a:lnTo>
                <a:lnTo>
                  <a:pt x="51533" y="19674"/>
                </a:lnTo>
                <a:lnTo>
                  <a:pt x="51247" y="20114"/>
                </a:lnTo>
                <a:lnTo>
                  <a:pt x="50941" y="20534"/>
                </a:lnTo>
                <a:lnTo>
                  <a:pt x="50635" y="20935"/>
                </a:lnTo>
                <a:lnTo>
                  <a:pt x="50311" y="21317"/>
                </a:lnTo>
                <a:lnTo>
                  <a:pt x="49967" y="21680"/>
                </a:lnTo>
                <a:lnTo>
                  <a:pt x="49623" y="22024"/>
                </a:lnTo>
                <a:lnTo>
                  <a:pt x="49279" y="22329"/>
                </a:lnTo>
                <a:lnTo>
                  <a:pt x="48916" y="22635"/>
                </a:lnTo>
                <a:lnTo>
                  <a:pt x="48534" y="22921"/>
                </a:lnTo>
                <a:lnTo>
                  <a:pt x="48152" y="23189"/>
                </a:lnTo>
                <a:lnTo>
                  <a:pt x="47751" y="23437"/>
                </a:lnTo>
                <a:lnTo>
                  <a:pt x="47350" y="23685"/>
                </a:lnTo>
                <a:lnTo>
                  <a:pt x="46949" y="23895"/>
                </a:lnTo>
                <a:lnTo>
                  <a:pt x="46529" y="24106"/>
                </a:lnTo>
                <a:lnTo>
                  <a:pt x="46109" y="24297"/>
                </a:lnTo>
                <a:lnTo>
                  <a:pt x="45669" y="24468"/>
                </a:lnTo>
                <a:lnTo>
                  <a:pt x="45230" y="24621"/>
                </a:lnTo>
                <a:lnTo>
                  <a:pt x="44772" y="24755"/>
                </a:lnTo>
                <a:lnTo>
                  <a:pt x="44313" y="24889"/>
                </a:lnTo>
                <a:lnTo>
                  <a:pt x="43855" y="25003"/>
                </a:lnTo>
                <a:lnTo>
                  <a:pt x="43377" y="25118"/>
                </a:lnTo>
                <a:lnTo>
                  <a:pt x="42900" y="25213"/>
                </a:lnTo>
                <a:lnTo>
                  <a:pt x="42422" y="25290"/>
                </a:lnTo>
                <a:lnTo>
                  <a:pt x="41926" y="25366"/>
                </a:lnTo>
                <a:lnTo>
                  <a:pt x="41429" y="25423"/>
                </a:lnTo>
                <a:lnTo>
                  <a:pt x="40932" y="25462"/>
                </a:lnTo>
                <a:lnTo>
                  <a:pt x="39901" y="25519"/>
                </a:lnTo>
                <a:lnTo>
                  <a:pt x="38870" y="25538"/>
                </a:lnTo>
                <a:lnTo>
                  <a:pt x="37800" y="25538"/>
                </a:lnTo>
                <a:lnTo>
                  <a:pt x="36730" y="25500"/>
                </a:lnTo>
                <a:lnTo>
                  <a:pt x="35642" y="25423"/>
                </a:lnTo>
                <a:lnTo>
                  <a:pt x="34534" y="25328"/>
                </a:lnTo>
                <a:lnTo>
                  <a:pt x="33407" y="25194"/>
                </a:lnTo>
                <a:lnTo>
                  <a:pt x="32280" y="25061"/>
                </a:lnTo>
                <a:lnTo>
                  <a:pt x="31153" y="24908"/>
                </a:lnTo>
                <a:lnTo>
                  <a:pt x="30007" y="24736"/>
                </a:lnTo>
                <a:lnTo>
                  <a:pt x="27715" y="24373"/>
                </a:lnTo>
                <a:lnTo>
                  <a:pt x="25423" y="24010"/>
                </a:lnTo>
                <a:lnTo>
                  <a:pt x="23131" y="23647"/>
                </a:lnTo>
                <a:lnTo>
                  <a:pt x="22004" y="23494"/>
                </a:lnTo>
                <a:lnTo>
                  <a:pt x="20877" y="23342"/>
                </a:lnTo>
                <a:lnTo>
                  <a:pt x="19750" y="23208"/>
                </a:lnTo>
                <a:lnTo>
                  <a:pt x="18662" y="23093"/>
                </a:lnTo>
                <a:lnTo>
                  <a:pt x="17573" y="22998"/>
                </a:lnTo>
                <a:lnTo>
                  <a:pt x="16484" y="22940"/>
                </a:lnTo>
                <a:lnTo>
                  <a:pt x="15434" y="22902"/>
                </a:lnTo>
                <a:lnTo>
                  <a:pt x="14402" y="22902"/>
                </a:lnTo>
                <a:lnTo>
                  <a:pt x="13371" y="22940"/>
                </a:lnTo>
                <a:lnTo>
                  <a:pt x="12378" y="23017"/>
                </a:lnTo>
                <a:lnTo>
                  <a:pt x="11900" y="23074"/>
                </a:lnTo>
                <a:lnTo>
                  <a:pt x="11422" y="23131"/>
                </a:lnTo>
                <a:lnTo>
                  <a:pt x="10945" y="23208"/>
                </a:lnTo>
                <a:lnTo>
                  <a:pt x="10467" y="23284"/>
                </a:lnTo>
                <a:lnTo>
                  <a:pt x="10009" y="23399"/>
                </a:lnTo>
                <a:lnTo>
                  <a:pt x="9551" y="23513"/>
                </a:lnTo>
                <a:lnTo>
                  <a:pt x="9111" y="23628"/>
                </a:lnTo>
                <a:lnTo>
                  <a:pt x="8672" y="23762"/>
                </a:lnTo>
                <a:lnTo>
                  <a:pt x="8233" y="23915"/>
                </a:lnTo>
                <a:lnTo>
                  <a:pt x="7813" y="24086"/>
                </a:lnTo>
                <a:lnTo>
                  <a:pt x="7392" y="24277"/>
                </a:lnTo>
                <a:lnTo>
                  <a:pt x="6991" y="24468"/>
                </a:lnTo>
                <a:lnTo>
                  <a:pt x="6590" y="24679"/>
                </a:lnTo>
                <a:lnTo>
                  <a:pt x="6208" y="24908"/>
                </a:lnTo>
                <a:lnTo>
                  <a:pt x="5826" y="25156"/>
                </a:lnTo>
                <a:lnTo>
                  <a:pt x="5463" y="25423"/>
                </a:lnTo>
                <a:lnTo>
                  <a:pt x="5100" y="25691"/>
                </a:lnTo>
                <a:lnTo>
                  <a:pt x="4737" y="25996"/>
                </a:lnTo>
                <a:lnTo>
                  <a:pt x="4413" y="26302"/>
                </a:lnTo>
                <a:lnTo>
                  <a:pt x="4069" y="26646"/>
                </a:lnTo>
                <a:lnTo>
                  <a:pt x="3763" y="26990"/>
                </a:lnTo>
                <a:lnTo>
                  <a:pt x="3458" y="27353"/>
                </a:lnTo>
                <a:lnTo>
                  <a:pt x="3152" y="27754"/>
                </a:lnTo>
                <a:lnTo>
                  <a:pt x="2866" y="28155"/>
                </a:lnTo>
                <a:lnTo>
                  <a:pt x="2598" y="28594"/>
                </a:lnTo>
                <a:lnTo>
                  <a:pt x="2331" y="29053"/>
                </a:lnTo>
                <a:lnTo>
                  <a:pt x="2082" y="29511"/>
                </a:lnTo>
                <a:lnTo>
                  <a:pt x="1834" y="30008"/>
                </a:lnTo>
                <a:lnTo>
                  <a:pt x="1605" y="30523"/>
                </a:lnTo>
                <a:lnTo>
                  <a:pt x="1395" y="31058"/>
                </a:lnTo>
                <a:lnTo>
                  <a:pt x="1204" y="31631"/>
                </a:lnTo>
                <a:lnTo>
                  <a:pt x="1013" y="32204"/>
                </a:lnTo>
                <a:lnTo>
                  <a:pt x="841" y="32815"/>
                </a:lnTo>
                <a:lnTo>
                  <a:pt x="669" y="33446"/>
                </a:lnTo>
                <a:lnTo>
                  <a:pt x="535" y="34114"/>
                </a:lnTo>
                <a:lnTo>
                  <a:pt x="402" y="34783"/>
                </a:lnTo>
                <a:lnTo>
                  <a:pt x="268" y="35508"/>
                </a:lnTo>
                <a:lnTo>
                  <a:pt x="172" y="36234"/>
                </a:lnTo>
                <a:lnTo>
                  <a:pt x="77" y="36998"/>
                </a:lnTo>
                <a:lnTo>
                  <a:pt x="1" y="37781"/>
                </a:lnTo>
                <a:lnTo>
                  <a:pt x="70729" y="37781"/>
                </a:lnTo>
                <a:lnTo>
                  <a:pt x="70729" y="2045"/>
                </a:lnTo>
                <a:lnTo>
                  <a:pt x="70595" y="1930"/>
                </a:lnTo>
                <a:lnTo>
                  <a:pt x="70213" y="1682"/>
                </a:lnTo>
                <a:lnTo>
                  <a:pt x="69946" y="1510"/>
                </a:lnTo>
                <a:lnTo>
                  <a:pt x="69602" y="1319"/>
                </a:lnTo>
                <a:lnTo>
                  <a:pt x="69220" y="1109"/>
                </a:lnTo>
                <a:lnTo>
                  <a:pt x="68800" y="918"/>
                </a:lnTo>
                <a:lnTo>
                  <a:pt x="68322" y="708"/>
                </a:lnTo>
                <a:lnTo>
                  <a:pt x="67826" y="517"/>
                </a:lnTo>
                <a:lnTo>
                  <a:pt x="67272" y="345"/>
                </a:lnTo>
                <a:lnTo>
                  <a:pt x="66699" y="211"/>
                </a:lnTo>
                <a:lnTo>
                  <a:pt x="66107" y="96"/>
                </a:lnTo>
                <a:lnTo>
                  <a:pt x="65782" y="39"/>
                </a:lnTo>
                <a:lnTo>
                  <a:pt x="65476" y="20"/>
                </a:lnTo>
                <a:lnTo>
                  <a:pt x="6515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9"/>
          <p:cNvSpPr/>
          <p:nvPr/>
        </p:nvSpPr>
        <p:spPr>
          <a:xfrm>
            <a:off x="8379917" y="4822835"/>
            <a:ext cx="3808944" cy="2035191"/>
          </a:xfrm>
          <a:custGeom>
            <a:avLst/>
            <a:gdLst/>
            <a:ahLst/>
            <a:cxnLst/>
            <a:rect l="l" t="t" r="r" b="b"/>
            <a:pathLst>
              <a:path w="70729" h="37782" extrusionOk="0">
                <a:moveTo>
                  <a:pt x="64483" y="1"/>
                </a:moveTo>
                <a:lnTo>
                  <a:pt x="64158" y="20"/>
                </a:lnTo>
                <a:lnTo>
                  <a:pt x="63815" y="58"/>
                </a:lnTo>
                <a:lnTo>
                  <a:pt x="63471" y="116"/>
                </a:lnTo>
                <a:lnTo>
                  <a:pt x="63127" y="192"/>
                </a:lnTo>
                <a:lnTo>
                  <a:pt x="62783" y="287"/>
                </a:lnTo>
                <a:lnTo>
                  <a:pt x="62420" y="402"/>
                </a:lnTo>
                <a:lnTo>
                  <a:pt x="62077" y="536"/>
                </a:lnTo>
                <a:lnTo>
                  <a:pt x="61714" y="689"/>
                </a:lnTo>
                <a:lnTo>
                  <a:pt x="61370" y="860"/>
                </a:lnTo>
                <a:lnTo>
                  <a:pt x="61007" y="1051"/>
                </a:lnTo>
                <a:lnTo>
                  <a:pt x="60663" y="1281"/>
                </a:lnTo>
                <a:lnTo>
                  <a:pt x="60300" y="1529"/>
                </a:lnTo>
                <a:lnTo>
                  <a:pt x="59956" y="1796"/>
                </a:lnTo>
                <a:lnTo>
                  <a:pt x="59593" y="2102"/>
                </a:lnTo>
                <a:lnTo>
                  <a:pt x="59250" y="2427"/>
                </a:lnTo>
                <a:lnTo>
                  <a:pt x="58906" y="2770"/>
                </a:lnTo>
                <a:lnTo>
                  <a:pt x="58562" y="3152"/>
                </a:lnTo>
                <a:lnTo>
                  <a:pt x="58218" y="3573"/>
                </a:lnTo>
                <a:lnTo>
                  <a:pt x="57894" y="4031"/>
                </a:lnTo>
                <a:lnTo>
                  <a:pt x="57550" y="4509"/>
                </a:lnTo>
                <a:lnTo>
                  <a:pt x="57225" y="5005"/>
                </a:lnTo>
                <a:lnTo>
                  <a:pt x="56900" y="5559"/>
                </a:lnTo>
                <a:lnTo>
                  <a:pt x="56576" y="6132"/>
                </a:lnTo>
                <a:lnTo>
                  <a:pt x="56270" y="6762"/>
                </a:lnTo>
                <a:lnTo>
                  <a:pt x="55964" y="7412"/>
                </a:lnTo>
                <a:lnTo>
                  <a:pt x="55659" y="8099"/>
                </a:lnTo>
                <a:lnTo>
                  <a:pt x="55372" y="8825"/>
                </a:lnTo>
                <a:lnTo>
                  <a:pt x="55086" y="9608"/>
                </a:lnTo>
                <a:lnTo>
                  <a:pt x="54799" y="10411"/>
                </a:lnTo>
                <a:lnTo>
                  <a:pt x="54532" y="11270"/>
                </a:lnTo>
                <a:lnTo>
                  <a:pt x="54284" y="12149"/>
                </a:lnTo>
                <a:lnTo>
                  <a:pt x="54016" y="13104"/>
                </a:lnTo>
                <a:lnTo>
                  <a:pt x="53787" y="14078"/>
                </a:lnTo>
                <a:lnTo>
                  <a:pt x="53615" y="14746"/>
                </a:lnTo>
                <a:lnTo>
                  <a:pt x="53443" y="15377"/>
                </a:lnTo>
                <a:lnTo>
                  <a:pt x="53233" y="16007"/>
                </a:lnTo>
                <a:lnTo>
                  <a:pt x="53042" y="16599"/>
                </a:lnTo>
                <a:lnTo>
                  <a:pt x="52813" y="17172"/>
                </a:lnTo>
                <a:lnTo>
                  <a:pt x="52584" y="17707"/>
                </a:lnTo>
                <a:lnTo>
                  <a:pt x="52335" y="18242"/>
                </a:lnTo>
                <a:lnTo>
                  <a:pt x="52087" y="18738"/>
                </a:lnTo>
                <a:lnTo>
                  <a:pt x="51820" y="19216"/>
                </a:lnTo>
                <a:lnTo>
                  <a:pt x="51533" y="19674"/>
                </a:lnTo>
                <a:lnTo>
                  <a:pt x="51247" y="20114"/>
                </a:lnTo>
                <a:lnTo>
                  <a:pt x="50941" y="20534"/>
                </a:lnTo>
                <a:lnTo>
                  <a:pt x="50635" y="20935"/>
                </a:lnTo>
                <a:lnTo>
                  <a:pt x="50311" y="21317"/>
                </a:lnTo>
                <a:lnTo>
                  <a:pt x="49967" y="21680"/>
                </a:lnTo>
                <a:lnTo>
                  <a:pt x="49623" y="22024"/>
                </a:lnTo>
                <a:lnTo>
                  <a:pt x="49279" y="22329"/>
                </a:lnTo>
                <a:lnTo>
                  <a:pt x="48916" y="22635"/>
                </a:lnTo>
                <a:lnTo>
                  <a:pt x="48534" y="22921"/>
                </a:lnTo>
                <a:lnTo>
                  <a:pt x="48152" y="23189"/>
                </a:lnTo>
                <a:lnTo>
                  <a:pt x="47751" y="23437"/>
                </a:lnTo>
                <a:lnTo>
                  <a:pt x="47350" y="23685"/>
                </a:lnTo>
                <a:lnTo>
                  <a:pt x="46949" y="23895"/>
                </a:lnTo>
                <a:lnTo>
                  <a:pt x="46529" y="24106"/>
                </a:lnTo>
                <a:lnTo>
                  <a:pt x="46109" y="24297"/>
                </a:lnTo>
                <a:lnTo>
                  <a:pt x="45669" y="24468"/>
                </a:lnTo>
                <a:lnTo>
                  <a:pt x="45230" y="24621"/>
                </a:lnTo>
                <a:lnTo>
                  <a:pt x="44772" y="24755"/>
                </a:lnTo>
                <a:lnTo>
                  <a:pt x="44313" y="24889"/>
                </a:lnTo>
                <a:lnTo>
                  <a:pt x="43855" y="25003"/>
                </a:lnTo>
                <a:lnTo>
                  <a:pt x="43377" y="25118"/>
                </a:lnTo>
                <a:lnTo>
                  <a:pt x="42900" y="25213"/>
                </a:lnTo>
                <a:lnTo>
                  <a:pt x="42422" y="25290"/>
                </a:lnTo>
                <a:lnTo>
                  <a:pt x="41926" y="25366"/>
                </a:lnTo>
                <a:lnTo>
                  <a:pt x="41429" y="25423"/>
                </a:lnTo>
                <a:lnTo>
                  <a:pt x="40932" y="25462"/>
                </a:lnTo>
                <a:lnTo>
                  <a:pt x="39901" y="25519"/>
                </a:lnTo>
                <a:lnTo>
                  <a:pt x="38870" y="25538"/>
                </a:lnTo>
                <a:lnTo>
                  <a:pt x="37800" y="25538"/>
                </a:lnTo>
                <a:lnTo>
                  <a:pt x="36730" y="25500"/>
                </a:lnTo>
                <a:lnTo>
                  <a:pt x="35642" y="25423"/>
                </a:lnTo>
                <a:lnTo>
                  <a:pt x="34534" y="25328"/>
                </a:lnTo>
                <a:lnTo>
                  <a:pt x="33407" y="25194"/>
                </a:lnTo>
                <a:lnTo>
                  <a:pt x="32280" y="25061"/>
                </a:lnTo>
                <a:lnTo>
                  <a:pt x="31153" y="24908"/>
                </a:lnTo>
                <a:lnTo>
                  <a:pt x="30007" y="24736"/>
                </a:lnTo>
                <a:lnTo>
                  <a:pt x="27715" y="24373"/>
                </a:lnTo>
                <a:lnTo>
                  <a:pt x="25423" y="24010"/>
                </a:lnTo>
                <a:lnTo>
                  <a:pt x="23131" y="23647"/>
                </a:lnTo>
                <a:lnTo>
                  <a:pt x="22004" y="23494"/>
                </a:lnTo>
                <a:lnTo>
                  <a:pt x="20877" y="23342"/>
                </a:lnTo>
                <a:lnTo>
                  <a:pt x="19750" y="23208"/>
                </a:lnTo>
                <a:lnTo>
                  <a:pt x="18662" y="23093"/>
                </a:lnTo>
                <a:lnTo>
                  <a:pt x="17573" y="22998"/>
                </a:lnTo>
                <a:lnTo>
                  <a:pt x="16484" y="22940"/>
                </a:lnTo>
                <a:lnTo>
                  <a:pt x="15434" y="22902"/>
                </a:lnTo>
                <a:lnTo>
                  <a:pt x="14402" y="22902"/>
                </a:lnTo>
                <a:lnTo>
                  <a:pt x="13371" y="22940"/>
                </a:lnTo>
                <a:lnTo>
                  <a:pt x="12378" y="23017"/>
                </a:lnTo>
                <a:lnTo>
                  <a:pt x="11900" y="23074"/>
                </a:lnTo>
                <a:lnTo>
                  <a:pt x="11422" y="23131"/>
                </a:lnTo>
                <a:lnTo>
                  <a:pt x="10945" y="23208"/>
                </a:lnTo>
                <a:lnTo>
                  <a:pt x="10467" y="23284"/>
                </a:lnTo>
                <a:lnTo>
                  <a:pt x="10009" y="23399"/>
                </a:lnTo>
                <a:lnTo>
                  <a:pt x="9551" y="23513"/>
                </a:lnTo>
                <a:lnTo>
                  <a:pt x="9111" y="23628"/>
                </a:lnTo>
                <a:lnTo>
                  <a:pt x="8672" y="23762"/>
                </a:lnTo>
                <a:lnTo>
                  <a:pt x="8233" y="23915"/>
                </a:lnTo>
                <a:lnTo>
                  <a:pt x="7813" y="24086"/>
                </a:lnTo>
                <a:lnTo>
                  <a:pt x="7392" y="24277"/>
                </a:lnTo>
                <a:lnTo>
                  <a:pt x="6991" y="24468"/>
                </a:lnTo>
                <a:lnTo>
                  <a:pt x="6590" y="24679"/>
                </a:lnTo>
                <a:lnTo>
                  <a:pt x="6208" y="24908"/>
                </a:lnTo>
                <a:lnTo>
                  <a:pt x="5826" y="25156"/>
                </a:lnTo>
                <a:lnTo>
                  <a:pt x="5463" y="25423"/>
                </a:lnTo>
                <a:lnTo>
                  <a:pt x="5100" y="25691"/>
                </a:lnTo>
                <a:lnTo>
                  <a:pt x="4737" y="25996"/>
                </a:lnTo>
                <a:lnTo>
                  <a:pt x="4413" y="26302"/>
                </a:lnTo>
                <a:lnTo>
                  <a:pt x="4069" y="26646"/>
                </a:lnTo>
                <a:lnTo>
                  <a:pt x="3763" y="26990"/>
                </a:lnTo>
                <a:lnTo>
                  <a:pt x="3458" y="27353"/>
                </a:lnTo>
                <a:lnTo>
                  <a:pt x="3152" y="27754"/>
                </a:lnTo>
                <a:lnTo>
                  <a:pt x="2866" y="28155"/>
                </a:lnTo>
                <a:lnTo>
                  <a:pt x="2598" y="28594"/>
                </a:lnTo>
                <a:lnTo>
                  <a:pt x="2331" y="29053"/>
                </a:lnTo>
                <a:lnTo>
                  <a:pt x="2082" y="29511"/>
                </a:lnTo>
                <a:lnTo>
                  <a:pt x="1834" y="30008"/>
                </a:lnTo>
                <a:lnTo>
                  <a:pt x="1605" y="30523"/>
                </a:lnTo>
                <a:lnTo>
                  <a:pt x="1395" y="31058"/>
                </a:lnTo>
                <a:lnTo>
                  <a:pt x="1204" y="31631"/>
                </a:lnTo>
                <a:lnTo>
                  <a:pt x="1013" y="32204"/>
                </a:lnTo>
                <a:lnTo>
                  <a:pt x="841" y="32815"/>
                </a:lnTo>
                <a:lnTo>
                  <a:pt x="669" y="33446"/>
                </a:lnTo>
                <a:lnTo>
                  <a:pt x="535" y="34114"/>
                </a:lnTo>
                <a:lnTo>
                  <a:pt x="402" y="34783"/>
                </a:lnTo>
                <a:lnTo>
                  <a:pt x="268" y="35508"/>
                </a:lnTo>
                <a:lnTo>
                  <a:pt x="172" y="36234"/>
                </a:lnTo>
                <a:lnTo>
                  <a:pt x="77" y="36998"/>
                </a:lnTo>
                <a:lnTo>
                  <a:pt x="1" y="37781"/>
                </a:lnTo>
                <a:lnTo>
                  <a:pt x="70729" y="37781"/>
                </a:lnTo>
                <a:lnTo>
                  <a:pt x="70729" y="2045"/>
                </a:lnTo>
                <a:lnTo>
                  <a:pt x="70595" y="1930"/>
                </a:lnTo>
                <a:lnTo>
                  <a:pt x="70213" y="1682"/>
                </a:lnTo>
                <a:lnTo>
                  <a:pt x="69946" y="1510"/>
                </a:lnTo>
                <a:lnTo>
                  <a:pt x="69602" y="1319"/>
                </a:lnTo>
                <a:lnTo>
                  <a:pt x="69220" y="1109"/>
                </a:lnTo>
                <a:lnTo>
                  <a:pt x="68800" y="918"/>
                </a:lnTo>
                <a:lnTo>
                  <a:pt x="68322" y="708"/>
                </a:lnTo>
                <a:lnTo>
                  <a:pt x="67826" y="517"/>
                </a:lnTo>
                <a:lnTo>
                  <a:pt x="67272" y="345"/>
                </a:lnTo>
                <a:lnTo>
                  <a:pt x="66699" y="211"/>
                </a:lnTo>
                <a:lnTo>
                  <a:pt x="66107" y="96"/>
                </a:lnTo>
                <a:lnTo>
                  <a:pt x="65782" y="39"/>
                </a:lnTo>
                <a:lnTo>
                  <a:pt x="65476" y="20"/>
                </a:lnTo>
                <a:lnTo>
                  <a:pt x="6515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1188985" y="2453600"/>
            <a:ext cx="403215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1"/>
          </p:nvPr>
        </p:nvSpPr>
        <p:spPr>
          <a:xfrm>
            <a:off x="1189785" y="3185200"/>
            <a:ext cx="403055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-5" y="-2604"/>
            <a:ext cx="2667681" cy="2456159"/>
          </a:xfrm>
          <a:custGeom>
            <a:avLst/>
            <a:gdLst/>
            <a:ahLst/>
            <a:cxnLst/>
            <a:rect l="l" t="t" r="r" b="b"/>
            <a:pathLst>
              <a:path w="32682" h="30084" extrusionOk="0">
                <a:moveTo>
                  <a:pt x="1" y="1"/>
                </a:moveTo>
                <a:lnTo>
                  <a:pt x="1" y="26359"/>
                </a:lnTo>
                <a:lnTo>
                  <a:pt x="765" y="26894"/>
                </a:lnTo>
                <a:lnTo>
                  <a:pt x="1644" y="27467"/>
                </a:lnTo>
                <a:lnTo>
                  <a:pt x="2484" y="27983"/>
                </a:lnTo>
                <a:lnTo>
                  <a:pt x="3305" y="28422"/>
                </a:lnTo>
                <a:lnTo>
                  <a:pt x="4088" y="28823"/>
                </a:lnTo>
                <a:lnTo>
                  <a:pt x="4852" y="29167"/>
                </a:lnTo>
                <a:lnTo>
                  <a:pt x="5597" y="29454"/>
                </a:lnTo>
                <a:lnTo>
                  <a:pt x="6304" y="29683"/>
                </a:lnTo>
                <a:lnTo>
                  <a:pt x="6648" y="29778"/>
                </a:lnTo>
                <a:lnTo>
                  <a:pt x="6992" y="29855"/>
                </a:lnTo>
                <a:lnTo>
                  <a:pt x="7335" y="29931"/>
                </a:lnTo>
                <a:lnTo>
                  <a:pt x="7660" y="29988"/>
                </a:lnTo>
                <a:lnTo>
                  <a:pt x="7985" y="30027"/>
                </a:lnTo>
                <a:lnTo>
                  <a:pt x="8310" y="30065"/>
                </a:lnTo>
                <a:lnTo>
                  <a:pt x="8634" y="30084"/>
                </a:lnTo>
                <a:lnTo>
                  <a:pt x="9245" y="30084"/>
                </a:lnTo>
                <a:lnTo>
                  <a:pt x="9551" y="30065"/>
                </a:lnTo>
                <a:lnTo>
                  <a:pt x="9857" y="30027"/>
                </a:lnTo>
                <a:lnTo>
                  <a:pt x="10143" y="29988"/>
                </a:lnTo>
                <a:lnTo>
                  <a:pt x="10430" y="29931"/>
                </a:lnTo>
                <a:lnTo>
                  <a:pt x="10716" y="29855"/>
                </a:lnTo>
                <a:lnTo>
                  <a:pt x="11003" y="29778"/>
                </a:lnTo>
                <a:lnTo>
                  <a:pt x="11270" y="29683"/>
                </a:lnTo>
                <a:lnTo>
                  <a:pt x="11557" y="29587"/>
                </a:lnTo>
                <a:lnTo>
                  <a:pt x="11824" y="29473"/>
                </a:lnTo>
                <a:lnTo>
                  <a:pt x="12130" y="29301"/>
                </a:lnTo>
                <a:lnTo>
                  <a:pt x="12435" y="29129"/>
                </a:lnTo>
                <a:lnTo>
                  <a:pt x="12722" y="28919"/>
                </a:lnTo>
                <a:lnTo>
                  <a:pt x="12989" y="28690"/>
                </a:lnTo>
                <a:lnTo>
                  <a:pt x="13276" y="28441"/>
                </a:lnTo>
                <a:lnTo>
                  <a:pt x="13524" y="28174"/>
                </a:lnTo>
                <a:lnTo>
                  <a:pt x="13772" y="27887"/>
                </a:lnTo>
                <a:lnTo>
                  <a:pt x="14021" y="27601"/>
                </a:lnTo>
                <a:lnTo>
                  <a:pt x="14250" y="27276"/>
                </a:lnTo>
                <a:lnTo>
                  <a:pt x="14479" y="26951"/>
                </a:lnTo>
                <a:lnTo>
                  <a:pt x="14689" y="26608"/>
                </a:lnTo>
                <a:lnTo>
                  <a:pt x="14899" y="26264"/>
                </a:lnTo>
                <a:lnTo>
                  <a:pt x="15300" y="25519"/>
                </a:lnTo>
                <a:lnTo>
                  <a:pt x="15682" y="24755"/>
                </a:lnTo>
                <a:lnTo>
                  <a:pt x="16064" y="23991"/>
                </a:lnTo>
                <a:lnTo>
                  <a:pt x="16427" y="23208"/>
                </a:lnTo>
                <a:lnTo>
                  <a:pt x="17134" y="21699"/>
                </a:lnTo>
                <a:lnTo>
                  <a:pt x="17478" y="20973"/>
                </a:lnTo>
                <a:lnTo>
                  <a:pt x="17841" y="20285"/>
                </a:lnTo>
                <a:lnTo>
                  <a:pt x="18223" y="19674"/>
                </a:lnTo>
                <a:lnTo>
                  <a:pt x="18414" y="19369"/>
                </a:lnTo>
                <a:lnTo>
                  <a:pt x="18605" y="19101"/>
                </a:lnTo>
                <a:lnTo>
                  <a:pt x="18891" y="18738"/>
                </a:lnTo>
                <a:lnTo>
                  <a:pt x="19197" y="18395"/>
                </a:lnTo>
                <a:lnTo>
                  <a:pt x="19502" y="18070"/>
                </a:lnTo>
                <a:lnTo>
                  <a:pt x="19808" y="17764"/>
                </a:lnTo>
                <a:lnTo>
                  <a:pt x="20133" y="17478"/>
                </a:lnTo>
                <a:lnTo>
                  <a:pt x="20457" y="17210"/>
                </a:lnTo>
                <a:lnTo>
                  <a:pt x="20801" y="16962"/>
                </a:lnTo>
                <a:lnTo>
                  <a:pt x="21145" y="16733"/>
                </a:lnTo>
                <a:lnTo>
                  <a:pt x="21489" y="16504"/>
                </a:lnTo>
                <a:lnTo>
                  <a:pt x="21852" y="16313"/>
                </a:lnTo>
                <a:lnTo>
                  <a:pt x="22215" y="16102"/>
                </a:lnTo>
                <a:lnTo>
                  <a:pt x="22578" y="15911"/>
                </a:lnTo>
                <a:lnTo>
                  <a:pt x="23322" y="15568"/>
                </a:lnTo>
                <a:lnTo>
                  <a:pt x="24086" y="15243"/>
                </a:lnTo>
                <a:lnTo>
                  <a:pt x="24850" y="14937"/>
                </a:lnTo>
                <a:lnTo>
                  <a:pt x="25634" y="14651"/>
                </a:lnTo>
                <a:lnTo>
                  <a:pt x="26417" y="14345"/>
                </a:lnTo>
                <a:lnTo>
                  <a:pt x="27200" y="14040"/>
                </a:lnTo>
                <a:lnTo>
                  <a:pt x="27983" y="13696"/>
                </a:lnTo>
                <a:lnTo>
                  <a:pt x="28766" y="13333"/>
                </a:lnTo>
                <a:lnTo>
                  <a:pt x="29148" y="13142"/>
                </a:lnTo>
                <a:lnTo>
                  <a:pt x="29530" y="12932"/>
                </a:lnTo>
                <a:lnTo>
                  <a:pt x="29912" y="12722"/>
                </a:lnTo>
                <a:lnTo>
                  <a:pt x="30294" y="12473"/>
                </a:lnTo>
                <a:lnTo>
                  <a:pt x="30542" y="12301"/>
                </a:lnTo>
                <a:lnTo>
                  <a:pt x="30772" y="12130"/>
                </a:lnTo>
                <a:lnTo>
                  <a:pt x="31001" y="11939"/>
                </a:lnTo>
                <a:lnTo>
                  <a:pt x="31211" y="11748"/>
                </a:lnTo>
                <a:lnTo>
                  <a:pt x="31402" y="11537"/>
                </a:lnTo>
                <a:lnTo>
                  <a:pt x="31574" y="11327"/>
                </a:lnTo>
                <a:lnTo>
                  <a:pt x="31746" y="11117"/>
                </a:lnTo>
                <a:lnTo>
                  <a:pt x="31898" y="10888"/>
                </a:lnTo>
                <a:lnTo>
                  <a:pt x="32032" y="10640"/>
                </a:lnTo>
                <a:lnTo>
                  <a:pt x="32166" y="10372"/>
                </a:lnTo>
                <a:lnTo>
                  <a:pt x="32280" y="10105"/>
                </a:lnTo>
                <a:lnTo>
                  <a:pt x="32395" y="9838"/>
                </a:lnTo>
                <a:lnTo>
                  <a:pt x="32471" y="9570"/>
                </a:lnTo>
                <a:lnTo>
                  <a:pt x="32548" y="9284"/>
                </a:lnTo>
                <a:lnTo>
                  <a:pt x="32605" y="8997"/>
                </a:lnTo>
                <a:lnTo>
                  <a:pt x="32643" y="8711"/>
                </a:lnTo>
                <a:lnTo>
                  <a:pt x="32662" y="8424"/>
                </a:lnTo>
                <a:lnTo>
                  <a:pt x="32682" y="8138"/>
                </a:lnTo>
                <a:lnTo>
                  <a:pt x="32662" y="7851"/>
                </a:lnTo>
                <a:lnTo>
                  <a:pt x="32662" y="7546"/>
                </a:lnTo>
                <a:lnTo>
                  <a:pt x="32624" y="7259"/>
                </a:lnTo>
                <a:lnTo>
                  <a:pt x="32586" y="6953"/>
                </a:lnTo>
                <a:lnTo>
                  <a:pt x="32529" y="6667"/>
                </a:lnTo>
                <a:lnTo>
                  <a:pt x="32452" y="6361"/>
                </a:lnTo>
                <a:lnTo>
                  <a:pt x="32376" y="6075"/>
                </a:lnTo>
                <a:lnTo>
                  <a:pt x="32280" y="5769"/>
                </a:lnTo>
                <a:lnTo>
                  <a:pt x="32166" y="5483"/>
                </a:lnTo>
                <a:lnTo>
                  <a:pt x="32051" y="5196"/>
                </a:lnTo>
                <a:lnTo>
                  <a:pt x="31918" y="4910"/>
                </a:lnTo>
                <a:lnTo>
                  <a:pt x="31765" y="4623"/>
                </a:lnTo>
                <a:lnTo>
                  <a:pt x="31612" y="4356"/>
                </a:lnTo>
                <a:lnTo>
                  <a:pt x="31459" y="4069"/>
                </a:lnTo>
                <a:lnTo>
                  <a:pt x="31287" y="3802"/>
                </a:lnTo>
                <a:lnTo>
                  <a:pt x="31096" y="3554"/>
                </a:lnTo>
                <a:lnTo>
                  <a:pt x="30905" y="3286"/>
                </a:lnTo>
                <a:lnTo>
                  <a:pt x="30695" y="3038"/>
                </a:lnTo>
                <a:lnTo>
                  <a:pt x="30485" y="2809"/>
                </a:lnTo>
                <a:lnTo>
                  <a:pt x="30256" y="2579"/>
                </a:lnTo>
                <a:lnTo>
                  <a:pt x="30027" y="2350"/>
                </a:lnTo>
                <a:lnTo>
                  <a:pt x="29778" y="2121"/>
                </a:lnTo>
                <a:lnTo>
                  <a:pt x="29091" y="1567"/>
                </a:lnTo>
                <a:lnTo>
                  <a:pt x="28403" y="1013"/>
                </a:lnTo>
                <a:lnTo>
                  <a:pt x="27696" y="497"/>
                </a:lnTo>
                <a:lnTo>
                  <a:pt x="2697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22"/>
          <p:cNvSpPr/>
          <p:nvPr/>
        </p:nvSpPr>
        <p:spPr>
          <a:xfrm rot="-5400000">
            <a:off x="10077060" y="639244"/>
            <a:ext cx="2743813" cy="1465307"/>
          </a:xfrm>
          <a:custGeom>
            <a:avLst/>
            <a:gdLst/>
            <a:ahLst/>
            <a:cxnLst/>
            <a:rect l="l" t="t" r="r" b="b"/>
            <a:pathLst>
              <a:path w="70729" h="37782" extrusionOk="0">
                <a:moveTo>
                  <a:pt x="64483" y="1"/>
                </a:moveTo>
                <a:lnTo>
                  <a:pt x="64158" y="20"/>
                </a:lnTo>
                <a:lnTo>
                  <a:pt x="63815" y="58"/>
                </a:lnTo>
                <a:lnTo>
                  <a:pt x="63471" y="116"/>
                </a:lnTo>
                <a:lnTo>
                  <a:pt x="63127" y="192"/>
                </a:lnTo>
                <a:lnTo>
                  <a:pt x="62783" y="287"/>
                </a:lnTo>
                <a:lnTo>
                  <a:pt x="62420" y="402"/>
                </a:lnTo>
                <a:lnTo>
                  <a:pt x="62077" y="536"/>
                </a:lnTo>
                <a:lnTo>
                  <a:pt x="61714" y="689"/>
                </a:lnTo>
                <a:lnTo>
                  <a:pt x="61370" y="860"/>
                </a:lnTo>
                <a:lnTo>
                  <a:pt x="61007" y="1051"/>
                </a:lnTo>
                <a:lnTo>
                  <a:pt x="60663" y="1281"/>
                </a:lnTo>
                <a:lnTo>
                  <a:pt x="60300" y="1529"/>
                </a:lnTo>
                <a:lnTo>
                  <a:pt x="59956" y="1796"/>
                </a:lnTo>
                <a:lnTo>
                  <a:pt x="59593" y="2102"/>
                </a:lnTo>
                <a:lnTo>
                  <a:pt x="59250" y="2427"/>
                </a:lnTo>
                <a:lnTo>
                  <a:pt x="58906" y="2770"/>
                </a:lnTo>
                <a:lnTo>
                  <a:pt x="58562" y="3152"/>
                </a:lnTo>
                <a:lnTo>
                  <a:pt x="58218" y="3573"/>
                </a:lnTo>
                <a:lnTo>
                  <a:pt x="57894" y="4031"/>
                </a:lnTo>
                <a:lnTo>
                  <a:pt x="57550" y="4509"/>
                </a:lnTo>
                <a:lnTo>
                  <a:pt x="57225" y="5005"/>
                </a:lnTo>
                <a:lnTo>
                  <a:pt x="56900" y="5559"/>
                </a:lnTo>
                <a:lnTo>
                  <a:pt x="56576" y="6132"/>
                </a:lnTo>
                <a:lnTo>
                  <a:pt x="56270" y="6762"/>
                </a:lnTo>
                <a:lnTo>
                  <a:pt x="55964" y="7412"/>
                </a:lnTo>
                <a:lnTo>
                  <a:pt x="55659" y="8099"/>
                </a:lnTo>
                <a:lnTo>
                  <a:pt x="55372" y="8825"/>
                </a:lnTo>
                <a:lnTo>
                  <a:pt x="55086" y="9608"/>
                </a:lnTo>
                <a:lnTo>
                  <a:pt x="54799" y="10411"/>
                </a:lnTo>
                <a:lnTo>
                  <a:pt x="54532" y="11270"/>
                </a:lnTo>
                <a:lnTo>
                  <a:pt x="54284" y="12149"/>
                </a:lnTo>
                <a:lnTo>
                  <a:pt x="54016" y="13104"/>
                </a:lnTo>
                <a:lnTo>
                  <a:pt x="53787" y="14078"/>
                </a:lnTo>
                <a:lnTo>
                  <a:pt x="53615" y="14746"/>
                </a:lnTo>
                <a:lnTo>
                  <a:pt x="53443" y="15377"/>
                </a:lnTo>
                <a:lnTo>
                  <a:pt x="53233" y="16007"/>
                </a:lnTo>
                <a:lnTo>
                  <a:pt x="53042" y="16599"/>
                </a:lnTo>
                <a:lnTo>
                  <a:pt x="52813" y="17172"/>
                </a:lnTo>
                <a:lnTo>
                  <a:pt x="52584" y="17707"/>
                </a:lnTo>
                <a:lnTo>
                  <a:pt x="52335" y="18242"/>
                </a:lnTo>
                <a:lnTo>
                  <a:pt x="52087" y="18738"/>
                </a:lnTo>
                <a:lnTo>
                  <a:pt x="51820" y="19216"/>
                </a:lnTo>
                <a:lnTo>
                  <a:pt x="51533" y="19674"/>
                </a:lnTo>
                <a:lnTo>
                  <a:pt x="51247" y="20114"/>
                </a:lnTo>
                <a:lnTo>
                  <a:pt x="50941" y="20534"/>
                </a:lnTo>
                <a:lnTo>
                  <a:pt x="50635" y="20935"/>
                </a:lnTo>
                <a:lnTo>
                  <a:pt x="50311" y="21317"/>
                </a:lnTo>
                <a:lnTo>
                  <a:pt x="49967" y="21680"/>
                </a:lnTo>
                <a:lnTo>
                  <a:pt x="49623" y="22024"/>
                </a:lnTo>
                <a:lnTo>
                  <a:pt x="49279" y="22329"/>
                </a:lnTo>
                <a:lnTo>
                  <a:pt x="48916" y="22635"/>
                </a:lnTo>
                <a:lnTo>
                  <a:pt x="48534" y="22921"/>
                </a:lnTo>
                <a:lnTo>
                  <a:pt x="48152" y="23189"/>
                </a:lnTo>
                <a:lnTo>
                  <a:pt x="47751" y="23437"/>
                </a:lnTo>
                <a:lnTo>
                  <a:pt x="47350" y="23685"/>
                </a:lnTo>
                <a:lnTo>
                  <a:pt x="46949" y="23895"/>
                </a:lnTo>
                <a:lnTo>
                  <a:pt x="46529" y="24106"/>
                </a:lnTo>
                <a:lnTo>
                  <a:pt x="46109" y="24297"/>
                </a:lnTo>
                <a:lnTo>
                  <a:pt x="45669" y="24468"/>
                </a:lnTo>
                <a:lnTo>
                  <a:pt x="45230" y="24621"/>
                </a:lnTo>
                <a:lnTo>
                  <a:pt x="44772" y="24755"/>
                </a:lnTo>
                <a:lnTo>
                  <a:pt x="44313" y="24889"/>
                </a:lnTo>
                <a:lnTo>
                  <a:pt x="43855" y="25003"/>
                </a:lnTo>
                <a:lnTo>
                  <a:pt x="43377" y="25118"/>
                </a:lnTo>
                <a:lnTo>
                  <a:pt x="42900" y="25213"/>
                </a:lnTo>
                <a:lnTo>
                  <a:pt x="42422" y="25290"/>
                </a:lnTo>
                <a:lnTo>
                  <a:pt x="41926" y="25366"/>
                </a:lnTo>
                <a:lnTo>
                  <a:pt x="41429" y="25423"/>
                </a:lnTo>
                <a:lnTo>
                  <a:pt x="40932" y="25462"/>
                </a:lnTo>
                <a:lnTo>
                  <a:pt x="39901" y="25519"/>
                </a:lnTo>
                <a:lnTo>
                  <a:pt x="38870" y="25538"/>
                </a:lnTo>
                <a:lnTo>
                  <a:pt x="37800" y="25538"/>
                </a:lnTo>
                <a:lnTo>
                  <a:pt x="36730" y="25500"/>
                </a:lnTo>
                <a:lnTo>
                  <a:pt x="35642" y="25423"/>
                </a:lnTo>
                <a:lnTo>
                  <a:pt x="34534" y="25328"/>
                </a:lnTo>
                <a:lnTo>
                  <a:pt x="33407" y="25194"/>
                </a:lnTo>
                <a:lnTo>
                  <a:pt x="32280" y="25061"/>
                </a:lnTo>
                <a:lnTo>
                  <a:pt x="31153" y="24908"/>
                </a:lnTo>
                <a:lnTo>
                  <a:pt x="30007" y="24736"/>
                </a:lnTo>
                <a:lnTo>
                  <a:pt x="27715" y="24373"/>
                </a:lnTo>
                <a:lnTo>
                  <a:pt x="25423" y="24010"/>
                </a:lnTo>
                <a:lnTo>
                  <a:pt x="23131" y="23647"/>
                </a:lnTo>
                <a:lnTo>
                  <a:pt x="22004" y="23494"/>
                </a:lnTo>
                <a:lnTo>
                  <a:pt x="20877" y="23342"/>
                </a:lnTo>
                <a:lnTo>
                  <a:pt x="19750" y="23208"/>
                </a:lnTo>
                <a:lnTo>
                  <a:pt x="18662" y="23093"/>
                </a:lnTo>
                <a:lnTo>
                  <a:pt x="17573" y="22998"/>
                </a:lnTo>
                <a:lnTo>
                  <a:pt x="16484" y="22940"/>
                </a:lnTo>
                <a:lnTo>
                  <a:pt x="15434" y="22902"/>
                </a:lnTo>
                <a:lnTo>
                  <a:pt x="14402" y="22902"/>
                </a:lnTo>
                <a:lnTo>
                  <a:pt x="13371" y="22940"/>
                </a:lnTo>
                <a:lnTo>
                  <a:pt x="12378" y="23017"/>
                </a:lnTo>
                <a:lnTo>
                  <a:pt x="11900" y="23074"/>
                </a:lnTo>
                <a:lnTo>
                  <a:pt x="11422" y="23131"/>
                </a:lnTo>
                <a:lnTo>
                  <a:pt x="10945" y="23208"/>
                </a:lnTo>
                <a:lnTo>
                  <a:pt x="10467" y="23284"/>
                </a:lnTo>
                <a:lnTo>
                  <a:pt x="10009" y="23399"/>
                </a:lnTo>
                <a:lnTo>
                  <a:pt x="9551" y="23513"/>
                </a:lnTo>
                <a:lnTo>
                  <a:pt x="9111" y="23628"/>
                </a:lnTo>
                <a:lnTo>
                  <a:pt x="8672" y="23762"/>
                </a:lnTo>
                <a:lnTo>
                  <a:pt x="8233" y="23915"/>
                </a:lnTo>
                <a:lnTo>
                  <a:pt x="7813" y="24086"/>
                </a:lnTo>
                <a:lnTo>
                  <a:pt x="7392" y="24277"/>
                </a:lnTo>
                <a:lnTo>
                  <a:pt x="6991" y="24468"/>
                </a:lnTo>
                <a:lnTo>
                  <a:pt x="6590" y="24679"/>
                </a:lnTo>
                <a:lnTo>
                  <a:pt x="6208" y="24908"/>
                </a:lnTo>
                <a:lnTo>
                  <a:pt x="5826" y="25156"/>
                </a:lnTo>
                <a:lnTo>
                  <a:pt x="5463" y="25423"/>
                </a:lnTo>
                <a:lnTo>
                  <a:pt x="5100" y="25691"/>
                </a:lnTo>
                <a:lnTo>
                  <a:pt x="4737" y="25996"/>
                </a:lnTo>
                <a:lnTo>
                  <a:pt x="4413" y="26302"/>
                </a:lnTo>
                <a:lnTo>
                  <a:pt x="4069" y="26646"/>
                </a:lnTo>
                <a:lnTo>
                  <a:pt x="3763" y="26990"/>
                </a:lnTo>
                <a:lnTo>
                  <a:pt x="3458" y="27353"/>
                </a:lnTo>
                <a:lnTo>
                  <a:pt x="3152" y="27754"/>
                </a:lnTo>
                <a:lnTo>
                  <a:pt x="2866" y="28155"/>
                </a:lnTo>
                <a:lnTo>
                  <a:pt x="2598" y="28594"/>
                </a:lnTo>
                <a:lnTo>
                  <a:pt x="2331" y="29053"/>
                </a:lnTo>
                <a:lnTo>
                  <a:pt x="2082" y="29511"/>
                </a:lnTo>
                <a:lnTo>
                  <a:pt x="1834" y="30008"/>
                </a:lnTo>
                <a:lnTo>
                  <a:pt x="1605" y="30523"/>
                </a:lnTo>
                <a:lnTo>
                  <a:pt x="1395" y="31058"/>
                </a:lnTo>
                <a:lnTo>
                  <a:pt x="1204" y="31631"/>
                </a:lnTo>
                <a:lnTo>
                  <a:pt x="1013" y="32204"/>
                </a:lnTo>
                <a:lnTo>
                  <a:pt x="841" y="32815"/>
                </a:lnTo>
                <a:lnTo>
                  <a:pt x="669" y="33446"/>
                </a:lnTo>
                <a:lnTo>
                  <a:pt x="535" y="34114"/>
                </a:lnTo>
                <a:lnTo>
                  <a:pt x="402" y="34783"/>
                </a:lnTo>
                <a:lnTo>
                  <a:pt x="268" y="35508"/>
                </a:lnTo>
                <a:lnTo>
                  <a:pt x="172" y="36234"/>
                </a:lnTo>
                <a:lnTo>
                  <a:pt x="77" y="36998"/>
                </a:lnTo>
                <a:lnTo>
                  <a:pt x="1" y="37781"/>
                </a:lnTo>
                <a:lnTo>
                  <a:pt x="70729" y="37781"/>
                </a:lnTo>
                <a:lnTo>
                  <a:pt x="70729" y="2045"/>
                </a:lnTo>
                <a:lnTo>
                  <a:pt x="70595" y="1930"/>
                </a:lnTo>
                <a:lnTo>
                  <a:pt x="70213" y="1682"/>
                </a:lnTo>
                <a:lnTo>
                  <a:pt x="69946" y="1510"/>
                </a:lnTo>
                <a:lnTo>
                  <a:pt x="69602" y="1319"/>
                </a:lnTo>
                <a:lnTo>
                  <a:pt x="69220" y="1109"/>
                </a:lnTo>
                <a:lnTo>
                  <a:pt x="68800" y="918"/>
                </a:lnTo>
                <a:lnTo>
                  <a:pt x="68322" y="708"/>
                </a:lnTo>
                <a:lnTo>
                  <a:pt x="67826" y="517"/>
                </a:lnTo>
                <a:lnTo>
                  <a:pt x="67272" y="345"/>
                </a:lnTo>
                <a:lnTo>
                  <a:pt x="66699" y="211"/>
                </a:lnTo>
                <a:lnTo>
                  <a:pt x="66107" y="96"/>
                </a:lnTo>
                <a:lnTo>
                  <a:pt x="65782" y="39"/>
                </a:lnTo>
                <a:lnTo>
                  <a:pt x="65476" y="20"/>
                </a:lnTo>
                <a:lnTo>
                  <a:pt x="6515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959750" y="719333"/>
            <a:ext cx="10269325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subTitle" idx="1"/>
          </p:nvPr>
        </p:nvSpPr>
        <p:spPr>
          <a:xfrm>
            <a:off x="959655" y="4066599"/>
            <a:ext cx="3334731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2"/>
          </p:nvPr>
        </p:nvSpPr>
        <p:spPr>
          <a:xfrm>
            <a:off x="959655" y="4554711"/>
            <a:ext cx="3334731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3"/>
          </p:nvPr>
        </p:nvSpPr>
        <p:spPr>
          <a:xfrm>
            <a:off x="4426752" y="4066599"/>
            <a:ext cx="3334731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4"/>
          </p:nvPr>
        </p:nvSpPr>
        <p:spPr>
          <a:xfrm>
            <a:off x="4426752" y="4554711"/>
            <a:ext cx="3334731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5"/>
          </p:nvPr>
        </p:nvSpPr>
        <p:spPr>
          <a:xfrm>
            <a:off x="7894439" y="4066599"/>
            <a:ext cx="3334731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ubTitle" idx="6"/>
          </p:nvPr>
        </p:nvSpPr>
        <p:spPr>
          <a:xfrm>
            <a:off x="7894439" y="4554711"/>
            <a:ext cx="3334731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59" name="Google Shape;159;p25"/>
          <p:cNvSpPr/>
          <p:nvPr/>
        </p:nvSpPr>
        <p:spPr>
          <a:xfrm rot="5400000" flipH="1">
            <a:off x="9586227" y="1244989"/>
            <a:ext cx="3872987" cy="1357619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25"/>
          <p:cNvSpPr/>
          <p:nvPr/>
        </p:nvSpPr>
        <p:spPr>
          <a:xfrm rot="-5400000" flipH="1">
            <a:off x="-1257682" y="4242689"/>
            <a:ext cx="3872987" cy="1357619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959750" y="719333"/>
            <a:ext cx="10269325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1"/>
          </p:nvPr>
        </p:nvSpPr>
        <p:spPr>
          <a:xfrm>
            <a:off x="2325970" y="1690468"/>
            <a:ext cx="4256891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2"/>
          </p:nvPr>
        </p:nvSpPr>
        <p:spPr>
          <a:xfrm>
            <a:off x="2325970" y="2179420"/>
            <a:ext cx="4256891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3"/>
          </p:nvPr>
        </p:nvSpPr>
        <p:spPr>
          <a:xfrm>
            <a:off x="2325970" y="3271664"/>
            <a:ext cx="4256891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4"/>
          </p:nvPr>
        </p:nvSpPr>
        <p:spPr>
          <a:xfrm>
            <a:off x="2325970" y="3760616"/>
            <a:ext cx="4256891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5"/>
          </p:nvPr>
        </p:nvSpPr>
        <p:spPr>
          <a:xfrm>
            <a:off x="2325970" y="4853657"/>
            <a:ext cx="4256891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ubTitle" idx="6"/>
          </p:nvPr>
        </p:nvSpPr>
        <p:spPr>
          <a:xfrm>
            <a:off x="2325970" y="5342609"/>
            <a:ext cx="4256891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0"/>
            </a:lvl9pPr>
          </a:lstStyle>
          <a:p>
            <a:endParaRPr/>
          </a:p>
        </p:txBody>
      </p:sp>
      <p:sp>
        <p:nvSpPr>
          <p:cNvPr id="169" name="Google Shape;169;p26"/>
          <p:cNvSpPr/>
          <p:nvPr/>
        </p:nvSpPr>
        <p:spPr>
          <a:xfrm flipH="1">
            <a:off x="3" y="-3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3522687" y="3586484"/>
            <a:ext cx="257213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subTitle" idx="1"/>
          </p:nvPr>
        </p:nvSpPr>
        <p:spPr>
          <a:xfrm>
            <a:off x="3522687" y="4073243"/>
            <a:ext cx="257213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title" idx="2"/>
          </p:nvPr>
        </p:nvSpPr>
        <p:spPr>
          <a:xfrm>
            <a:off x="8666030" y="3586484"/>
            <a:ext cx="257213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subTitle" idx="3"/>
          </p:nvPr>
        </p:nvSpPr>
        <p:spPr>
          <a:xfrm>
            <a:off x="8666030" y="4073243"/>
            <a:ext cx="257213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title" idx="4"/>
          </p:nvPr>
        </p:nvSpPr>
        <p:spPr>
          <a:xfrm>
            <a:off x="952665" y="3586487"/>
            <a:ext cx="2568131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ubTitle" idx="5"/>
          </p:nvPr>
        </p:nvSpPr>
        <p:spPr>
          <a:xfrm>
            <a:off x="950665" y="4073245"/>
            <a:ext cx="257213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title" idx="6"/>
          </p:nvPr>
        </p:nvSpPr>
        <p:spPr>
          <a:xfrm>
            <a:off x="6093377" y="3586487"/>
            <a:ext cx="257213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ubTitle" idx="7"/>
          </p:nvPr>
        </p:nvSpPr>
        <p:spPr>
          <a:xfrm>
            <a:off x="6093377" y="4073245"/>
            <a:ext cx="257213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title" idx="8"/>
          </p:nvPr>
        </p:nvSpPr>
        <p:spPr>
          <a:xfrm>
            <a:off x="959750" y="719333"/>
            <a:ext cx="10269325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7"/>
          <p:cNvSpPr/>
          <p:nvPr/>
        </p:nvSpPr>
        <p:spPr>
          <a:xfrm rot="10800000">
            <a:off x="-7" y="5134567"/>
            <a:ext cx="4914051" cy="1723436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1" name="Google Shape;181;p27"/>
          <p:cNvSpPr/>
          <p:nvPr/>
        </p:nvSpPr>
        <p:spPr>
          <a:xfrm>
            <a:off x="8393467" y="-12703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title"/>
          </p:nvPr>
        </p:nvSpPr>
        <p:spPr>
          <a:xfrm>
            <a:off x="2871065" y="1563339"/>
            <a:ext cx="264731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1"/>
          </p:nvPr>
        </p:nvSpPr>
        <p:spPr>
          <a:xfrm>
            <a:off x="2871065" y="2053272"/>
            <a:ext cx="264731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2"/>
          </p:nvPr>
        </p:nvSpPr>
        <p:spPr>
          <a:xfrm>
            <a:off x="7848523" y="1563339"/>
            <a:ext cx="264731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3"/>
          </p:nvPr>
        </p:nvSpPr>
        <p:spPr>
          <a:xfrm>
            <a:off x="7848523" y="2053272"/>
            <a:ext cx="264731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title" idx="4"/>
          </p:nvPr>
        </p:nvSpPr>
        <p:spPr>
          <a:xfrm>
            <a:off x="2871065" y="3166440"/>
            <a:ext cx="264731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subTitle" idx="5"/>
          </p:nvPr>
        </p:nvSpPr>
        <p:spPr>
          <a:xfrm>
            <a:off x="2871065" y="3656373"/>
            <a:ext cx="264731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title" idx="6"/>
          </p:nvPr>
        </p:nvSpPr>
        <p:spPr>
          <a:xfrm>
            <a:off x="7848523" y="3166440"/>
            <a:ext cx="264731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202" name="Google Shape;202;p29"/>
          <p:cNvSpPr txBox="1">
            <a:spLocks noGrp="1"/>
          </p:cNvSpPr>
          <p:nvPr>
            <p:ph type="subTitle" idx="7"/>
          </p:nvPr>
        </p:nvSpPr>
        <p:spPr>
          <a:xfrm>
            <a:off x="7848523" y="3656373"/>
            <a:ext cx="264731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9"/>
          <p:cNvSpPr txBox="1">
            <a:spLocks noGrp="1"/>
          </p:cNvSpPr>
          <p:nvPr>
            <p:ph type="title" idx="8"/>
          </p:nvPr>
        </p:nvSpPr>
        <p:spPr>
          <a:xfrm>
            <a:off x="7848523" y="4769548"/>
            <a:ext cx="264731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204" name="Google Shape;204;p29"/>
          <p:cNvSpPr txBox="1">
            <a:spLocks noGrp="1"/>
          </p:cNvSpPr>
          <p:nvPr>
            <p:ph type="subTitle" idx="9"/>
          </p:nvPr>
        </p:nvSpPr>
        <p:spPr>
          <a:xfrm>
            <a:off x="7848523" y="5259481"/>
            <a:ext cx="264731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title" idx="13"/>
          </p:nvPr>
        </p:nvSpPr>
        <p:spPr>
          <a:xfrm>
            <a:off x="2871065" y="4769548"/>
            <a:ext cx="264731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665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0"/>
            </a:lvl9pPr>
          </a:lstStyle>
          <a:p>
            <a:endParaRPr/>
          </a:p>
        </p:txBody>
      </p:sp>
      <p:sp>
        <p:nvSpPr>
          <p:cNvPr id="206" name="Google Shape;206;p29"/>
          <p:cNvSpPr txBox="1">
            <a:spLocks noGrp="1"/>
          </p:cNvSpPr>
          <p:nvPr>
            <p:ph type="subTitle" idx="14"/>
          </p:nvPr>
        </p:nvSpPr>
        <p:spPr>
          <a:xfrm>
            <a:off x="2871065" y="5259481"/>
            <a:ext cx="264731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title" idx="15"/>
          </p:nvPr>
        </p:nvSpPr>
        <p:spPr>
          <a:xfrm>
            <a:off x="959750" y="719333"/>
            <a:ext cx="10269325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9"/>
          <p:cNvSpPr/>
          <p:nvPr/>
        </p:nvSpPr>
        <p:spPr>
          <a:xfrm rot="-5400000">
            <a:off x="-1458133" y="1458685"/>
            <a:ext cx="4406673" cy="1489365"/>
          </a:xfrm>
          <a:custGeom>
            <a:avLst/>
            <a:gdLst/>
            <a:ahLst/>
            <a:cxnLst/>
            <a:rect l="l" t="t" r="r" b="b"/>
            <a:pathLst>
              <a:path w="38029" h="12856" extrusionOk="0">
                <a:moveTo>
                  <a:pt x="0" y="0"/>
                </a:moveTo>
                <a:lnTo>
                  <a:pt x="0" y="230"/>
                </a:lnTo>
                <a:lnTo>
                  <a:pt x="38" y="879"/>
                </a:lnTo>
                <a:lnTo>
                  <a:pt x="76" y="1318"/>
                </a:lnTo>
                <a:lnTo>
                  <a:pt x="134" y="1796"/>
                </a:lnTo>
                <a:lnTo>
                  <a:pt x="229" y="2312"/>
                </a:lnTo>
                <a:lnTo>
                  <a:pt x="363" y="2846"/>
                </a:lnTo>
                <a:lnTo>
                  <a:pt x="535" y="3381"/>
                </a:lnTo>
                <a:lnTo>
                  <a:pt x="630" y="3649"/>
                </a:lnTo>
                <a:lnTo>
                  <a:pt x="745" y="3897"/>
                </a:lnTo>
                <a:lnTo>
                  <a:pt x="879" y="4145"/>
                </a:lnTo>
                <a:lnTo>
                  <a:pt x="1012" y="4374"/>
                </a:lnTo>
                <a:lnTo>
                  <a:pt x="1165" y="4604"/>
                </a:lnTo>
                <a:lnTo>
                  <a:pt x="1337" y="4814"/>
                </a:lnTo>
                <a:lnTo>
                  <a:pt x="1528" y="5005"/>
                </a:lnTo>
                <a:lnTo>
                  <a:pt x="1719" y="5177"/>
                </a:lnTo>
                <a:lnTo>
                  <a:pt x="1948" y="5329"/>
                </a:lnTo>
                <a:lnTo>
                  <a:pt x="2177" y="5463"/>
                </a:lnTo>
                <a:lnTo>
                  <a:pt x="2426" y="5559"/>
                </a:lnTo>
                <a:lnTo>
                  <a:pt x="2712" y="5635"/>
                </a:lnTo>
                <a:lnTo>
                  <a:pt x="2999" y="5692"/>
                </a:lnTo>
                <a:lnTo>
                  <a:pt x="3304" y="5692"/>
                </a:lnTo>
                <a:lnTo>
                  <a:pt x="3629" y="5673"/>
                </a:lnTo>
                <a:lnTo>
                  <a:pt x="3916" y="5635"/>
                </a:lnTo>
                <a:lnTo>
                  <a:pt x="4183" y="5559"/>
                </a:lnTo>
                <a:lnTo>
                  <a:pt x="4431" y="5444"/>
                </a:lnTo>
                <a:lnTo>
                  <a:pt x="4661" y="5310"/>
                </a:lnTo>
                <a:lnTo>
                  <a:pt x="4871" y="5158"/>
                </a:lnTo>
                <a:lnTo>
                  <a:pt x="5081" y="4986"/>
                </a:lnTo>
                <a:lnTo>
                  <a:pt x="5253" y="4795"/>
                </a:lnTo>
                <a:lnTo>
                  <a:pt x="5444" y="4585"/>
                </a:lnTo>
                <a:lnTo>
                  <a:pt x="5616" y="4355"/>
                </a:lnTo>
                <a:lnTo>
                  <a:pt x="5940" y="3859"/>
                </a:lnTo>
                <a:lnTo>
                  <a:pt x="6246" y="3343"/>
                </a:lnTo>
                <a:lnTo>
                  <a:pt x="6551" y="2808"/>
                </a:lnTo>
                <a:lnTo>
                  <a:pt x="6876" y="2293"/>
                </a:lnTo>
                <a:lnTo>
                  <a:pt x="7029" y="2025"/>
                </a:lnTo>
                <a:lnTo>
                  <a:pt x="7220" y="1777"/>
                </a:lnTo>
                <a:lnTo>
                  <a:pt x="7411" y="1548"/>
                </a:lnTo>
                <a:lnTo>
                  <a:pt x="7602" y="1318"/>
                </a:lnTo>
                <a:lnTo>
                  <a:pt x="7812" y="1108"/>
                </a:lnTo>
                <a:lnTo>
                  <a:pt x="8041" y="898"/>
                </a:lnTo>
                <a:lnTo>
                  <a:pt x="8290" y="726"/>
                </a:lnTo>
                <a:lnTo>
                  <a:pt x="8557" y="573"/>
                </a:lnTo>
                <a:lnTo>
                  <a:pt x="8843" y="440"/>
                </a:lnTo>
                <a:lnTo>
                  <a:pt x="9149" y="325"/>
                </a:lnTo>
                <a:lnTo>
                  <a:pt x="9493" y="249"/>
                </a:lnTo>
                <a:lnTo>
                  <a:pt x="9837" y="191"/>
                </a:lnTo>
                <a:lnTo>
                  <a:pt x="10238" y="172"/>
                </a:lnTo>
                <a:lnTo>
                  <a:pt x="10639" y="191"/>
                </a:lnTo>
                <a:lnTo>
                  <a:pt x="11059" y="249"/>
                </a:lnTo>
                <a:lnTo>
                  <a:pt x="11422" y="325"/>
                </a:lnTo>
                <a:lnTo>
                  <a:pt x="11766" y="421"/>
                </a:lnTo>
                <a:lnTo>
                  <a:pt x="12071" y="554"/>
                </a:lnTo>
                <a:lnTo>
                  <a:pt x="12358" y="707"/>
                </a:lnTo>
                <a:lnTo>
                  <a:pt x="12606" y="898"/>
                </a:lnTo>
                <a:lnTo>
                  <a:pt x="12835" y="1089"/>
                </a:lnTo>
                <a:lnTo>
                  <a:pt x="13046" y="1318"/>
                </a:lnTo>
                <a:lnTo>
                  <a:pt x="13237" y="1548"/>
                </a:lnTo>
                <a:lnTo>
                  <a:pt x="13428" y="1796"/>
                </a:lnTo>
                <a:lnTo>
                  <a:pt x="13580" y="2044"/>
                </a:lnTo>
                <a:lnTo>
                  <a:pt x="13752" y="2312"/>
                </a:lnTo>
                <a:lnTo>
                  <a:pt x="14383" y="3419"/>
                </a:lnTo>
                <a:lnTo>
                  <a:pt x="14554" y="3706"/>
                </a:lnTo>
                <a:lnTo>
                  <a:pt x="14726" y="3992"/>
                </a:lnTo>
                <a:lnTo>
                  <a:pt x="14917" y="4260"/>
                </a:lnTo>
                <a:lnTo>
                  <a:pt x="15127" y="4508"/>
                </a:lnTo>
                <a:lnTo>
                  <a:pt x="15357" y="4776"/>
                </a:lnTo>
                <a:lnTo>
                  <a:pt x="15605" y="5005"/>
                </a:lnTo>
                <a:lnTo>
                  <a:pt x="15872" y="5234"/>
                </a:lnTo>
                <a:lnTo>
                  <a:pt x="16178" y="5444"/>
                </a:lnTo>
                <a:lnTo>
                  <a:pt x="16503" y="5635"/>
                </a:lnTo>
                <a:lnTo>
                  <a:pt x="16866" y="5807"/>
                </a:lnTo>
                <a:lnTo>
                  <a:pt x="17267" y="5941"/>
                </a:lnTo>
                <a:lnTo>
                  <a:pt x="17706" y="6074"/>
                </a:lnTo>
                <a:lnTo>
                  <a:pt x="18184" y="6151"/>
                </a:lnTo>
                <a:lnTo>
                  <a:pt x="18718" y="6227"/>
                </a:lnTo>
                <a:lnTo>
                  <a:pt x="19291" y="6265"/>
                </a:lnTo>
                <a:lnTo>
                  <a:pt x="19922" y="6246"/>
                </a:lnTo>
                <a:lnTo>
                  <a:pt x="20304" y="6227"/>
                </a:lnTo>
                <a:lnTo>
                  <a:pt x="20686" y="6208"/>
                </a:lnTo>
                <a:lnTo>
                  <a:pt x="21068" y="6151"/>
                </a:lnTo>
                <a:lnTo>
                  <a:pt x="21450" y="6093"/>
                </a:lnTo>
                <a:lnTo>
                  <a:pt x="22233" y="5960"/>
                </a:lnTo>
                <a:lnTo>
                  <a:pt x="22997" y="5788"/>
                </a:lnTo>
                <a:lnTo>
                  <a:pt x="24525" y="5444"/>
                </a:lnTo>
                <a:lnTo>
                  <a:pt x="25308" y="5272"/>
                </a:lnTo>
                <a:lnTo>
                  <a:pt x="26053" y="5138"/>
                </a:lnTo>
                <a:lnTo>
                  <a:pt x="26435" y="5081"/>
                </a:lnTo>
                <a:lnTo>
                  <a:pt x="26817" y="5043"/>
                </a:lnTo>
                <a:lnTo>
                  <a:pt x="27199" y="5024"/>
                </a:lnTo>
                <a:lnTo>
                  <a:pt x="27562" y="5005"/>
                </a:lnTo>
                <a:lnTo>
                  <a:pt x="27944" y="5024"/>
                </a:lnTo>
                <a:lnTo>
                  <a:pt x="28307" y="5043"/>
                </a:lnTo>
                <a:lnTo>
                  <a:pt x="28670" y="5081"/>
                </a:lnTo>
                <a:lnTo>
                  <a:pt x="29052" y="5158"/>
                </a:lnTo>
                <a:lnTo>
                  <a:pt x="29415" y="5253"/>
                </a:lnTo>
                <a:lnTo>
                  <a:pt x="29777" y="5368"/>
                </a:lnTo>
                <a:lnTo>
                  <a:pt x="30121" y="5501"/>
                </a:lnTo>
                <a:lnTo>
                  <a:pt x="30484" y="5673"/>
                </a:lnTo>
                <a:lnTo>
                  <a:pt x="30828" y="5883"/>
                </a:lnTo>
                <a:lnTo>
                  <a:pt x="31191" y="6113"/>
                </a:lnTo>
                <a:lnTo>
                  <a:pt x="31535" y="6380"/>
                </a:lnTo>
                <a:lnTo>
                  <a:pt x="31878" y="6686"/>
                </a:lnTo>
                <a:lnTo>
                  <a:pt x="32031" y="6838"/>
                </a:lnTo>
                <a:lnTo>
                  <a:pt x="32203" y="7029"/>
                </a:lnTo>
                <a:lnTo>
                  <a:pt x="32509" y="7450"/>
                </a:lnTo>
                <a:lnTo>
                  <a:pt x="32833" y="7946"/>
                </a:lnTo>
                <a:lnTo>
                  <a:pt x="33158" y="8481"/>
                </a:lnTo>
                <a:lnTo>
                  <a:pt x="33808" y="9627"/>
                </a:lnTo>
                <a:lnTo>
                  <a:pt x="34151" y="10200"/>
                </a:lnTo>
                <a:lnTo>
                  <a:pt x="34495" y="10754"/>
                </a:lnTo>
                <a:lnTo>
                  <a:pt x="34858" y="11289"/>
                </a:lnTo>
                <a:lnTo>
                  <a:pt x="35049" y="11518"/>
                </a:lnTo>
                <a:lnTo>
                  <a:pt x="35240" y="11747"/>
                </a:lnTo>
                <a:lnTo>
                  <a:pt x="35450" y="11976"/>
                </a:lnTo>
                <a:lnTo>
                  <a:pt x="35641" y="12167"/>
                </a:lnTo>
                <a:lnTo>
                  <a:pt x="35851" y="12339"/>
                </a:lnTo>
                <a:lnTo>
                  <a:pt x="36081" y="12492"/>
                </a:lnTo>
                <a:lnTo>
                  <a:pt x="36291" y="12626"/>
                </a:lnTo>
                <a:lnTo>
                  <a:pt x="36520" y="12721"/>
                </a:lnTo>
                <a:lnTo>
                  <a:pt x="36749" y="12798"/>
                </a:lnTo>
                <a:lnTo>
                  <a:pt x="36997" y="12836"/>
                </a:lnTo>
                <a:lnTo>
                  <a:pt x="37246" y="12855"/>
                </a:lnTo>
                <a:lnTo>
                  <a:pt x="37494" y="12836"/>
                </a:lnTo>
                <a:lnTo>
                  <a:pt x="37761" y="12779"/>
                </a:lnTo>
                <a:lnTo>
                  <a:pt x="38029" y="12664"/>
                </a:lnTo>
                <a:lnTo>
                  <a:pt x="380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9" name="Google Shape;209;p29"/>
          <p:cNvSpPr/>
          <p:nvPr/>
        </p:nvSpPr>
        <p:spPr>
          <a:xfrm>
            <a:off x="7783234" y="25"/>
            <a:ext cx="4405525" cy="1489753"/>
          </a:xfrm>
          <a:custGeom>
            <a:avLst/>
            <a:gdLst/>
            <a:ahLst/>
            <a:cxnLst/>
            <a:rect l="l" t="t" r="r" b="b"/>
            <a:pathLst>
              <a:path w="38029" h="12856" extrusionOk="0">
                <a:moveTo>
                  <a:pt x="0" y="0"/>
                </a:moveTo>
                <a:lnTo>
                  <a:pt x="0" y="230"/>
                </a:lnTo>
                <a:lnTo>
                  <a:pt x="38" y="879"/>
                </a:lnTo>
                <a:lnTo>
                  <a:pt x="76" y="1318"/>
                </a:lnTo>
                <a:lnTo>
                  <a:pt x="134" y="1796"/>
                </a:lnTo>
                <a:lnTo>
                  <a:pt x="229" y="2312"/>
                </a:lnTo>
                <a:lnTo>
                  <a:pt x="363" y="2846"/>
                </a:lnTo>
                <a:lnTo>
                  <a:pt x="535" y="3381"/>
                </a:lnTo>
                <a:lnTo>
                  <a:pt x="630" y="3649"/>
                </a:lnTo>
                <a:lnTo>
                  <a:pt x="745" y="3897"/>
                </a:lnTo>
                <a:lnTo>
                  <a:pt x="879" y="4145"/>
                </a:lnTo>
                <a:lnTo>
                  <a:pt x="1012" y="4374"/>
                </a:lnTo>
                <a:lnTo>
                  <a:pt x="1165" y="4604"/>
                </a:lnTo>
                <a:lnTo>
                  <a:pt x="1337" y="4814"/>
                </a:lnTo>
                <a:lnTo>
                  <a:pt x="1528" y="5005"/>
                </a:lnTo>
                <a:lnTo>
                  <a:pt x="1719" y="5177"/>
                </a:lnTo>
                <a:lnTo>
                  <a:pt x="1948" y="5329"/>
                </a:lnTo>
                <a:lnTo>
                  <a:pt x="2177" y="5463"/>
                </a:lnTo>
                <a:lnTo>
                  <a:pt x="2426" y="5559"/>
                </a:lnTo>
                <a:lnTo>
                  <a:pt x="2712" y="5635"/>
                </a:lnTo>
                <a:lnTo>
                  <a:pt x="2999" y="5692"/>
                </a:lnTo>
                <a:lnTo>
                  <a:pt x="3304" y="5692"/>
                </a:lnTo>
                <a:lnTo>
                  <a:pt x="3629" y="5673"/>
                </a:lnTo>
                <a:lnTo>
                  <a:pt x="3916" y="5635"/>
                </a:lnTo>
                <a:lnTo>
                  <a:pt x="4183" y="5559"/>
                </a:lnTo>
                <a:lnTo>
                  <a:pt x="4431" y="5444"/>
                </a:lnTo>
                <a:lnTo>
                  <a:pt x="4661" y="5310"/>
                </a:lnTo>
                <a:lnTo>
                  <a:pt x="4871" y="5158"/>
                </a:lnTo>
                <a:lnTo>
                  <a:pt x="5081" y="4986"/>
                </a:lnTo>
                <a:lnTo>
                  <a:pt x="5253" y="4795"/>
                </a:lnTo>
                <a:lnTo>
                  <a:pt x="5444" y="4585"/>
                </a:lnTo>
                <a:lnTo>
                  <a:pt x="5616" y="4355"/>
                </a:lnTo>
                <a:lnTo>
                  <a:pt x="5940" y="3859"/>
                </a:lnTo>
                <a:lnTo>
                  <a:pt x="6246" y="3343"/>
                </a:lnTo>
                <a:lnTo>
                  <a:pt x="6551" y="2808"/>
                </a:lnTo>
                <a:lnTo>
                  <a:pt x="6876" y="2293"/>
                </a:lnTo>
                <a:lnTo>
                  <a:pt x="7029" y="2025"/>
                </a:lnTo>
                <a:lnTo>
                  <a:pt x="7220" y="1777"/>
                </a:lnTo>
                <a:lnTo>
                  <a:pt x="7411" y="1548"/>
                </a:lnTo>
                <a:lnTo>
                  <a:pt x="7602" y="1318"/>
                </a:lnTo>
                <a:lnTo>
                  <a:pt x="7812" y="1108"/>
                </a:lnTo>
                <a:lnTo>
                  <a:pt x="8041" y="898"/>
                </a:lnTo>
                <a:lnTo>
                  <a:pt x="8290" y="726"/>
                </a:lnTo>
                <a:lnTo>
                  <a:pt x="8557" y="573"/>
                </a:lnTo>
                <a:lnTo>
                  <a:pt x="8843" y="440"/>
                </a:lnTo>
                <a:lnTo>
                  <a:pt x="9149" y="325"/>
                </a:lnTo>
                <a:lnTo>
                  <a:pt x="9493" y="249"/>
                </a:lnTo>
                <a:lnTo>
                  <a:pt x="9837" y="191"/>
                </a:lnTo>
                <a:lnTo>
                  <a:pt x="10238" y="172"/>
                </a:lnTo>
                <a:lnTo>
                  <a:pt x="10639" y="191"/>
                </a:lnTo>
                <a:lnTo>
                  <a:pt x="11059" y="249"/>
                </a:lnTo>
                <a:lnTo>
                  <a:pt x="11422" y="325"/>
                </a:lnTo>
                <a:lnTo>
                  <a:pt x="11766" y="421"/>
                </a:lnTo>
                <a:lnTo>
                  <a:pt x="12071" y="554"/>
                </a:lnTo>
                <a:lnTo>
                  <a:pt x="12358" y="707"/>
                </a:lnTo>
                <a:lnTo>
                  <a:pt x="12606" y="898"/>
                </a:lnTo>
                <a:lnTo>
                  <a:pt x="12835" y="1089"/>
                </a:lnTo>
                <a:lnTo>
                  <a:pt x="13046" y="1318"/>
                </a:lnTo>
                <a:lnTo>
                  <a:pt x="13237" y="1548"/>
                </a:lnTo>
                <a:lnTo>
                  <a:pt x="13428" y="1796"/>
                </a:lnTo>
                <a:lnTo>
                  <a:pt x="13580" y="2044"/>
                </a:lnTo>
                <a:lnTo>
                  <a:pt x="13752" y="2312"/>
                </a:lnTo>
                <a:lnTo>
                  <a:pt x="14383" y="3419"/>
                </a:lnTo>
                <a:lnTo>
                  <a:pt x="14554" y="3706"/>
                </a:lnTo>
                <a:lnTo>
                  <a:pt x="14726" y="3992"/>
                </a:lnTo>
                <a:lnTo>
                  <a:pt x="14917" y="4260"/>
                </a:lnTo>
                <a:lnTo>
                  <a:pt x="15127" y="4508"/>
                </a:lnTo>
                <a:lnTo>
                  <a:pt x="15357" y="4776"/>
                </a:lnTo>
                <a:lnTo>
                  <a:pt x="15605" y="5005"/>
                </a:lnTo>
                <a:lnTo>
                  <a:pt x="15872" y="5234"/>
                </a:lnTo>
                <a:lnTo>
                  <a:pt x="16178" y="5444"/>
                </a:lnTo>
                <a:lnTo>
                  <a:pt x="16503" y="5635"/>
                </a:lnTo>
                <a:lnTo>
                  <a:pt x="16866" y="5807"/>
                </a:lnTo>
                <a:lnTo>
                  <a:pt x="17267" y="5941"/>
                </a:lnTo>
                <a:lnTo>
                  <a:pt x="17706" y="6074"/>
                </a:lnTo>
                <a:lnTo>
                  <a:pt x="18184" y="6151"/>
                </a:lnTo>
                <a:lnTo>
                  <a:pt x="18718" y="6227"/>
                </a:lnTo>
                <a:lnTo>
                  <a:pt x="19291" y="6265"/>
                </a:lnTo>
                <a:lnTo>
                  <a:pt x="19922" y="6246"/>
                </a:lnTo>
                <a:lnTo>
                  <a:pt x="20304" y="6227"/>
                </a:lnTo>
                <a:lnTo>
                  <a:pt x="20686" y="6208"/>
                </a:lnTo>
                <a:lnTo>
                  <a:pt x="21068" y="6151"/>
                </a:lnTo>
                <a:lnTo>
                  <a:pt x="21450" y="6093"/>
                </a:lnTo>
                <a:lnTo>
                  <a:pt x="22233" y="5960"/>
                </a:lnTo>
                <a:lnTo>
                  <a:pt x="22997" y="5788"/>
                </a:lnTo>
                <a:lnTo>
                  <a:pt x="24525" y="5444"/>
                </a:lnTo>
                <a:lnTo>
                  <a:pt x="25308" y="5272"/>
                </a:lnTo>
                <a:lnTo>
                  <a:pt x="26053" y="5138"/>
                </a:lnTo>
                <a:lnTo>
                  <a:pt x="26435" y="5081"/>
                </a:lnTo>
                <a:lnTo>
                  <a:pt x="26817" y="5043"/>
                </a:lnTo>
                <a:lnTo>
                  <a:pt x="27199" y="5024"/>
                </a:lnTo>
                <a:lnTo>
                  <a:pt x="27562" y="5005"/>
                </a:lnTo>
                <a:lnTo>
                  <a:pt x="27944" y="5024"/>
                </a:lnTo>
                <a:lnTo>
                  <a:pt x="28307" y="5043"/>
                </a:lnTo>
                <a:lnTo>
                  <a:pt x="28670" y="5081"/>
                </a:lnTo>
                <a:lnTo>
                  <a:pt x="29052" y="5158"/>
                </a:lnTo>
                <a:lnTo>
                  <a:pt x="29415" y="5253"/>
                </a:lnTo>
                <a:lnTo>
                  <a:pt x="29777" y="5368"/>
                </a:lnTo>
                <a:lnTo>
                  <a:pt x="30121" y="5501"/>
                </a:lnTo>
                <a:lnTo>
                  <a:pt x="30484" y="5673"/>
                </a:lnTo>
                <a:lnTo>
                  <a:pt x="30828" y="5883"/>
                </a:lnTo>
                <a:lnTo>
                  <a:pt x="31191" y="6113"/>
                </a:lnTo>
                <a:lnTo>
                  <a:pt x="31535" y="6380"/>
                </a:lnTo>
                <a:lnTo>
                  <a:pt x="31878" y="6686"/>
                </a:lnTo>
                <a:lnTo>
                  <a:pt x="32031" y="6838"/>
                </a:lnTo>
                <a:lnTo>
                  <a:pt x="32203" y="7029"/>
                </a:lnTo>
                <a:lnTo>
                  <a:pt x="32509" y="7450"/>
                </a:lnTo>
                <a:lnTo>
                  <a:pt x="32833" y="7946"/>
                </a:lnTo>
                <a:lnTo>
                  <a:pt x="33158" y="8481"/>
                </a:lnTo>
                <a:lnTo>
                  <a:pt x="33808" y="9627"/>
                </a:lnTo>
                <a:lnTo>
                  <a:pt x="34151" y="10200"/>
                </a:lnTo>
                <a:lnTo>
                  <a:pt x="34495" y="10754"/>
                </a:lnTo>
                <a:lnTo>
                  <a:pt x="34858" y="11289"/>
                </a:lnTo>
                <a:lnTo>
                  <a:pt x="35049" y="11518"/>
                </a:lnTo>
                <a:lnTo>
                  <a:pt x="35240" y="11747"/>
                </a:lnTo>
                <a:lnTo>
                  <a:pt x="35450" y="11976"/>
                </a:lnTo>
                <a:lnTo>
                  <a:pt x="35641" y="12167"/>
                </a:lnTo>
                <a:lnTo>
                  <a:pt x="35851" y="12339"/>
                </a:lnTo>
                <a:lnTo>
                  <a:pt x="36081" y="12492"/>
                </a:lnTo>
                <a:lnTo>
                  <a:pt x="36291" y="12626"/>
                </a:lnTo>
                <a:lnTo>
                  <a:pt x="36520" y="12721"/>
                </a:lnTo>
                <a:lnTo>
                  <a:pt x="36749" y="12798"/>
                </a:lnTo>
                <a:lnTo>
                  <a:pt x="36997" y="12836"/>
                </a:lnTo>
                <a:lnTo>
                  <a:pt x="37246" y="12855"/>
                </a:lnTo>
                <a:lnTo>
                  <a:pt x="37494" y="12836"/>
                </a:lnTo>
                <a:lnTo>
                  <a:pt x="37761" y="12779"/>
                </a:lnTo>
                <a:lnTo>
                  <a:pt x="38029" y="12664"/>
                </a:lnTo>
                <a:lnTo>
                  <a:pt x="380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>
            <a:spLocks noGrp="1"/>
          </p:cNvSpPr>
          <p:nvPr>
            <p:ph type="title" hasCustomPrompt="1"/>
          </p:nvPr>
        </p:nvSpPr>
        <p:spPr>
          <a:xfrm>
            <a:off x="3300341" y="848792"/>
            <a:ext cx="5588144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12" name="Google Shape;212;p30"/>
          <p:cNvSpPr txBox="1">
            <a:spLocks noGrp="1"/>
          </p:cNvSpPr>
          <p:nvPr>
            <p:ph type="subTitle" idx="1"/>
          </p:nvPr>
        </p:nvSpPr>
        <p:spPr>
          <a:xfrm>
            <a:off x="3300341" y="1679311"/>
            <a:ext cx="5588144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3" name="Google Shape;213;p30"/>
          <p:cNvSpPr txBox="1">
            <a:spLocks noGrp="1"/>
          </p:cNvSpPr>
          <p:nvPr>
            <p:ph type="title" idx="2" hasCustomPrompt="1"/>
          </p:nvPr>
        </p:nvSpPr>
        <p:spPr>
          <a:xfrm>
            <a:off x="3300341" y="2766481"/>
            <a:ext cx="5588144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14" name="Google Shape;214;p30"/>
          <p:cNvSpPr txBox="1">
            <a:spLocks noGrp="1"/>
          </p:cNvSpPr>
          <p:nvPr>
            <p:ph type="subTitle" idx="3"/>
          </p:nvPr>
        </p:nvSpPr>
        <p:spPr>
          <a:xfrm>
            <a:off x="3300341" y="3600797"/>
            <a:ext cx="5588144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5" name="Google Shape;215;p30"/>
          <p:cNvSpPr txBox="1">
            <a:spLocks noGrp="1"/>
          </p:cNvSpPr>
          <p:nvPr>
            <p:ph type="title" idx="4" hasCustomPrompt="1"/>
          </p:nvPr>
        </p:nvSpPr>
        <p:spPr>
          <a:xfrm>
            <a:off x="3300341" y="4689769"/>
            <a:ext cx="5588144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16" name="Google Shape;216;p30"/>
          <p:cNvSpPr txBox="1">
            <a:spLocks noGrp="1"/>
          </p:cNvSpPr>
          <p:nvPr>
            <p:ph type="subTitle" idx="5"/>
          </p:nvPr>
        </p:nvSpPr>
        <p:spPr>
          <a:xfrm>
            <a:off x="3300740" y="5521608"/>
            <a:ext cx="5587345" cy="48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26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7" name="Google Shape;217;p30"/>
          <p:cNvSpPr/>
          <p:nvPr/>
        </p:nvSpPr>
        <p:spPr>
          <a:xfrm rot="5400000" flipH="1">
            <a:off x="8869677" y="1596159"/>
            <a:ext cx="4915331" cy="1722987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30"/>
          <p:cNvSpPr/>
          <p:nvPr/>
        </p:nvSpPr>
        <p:spPr>
          <a:xfrm rot="-5400000" flipH="1">
            <a:off x="-1596164" y="3538843"/>
            <a:ext cx="4915331" cy="1722987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>
            <a:spLocks noGrp="1"/>
          </p:cNvSpPr>
          <p:nvPr>
            <p:ph type="title" hasCustomPrompt="1"/>
          </p:nvPr>
        </p:nvSpPr>
        <p:spPr>
          <a:xfrm>
            <a:off x="2609152" y="3061759"/>
            <a:ext cx="1828324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66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959782" y="4571927"/>
            <a:ext cx="5127064" cy="9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 idx="2" hasCustomPrompt="1"/>
          </p:nvPr>
        </p:nvSpPr>
        <p:spPr>
          <a:xfrm>
            <a:off x="7751350" y="3061759"/>
            <a:ext cx="1828324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266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23" name="Google Shape;223;p31"/>
          <p:cNvSpPr txBox="1">
            <a:spLocks noGrp="1"/>
          </p:cNvSpPr>
          <p:nvPr>
            <p:ph type="subTitle" idx="3"/>
          </p:nvPr>
        </p:nvSpPr>
        <p:spPr>
          <a:xfrm>
            <a:off x="6101980" y="4571927"/>
            <a:ext cx="5127064" cy="9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 idx="4"/>
          </p:nvPr>
        </p:nvSpPr>
        <p:spPr>
          <a:xfrm>
            <a:off x="959750" y="719333"/>
            <a:ext cx="10269325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1"/>
          <p:cNvSpPr txBox="1">
            <a:spLocks noGrp="1"/>
          </p:cNvSpPr>
          <p:nvPr>
            <p:ph type="subTitle" idx="5"/>
          </p:nvPr>
        </p:nvSpPr>
        <p:spPr>
          <a:xfrm>
            <a:off x="959782" y="4082976"/>
            <a:ext cx="5127064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226" name="Google Shape;226;p31"/>
          <p:cNvSpPr txBox="1">
            <a:spLocks noGrp="1"/>
          </p:cNvSpPr>
          <p:nvPr>
            <p:ph type="subTitle" idx="6"/>
          </p:nvPr>
        </p:nvSpPr>
        <p:spPr>
          <a:xfrm>
            <a:off x="6101980" y="4082976"/>
            <a:ext cx="5127064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665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3330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 rot="10800000" flipH="1">
            <a:off x="8380753" y="5696899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5" name="Google Shape;235;p33"/>
          <p:cNvSpPr/>
          <p:nvPr/>
        </p:nvSpPr>
        <p:spPr>
          <a:xfrm rot="-5400000">
            <a:off x="-1230787" y="1223424"/>
            <a:ext cx="3790172" cy="1328591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6" name="Google Shape;236;p33"/>
          <p:cNvGrpSpPr/>
          <p:nvPr/>
        </p:nvGrpSpPr>
        <p:grpSpPr>
          <a:xfrm>
            <a:off x="10853622" y="205802"/>
            <a:ext cx="1011052" cy="1210428"/>
            <a:chOff x="1833344" y="718033"/>
            <a:chExt cx="559479" cy="669682"/>
          </a:xfrm>
        </p:grpSpPr>
        <p:sp>
          <p:nvSpPr>
            <p:cNvPr id="237" name="Google Shape;237;p33"/>
            <p:cNvSpPr/>
            <p:nvPr/>
          </p:nvSpPr>
          <p:spPr>
            <a:xfrm>
              <a:off x="1833344" y="746970"/>
              <a:ext cx="522755" cy="640745"/>
            </a:xfrm>
            <a:custGeom>
              <a:avLst/>
              <a:gdLst/>
              <a:ahLst/>
              <a:cxnLst/>
              <a:rect l="l" t="t" r="r" b="b"/>
              <a:pathLst>
                <a:path w="17722" h="21722" extrusionOk="0">
                  <a:moveTo>
                    <a:pt x="7644" y="1"/>
                  </a:moveTo>
                  <a:lnTo>
                    <a:pt x="7399" y="19"/>
                  </a:lnTo>
                  <a:lnTo>
                    <a:pt x="7172" y="57"/>
                  </a:lnTo>
                  <a:lnTo>
                    <a:pt x="6946" y="114"/>
                  </a:lnTo>
                  <a:lnTo>
                    <a:pt x="6738" y="208"/>
                  </a:lnTo>
                  <a:lnTo>
                    <a:pt x="6549" y="340"/>
                  </a:lnTo>
                  <a:lnTo>
                    <a:pt x="6361" y="472"/>
                  </a:lnTo>
                  <a:lnTo>
                    <a:pt x="6191" y="642"/>
                  </a:lnTo>
                  <a:lnTo>
                    <a:pt x="6040" y="812"/>
                  </a:lnTo>
                  <a:lnTo>
                    <a:pt x="5606" y="1435"/>
                  </a:lnTo>
                  <a:lnTo>
                    <a:pt x="4379" y="1435"/>
                  </a:lnTo>
                  <a:lnTo>
                    <a:pt x="4228" y="1454"/>
                  </a:lnTo>
                  <a:lnTo>
                    <a:pt x="4058" y="1473"/>
                  </a:lnTo>
                  <a:lnTo>
                    <a:pt x="3907" y="1491"/>
                  </a:lnTo>
                  <a:lnTo>
                    <a:pt x="3756" y="1529"/>
                  </a:lnTo>
                  <a:lnTo>
                    <a:pt x="3605" y="1586"/>
                  </a:lnTo>
                  <a:lnTo>
                    <a:pt x="3454" y="1661"/>
                  </a:lnTo>
                  <a:lnTo>
                    <a:pt x="3322" y="1737"/>
                  </a:lnTo>
                  <a:lnTo>
                    <a:pt x="3190" y="1812"/>
                  </a:lnTo>
                  <a:lnTo>
                    <a:pt x="3077" y="1907"/>
                  </a:lnTo>
                  <a:lnTo>
                    <a:pt x="2945" y="2020"/>
                  </a:lnTo>
                  <a:lnTo>
                    <a:pt x="2851" y="2133"/>
                  </a:lnTo>
                  <a:lnTo>
                    <a:pt x="2737" y="2246"/>
                  </a:lnTo>
                  <a:lnTo>
                    <a:pt x="2662" y="2378"/>
                  </a:lnTo>
                  <a:lnTo>
                    <a:pt x="2567" y="2510"/>
                  </a:lnTo>
                  <a:lnTo>
                    <a:pt x="2492" y="2661"/>
                  </a:lnTo>
                  <a:lnTo>
                    <a:pt x="2435" y="2812"/>
                  </a:lnTo>
                  <a:lnTo>
                    <a:pt x="2435" y="2831"/>
                  </a:lnTo>
                  <a:lnTo>
                    <a:pt x="1" y="2831"/>
                  </a:lnTo>
                  <a:lnTo>
                    <a:pt x="1" y="21722"/>
                  </a:lnTo>
                  <a:lnTo>
                    <a:pt x="17721" y="21722"/>
                  </a:lnTo>
                  <a:lnTo>
                    <a:pt x="17721" y="2831"/>
                  </a:lnTo>
                  <a:lnTo>
                    <a:pt x="15268" y="2831"/>
                  </a:lnTo>
                  <a:lnTo>
                    <a:pt x="15268" y="2812"/>
                  </a:lnTo>
                  <a:lnTo>
                    <a:pt x="15211" y="2661"/>
                  </a:lnTo>
                  <a:lnTo>
                    <a:pt x="15136" y="2510"/>
                  </a:lnTo>
                  <a:lnTo>
                    <a:pt x="15060" y="2378"/>
                  </a:lnTo>
                  <a:lnTo>
                    <a:pt x="14966" y="2246"/>
                  </a:lnTo>
                  <a:lnTo>
                    <a:pt x="14853" y="2133"/>
                  </a:lnTo>
                  <a:lnTo>
                    <a:pt x="14759" y="2020"/>
                  </a:lnTo>
                  <a:lnTo>
                    <a:pt x="14645" y="1907"/>
                  </a:lnTo>
                  <a:lnTo>
                    <a:pt x="14513" y="1812"/>
                  </a:lnTo>
                  <a:lnTo>
                    <a:pt x="14381" y="1737"/>
                  </a:lnTo>
                  <a:lnTo>
                    <a:pt x="14249" y="1661"/>
                  </a:lnTo>
                  <a:lnTo>
                    <a:pt x="14098" y="1586"/>
                  </a:lnTo>
                  <a:lnTo>
                    <a:pt x="13947" y="1529"/>
                  </a:lnTo>
                  <a:lnTo>
                    <a:pt x="13796" y="1491"/>
                  </a:lnTo>
                  <a:lnTo>
                    <a:pt x="13645" y="1473"/>
                  </a:lnTo>
                  <a:lnTo>
                    <a:pt x="13494" y="1454"/>
                  </a:lnTo>
                  <a:lnTo>
                    <a:pt x="13324" y="1435"/>
                  </a:lnTo>
                  <a:lnTo>
                    <a:pt x="12098" y="1435"/>
                  </a:lnTo>
                  <a:lnTo>
                    <a:pt x="11664" y="812"/>
                  </a:lnTo>
                  <a:lnTo>
                    <a:pt x="11513" y="642"/>
                  </a:lnTo>
                  <a:lnTo>
                    <a:pt x="11343" y="472"/>
                  </a:lnTo>
                  <a:lnTo>
                    <a:pt x="11154" y="340"/>
                  </a:lnTo>
                  <a:lnTo>
                    <a:pt x="10965" y="208"/>
                  </a:lnTo>
                  <a:lnTo>
                    <a:pt x="10758" y="114"/>
                  </a:lnTo>
                  <a:lnTo>
                    <a:pt x="10531" y="57"/>
                  </a:lnTo>
                  <a:lnTo>
                    <a:pt x="10305" y="19"/>
                  </a:lnTo>
                  <a:lnTo>
                    <a:pt x="100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33"/>
            <p:cNvSpPr/>
            <p:nvPr/>
          </p:nvSpPr>
          <p:spPr>
            <a:xfrm>
              <a:off x="1941895" y="718033"/>
              <a:ext cx="379692" cy="85189"/>
            </a:xfrm>
            <a:custGeom>
              <a:avLst/>
              <a:gdLst/>
              <a:ahLst/>
              <a:cxnLst/>
              <a:rect l="l" t="t" r="r" b="b"/>
              <a:pathLst>
                <a:path w="12872" h="2888" extrusionOk="0">
                  <a:moveTo>
                    <a:pt x="5209" y="0"/>
                  </a:moveTo>
                  <a:lnTo>
                    <a:pt x="4983" y="19"/>
                  </a:lnTo>
                  <a:lnTo>
                    <a:pt x="4757" y="57"/>
                  </a:lnTo>
                  <a:lnTo>
                    <a:pt x="4530" y="132"/>
                  </a:lnTo>
                  <a:lnTo>
                    <a:pt x="4323" y="208"/>
                  </a:lnTo>
                  <a:lnTo>
                    <a:pt x="4134" y="340"/>
                  </a:lnTo>
                  <a:lnTo>
                    <a:pt x="3945" y="472"/>
                  </a:lnTo>
                  <a:lnTo>
                    <a:pt x="3775" y="642"/>
                  </a:lnTo>
                  <a:lnTo>
                    <a:pt x="3624" y="812"/>
                  </a:lnTo>
                  <a:lnTo>
                    <a:pt x="3190" y="1434"/>
                  </a:lnTo>
                  <a:lnTo>
                    <a:pt x="1964" y="1434"/>
                  </a:lnTo>
                  <a:lnTo>
                    <a:pt x="1794" y="1453"/>
                  </a:lnTo>
                  <a:lnTo>
                    <a:pt x="1643" y="1472"/>
                  </a:lnTo>
                  <a:lnTo>
                    <a:pt x="1492" y="1491"/>
                  </a:lnTo>
                  <a:lnTo>
                    <a:pt x="1341" y="1548"/>
                  </a:lnTo>
                  <a:lnTo>
                    <a:pt x="1190" y="1585"/>
                  </a:lnTo>
                  <a:lnTo>
                    <a:pt x="1039" y="1661"/>
                  </a:lnTo>
                  <a:lnTo>
                    <a:pt x="907" y="1736"/>
                  </a:lnTo>
                  <a:lnTo>
                    <a:pt x="775" y="1812"/>
                  </a:lnTo>
                  <a:lnTo>
                    <a:pt x="643" y="1906"/>
                  </a:lnTo>
                  <a:lnTo>
                    <a:pt x="529" y="2019"/>
                  </a:lnTo>
                  <a:lnTo>
                    <a:pt x="416" y="2133"/>
                  </a:lnTo>
                  <a:lnTo>
                    <a:pt x="322" y="2246"/>
                  </a:lnTo>
                  <a:lnTo>
                    <a:pt x="227" y="2378"/>
                  </a:lnTo>
                  <a:lnTo>
                    <a:pt x="152" y="2510"/>
                  </a:lnTo>
                  <a:lnTo>
                    <a:pt x="76" y="2661"/>
                  </a:lnTo>
                  <a:lnTo>
                    <a:pt x="20" y="2812"/>
                  </a:lnTo>
                  <a:lnTo>
                    <a:pt x="1" y="2888"/>
                  </a:lnTo>
                  <a:lnTo>
                    <a:pt x="12871" y="2888"/>
                  </a:lnTo>
                  <a:lnTo>
                    <a:pt x="12852" y="2812"/>
                  </a:lnTo>
                  <a:lnTo>
                    <a:pt x="12777" y="2661"/>
                  </a:lnTo>
                  <a:lnTo>
                    <a:pt x="12720" y="2510"/>
                  </a:lnTo>
                  <a:lnTo>
                    <a:pt x="12626" y="2378"/>
                  </a:lnTo>
                  <a:lnTo>
                    <a:pt x="12551" y="2246"/>
                  </a:lnTo>
                  <a:lnTo>
                    <a:pt x="12437" y="2133"/>
                  </a:lnTo>
                  <a:lnTo>
                    <a:pt x="12324" y="2019"/>
                  </a:lnTo>
                  <a:lnTo>
                    <a:pt x="12211" y="1906"/>
                  </a:lnTo>
                  <a:lnTo>
                    <a:pt x="12098" y="1812"/>
                  </a:lnTo>
                  <a:lnTo>
                    <a:pt x="11965" y="1736"/>
                  </a:lnTo>
                  <a:lnTo>
                    <a:pt x="11833" y="1661"/>
                  </a:lnTo>
                  <a:lnTo>
                    <a:pt x="11682" y="1585"/>
                  </a:lnTo>
                  <a:lnTo>
                    <a:pt x="11531" y="1548"/>
                  </a:lnTo>
                  <a:lnTo>
                    <a:pt x="11380" y="1491"/>
                  </a:lnTo>
                  <a:lnTo>
                    <a:pt x="11229" y="1472"/>
                  </a:lnTo>
                  <a:lnTo>
                    <a:pt x="11060" y="1453"/>
                  </a:lnTo>
                  <a:lnTo>
                    <a:pt x="10909" y="1434"/>
                  </a:lnTo>
                  <a:lnTo>
                    <a:pt x="9682" y="1434"/>
                  </a:lnTo>
                  <a:lnTo>
                    <a:pt x="9229" y="812"/>
                  </a:lnTo>
                  <a:lnTo>
                    <a:pt x="9097" y="642"/>
                  </a:lnTo>
                  <a:lnTo>
                    <a:pt x="8927" y="472"/>
                  </a:lnTo>
                  <a:lnTo>
                    <a:pt x="8738" y="340"/>
                  </a:lnTo>
                  <a:lnTo>
                    <a:pt x="8550" y="208"/>
                  </a:lnTo>
                  <a:lnTo>
                    <a:pt x="8323" y="132"/>
                  </a:lnTo>
                  <a:lnTo>
                    <a:pt x="8116" y="57"/>
                  </a:lnTo>
                  <a:lnTo>
                    <a:pt x="7889" y="19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33"/>
            <p:cNvSpPr/>
            <p:nvPr/>
          </p:nvSpPr>
          <p:spPr>
            <a:xfrm>
              <a:off x="1870098" y="801511"/>
              <a:ext cx="522725" cy="557267"/>
            </a:xfrm>
            <a:custGeom>
              <a:avLst/>
              <a:gdLst/>
              <a:ahLst/>
              <a:cxnLst/>
              <a:rect l="l" t="t" r="r" b="b"/>
              <a:pathLst>
                <a:path w="17721" h="18892" extrusionOk="0">
                  <a:moveTo>
                    <a:pt x="0" y="1"/>
                  </a:moveTo>
                  <a:lnTo>
                    <a:pt x="0" y="18891"/>
                  </a:lnTo>
                  <a:lnTo>
                    <a:pt x="17721" y="18891"/>
                  </a:lnTo>
                  <a:lnTo>
                    <a:pt x="1772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33"/>
            <p:cNvSpPr/>
            <p:nvPr/>
          </p:nvSpPr>
          <p:spPr>
            <a:xfrm>
              <a:off x="1912958" y="870005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2209" h="2209" extrusionOk="0">
                  <a:moveTo>
                    <a:pt x="1" y="0"/>
                  </a:moveTo>
                  <a:lnTo>
                    <a:pt x="1" y="2208"/>
                  </a:lnTo>
                  <a:lnTo>
                    <a:pt x="2209" y="2208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33"/>
            <p:cNvSpPr/>
            <p:nvPr/>
          </p:nvSpPr>
          <p:spPr>
            <a:xfrm>
              <a:off x="1909624" y="866111"/>
              <a:ext cx="71826" cy="72387"/>
            </a:xfrm>
            <a:custGeom>
              <a:avLst/>
              <a:gdLst/>
              <a:ahLst/>
              <a:cxnLst/>
              <a:rect l="l" t="t" r="r" b="b"/>
              <a:pathLst>
                <a:path w="2435" h="2454" extrusionOk="0">
                  <a:moveTo>
                    <a:pt x="2189" y="245"/>
                  </a:moveTo>
                  <a:lnTo>
                    <a:pt x="2189" y="2208"/>
                  </a:lnTo>
                  <a:lnTo>
                    <a:pt x="246" y="2208"/>
                  </a:lnTo>
                  <a:lnTo>
                    <a:pt x="246" y="245"/>
                  </a:lnTo>
                  <a:close/>
                  <a:moveTo>
                    <a:pt x="0" y="0"/>
                  </a:moveTo>
                  <a:lnTo>
                    <a:pt x="0" y="2453"/>
                  </a:lnTo>
                  <a:lnTo>
                    <a:pt x="2435" y="2453"/>
                  </a:lnTo>
                  <a:lnTo>
                    <a:pt x="24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33"/>
            <p:cNvSpPr/>
            <p:nvPr/>
          </p:nvSpPr>
          <p:spPr>
            <a:xfrm>
              <a:off x="1912958" y="969087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2209" h="2209" extrusionOk="0">
                  <a:moveTo>
                    <a:pt x="1" y="0"/>
                  </a:moveTo>
                  <a:lnTo>
                    <a:pt x="1" y="2208"/>
                  </a:lnTo>
                  <a:lnTo>
                    <a:pt x="2209" y="2208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1909624" y="965754"/>
              <a:ext cx="71826" cy="72387"/>
            </a:xfrm>
            <a:custGeom>
              <a:avLst/>
              <a:gdLst/>
              <a:ahLst/>
              <a:cxnLst/>
              <a:rect l="l" t="t" r="r" b="b"/>
              <a:pathLst>
                <a:path w="2435" h="2454" extrusionOk="0">
                  <a:moveTo>
                    <a:pt x="2189" y="245"/>
                  </a:moveTo>
                  <a:lnTo>
                    <a:pt x="2189" y="2208"/>
                  </a:lnTo>
                  <a:lnTo>
                    <a:pt x="246" y="2208"/>
                  </a:lnTo>
                  <a:lnTo>
                    <a:pt x="246" y="245"/>
                  </a:lnTo>
                  <a:close/>
                  <a:moveTo>
                    <a:pt x="0" y="0"/>
                  </a:moveTo>
                  <a:lnTo>
                    <a:pt x="0" y="2453"/>
                  </a:lnTo>
                  <a:lnTo>
                    <a:pt x="2435" y="2453"/>
                  </a:lnTo>
                  <a:lnTo>
                    <a:pt x="24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33"/>
            <p:cNvSpPr/>
            <p:nvPr/>
          </p:nvSpPr>
          <p:spPr>
            <a:xfrm>
              <a:off x="1912958" y="106873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2209" h="2209" extrusionOk="0">
                  <a:moveTo>
                    <a:pt x="1" y="0"/>
                  </a:moveTo>
                  <a:lnTo>
                    <a:pt x="1" y="2208"/>
                  </a:lnTo>
                  <a:lnTo>
                    <a:pt x="2209" y="2208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33"/>
            <p:cNvSpPr/>
            <p:nvPr/>
          </p:nvSpPr>
          <p:spPr>
            <a:xfrm>
              <a:off x="1909624" y="1065397"/>
              <a:ext cx="71826" cy="71826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2189" y="245"/>
                  </a:moveTo>
                  <a:lnTo>
                    <a:pt x="2189" y="2189"/>
                  </a:lnTo>
                  <a:lnTo>
                    <a:pt x="246" y="2189"/>
                  </a:lnTo>
                  <a:lnTo>
                    <a:pt x="246" y="245"/>
                  </a:lnTo>
                  <a:close/>
                  <a:moveTo>
                    <a:pt x="0" y="0"/>
                  </a:moveTo>
                  <a:lnTo>
                    <a:pt x="0" y="2435"/>
                  </a:lnTo>
                  <a:lnTo>
                    <a:pt x="2435" y="2435"/>
                  </a:lnTo>
                  <a:lnTo>
                    <a:pt x="24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1912958" y="1168373"/>
              <a:ext cx="65160" cy="64600"/>
            </a:xfrm>
            <a:custGeom>
              <a:avLst/>
              <a:gdLst/>
              <a:ahLst/>
              <a:cxnLst/>
              <a:rect l="l" t="t" r="r" b="b"/>
              <a:pathLst>
                <a:path w="2209" h="2190" extrusionOk="0">
                  <a:moveTo>
                    <a:pt x="1" y="0"/>
                  </a:moveTo>
                  <a:lnTo>
                    <a:pt x="1" y="2189"/>
                  </a:lnTo>
                  <a:lnTo>
                    <a:pt x="2209" y="2189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33"/>
            <p:cNvSpPr/>
            <p:nvPr/>
          </p:nvSpPr>
          <p:spPr>
            <a:xfrm>
              <a:off x="1909624" y="1164479"/>
              <a:ext cx="71826" cy="72387"/>
            </a:xfrm>
            <a:custGeom>
              <a:avLst/>
              <a:gdLst/>
              <a:ahLst/>
              <a:cxnLst/>
              <a:rect l="l" t="t" r="r" b="b"/>
              <a:pathLst>
                <a:path w="2435" h="2454" extrusionOk="0">
                  <a:moveTo>
                    <a:pt x="2189" y="246"/>
                  </a:moveTo>
                  <a:lnTo>
                    <a:pt x="2189" y="2208"/>
                  </a:lnTo>
                  <a:lnTo>
                    <a:pt x="246" y="2208"/>
                  </a:lnTo>
                  <a:lnTo>
                    <a:pt x="246" y="246"/>
                  </a:lnTo>
                  <a:close/>
                  <a:moveTo>
                    <a:pt x="0" y="0"/>
                  </a:moveTo>
                  <a:lnTo>
                    <a:pt x="0" y="2454"/>
                  </a:lnTo>
                  <a:lnTo>
                    <a:pt x="2435" y="2454"/>
                  </a:lnTo>
                  <a:lnTo>
                    <a:pt x="24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33"/>
            <p:cNvSpPr/>
            <p:nvPr/>
          </p:nvSpPr>
          <p:spPr>
            <a:xfrm>
              <a:off x="1930214" y="844932"/>
              <a:ext cx="89112" cy="80204"/>
            </a:xfrm>
            <a:custGeom>
              <a:avLst/>
              <a:gdLst/>
              <a:ahLst/>
              <a:cxnLst/>
              <a:rect l="l" t="t" r="r" b="b"/>
              <a:pathLst>
                <a:path w="3021" h="2719" extrusionOk="0">
                  <a:moveTo>
                    <a:pt x="2831" y="1"/>
                  </a:moveTo>
                  <a:lnTo>
                    <a:pt x="623" y="2284"/>
                  </a:lnTo>
                  <a:lnTo>
                    <a:pt x="208" y="1416"/>
                  </a:lnTo>
                  <a:lnTo>
                    <a:pt x="1" y="1511"/>
                  </a:lnTo>
                  <a:lnTo>
                    <a:pt x="548" y="2718"/>
                  </a:lnTo>
                  <a:lnTo>
                    <a:pt x="3020" y="171"/>
                  </a:lnTo>
                  <a:lnTo>
                    <a:pt x="28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1930214" y="942362"/>
              <a:ext cx="89112" cy="79643"/>
            </a:xfrm>
            <a:custGeom>
              <a:avLst/>
              <a:gdLst/>
              <a:ahLst/>
              <a:cxnLst/>
              <a:rect l="l" t="t" r="r" b="b"/>
              <a:pathLst>
                <a:path w="3021" h="2700" extrusionOk="0">
                  <a:moveTo>
                    <a:pt x="2831" y="0"/>
                  </a:moveTo>
                  <a:lnTo>
                    <a:pt x="623" y="2284"/>
                  </a:lnTo>
                  <a:lnTo>
                    <a:pt x="208" y="1416"/>
                  </a:lnTo>
                  <a:lnTo>
                    <a:pt x="1" y="1510"/>
                  </a:lnTo>
                  <a:lnTo>
                    <a:pt x="548" y="2699"/>
                  </a:lnTo>
                  <a:lnTo>
                    <a:pt x="3020" y="170"/>
                  </a:lnTo>
                  <a:lnTo>
                    <a:pt x="28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1930214" y="1042005"/>
              <a:ext cx="89112" cy="79643"/>
            </a:xfrm>
            <a:custGeom>
              <a:avLst/>
              <a:gdLst/>
              <a:ahLst/>
              <a:cxnLst/>
              <a:rect l="l" t="t" r="r" b="b"/>
              <a:pathLst>
                <a:path w="3021" h="2700" extrusionOk="0">
                  <a:moveTo>
                    <a:pt x="2831" y="0"/>
                  </a:moveTo>
                  <a:lnTo>
                    <a:pt x="623" y="2284"/>
                  </a:lnTo>
                  <a:lnTo>
                    <a:pt x="208" y="1397"/>
                  </a:lnTo>
                  <a:lnTo>
                    <a:pt x="1" y="1510"/>
                  </a:lnTo>
                  <a:lnTo>
                    <a:pt x="548" y="2699"/>
                  </a:lnTo>
                  <a:lnTo>
                    <a:pt x="3020" y="170"/>
                  </a:lnTo>
                  <a:lnTo>
                    <a:pt x="28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1930214" y="1143329"/>
              <a:ext cx="89112" cy="79614"/>
            </a:xfrm>
            <a:custGeom>
              <a:avLst/>
              <a:gdLst/>
              <a:ahLst/>
              <a:cxnLst/>
              <a:rect l="l" t="t" r="r" b="b"/>
              <a:pathLst>
                <a:path w="3021" h="2699" extrusionOk="0">
                  <a:moveTo>
                    <a:pt x="2831" y="0"/>
                  </a:moveTo>
                  <a:lnTo>
                    <a:pt x="623" y="2284"/>
                  </a:lnTo>
                  <a:lnTo>
                    <a:pt x="208" y="1415"/>
                  </a:lnTo>
                  <a:lnTo>
                    <a:pt x="1" y="1510"/>
                  </a:lnTo>
                  <a:lnTo>
                    <a:pt x="548" y="2699"/>
                  </a:lnTo>
                  <a:lnTo>
                    <a:pt x="3020" y="170"/>
                  </a:lnTo>
                  <a:lnTo>
                    <a:pt x="28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2026523" y="894488"/>
              <a:ext cx="292261" cy="7256"/>
            </a:xfrm>
            <a:custGeom>
              <a:avLst/>
              <a:gdLst/>
              <a:ahLst/>
              <a:cxnLst/>
              <a:rect l="l" t="t" r="r" b="b"/>
              <a:pathLst>
                <a:path w="9908" h="246" extrusionOk="0">
                  <a:moveTo>
                    <a:pt x="0" y="1"/>
                  </a:moveTo>
                  <a:lnTo>
                    <a:pt x="0" y="246"/>
                  </a:lnTo>
                  <a:lnTo>
                    <a:pt x="9908" y="246"/>
                  </a:lnTo>
                  <a:lnTo>
                    <a:pt x="9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2026523" y="1000266"/>
              <a:ext cx="292261" cy="7256"/>
            </a:xfrm>
            <a:custGeom>
              <a:avLst/>
              <a:gdLst/>
              <a:ahLst/>
              <a:cxnLst/>
              <a:rect l="l" t="t" r="r" b="b"/>
              <a:pathLst>
                <a:path w="9908" h="246" extrusionOk="0">
                  <a:moveTo>
                    <a:pt x="0" y="0"/>
                  </a:moveTo>
                  <a:lnTo>
                    <a:pt x="0" y="245"/>
                  </a:lnTo>
                  <a:lnTo>
                    <a:pt x="9908" y="245"/>
                  </a:lnTo>
                  <a:lnTo>
                    <a:pt x="9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2026523" y="1106015"/>
              <a:ext cx="292261" cy="6725"/>
            </a:xfrm>
            <a:custGeom>
              <a:avLst/>
              <a:gdLst/>
              <a:ahLst/>
              <a:cxnLst/>
              <a:rect l="l" t="t" r="r" b="b"/>
              <a:pathLst>
                <a:path w="9908" h="228" extrusionOk="0">
                  <a:moveTo>
                    <a:pt x="0" y="1"/>
                  </a:moveTo>
                  <a:lnTo>
                    <a:pt x="0" y="227"/>
                  </a:lnTo>
                  <a:lnTo>
                    <a:pt x="9908" y="227"/>
                  </a:lnTo>
                  <a:lnTo>
                    <a:pt x="9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2026523" y="1211233"/>
              <a:ext cx="292261" cy="7256"/>
            </a:xfrm>
            <a:custGeom>
              <a:avLst/>
              <a:gdLst/>
              <a:ahLst/>
              <a:cxnLst/>
              <a:rect l="l" t="t" r="r" b="b"/>
              <a:pathLst>
                <a:path w="9908" h="246" extrusionOk="0">
                  <a:moveTo>
                    <a:pt x="0" y="0"/>
                  </a:moveTo>
                  <a:lnTo>
                    <a:pt x="0" y="246"/>
                  </a:lnTo>
                  <a:lnTo>
                    <a:pt x="9908" y="246"/>
                  </a:lnTo>
                  <a:lnTo>
                    <a:pt x="9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6" name="Google Shape;256;p33"/>
          <p:cNvGrpSpPr/>
          <p:nvPr/>
        </p:nvGrpSpPr>
        <p:grpSpPr>
          <a:xfrm>
            <a:off x="299548" y="325310"/>
            <a:ext cx="1337930" cy="1364257"/>
            <a:chOff x="3059487" y="567838"/>
            <a:chExt cx="851394" cy="867995"/>
          </a:xfrm>
        </p:grpSpPr>
        <p:sp>
          <p:nvSpPr>
            <p:cNvPr id="257" name="Google Shape;257;p33"/>
            <p:cNvSpPr/>
            <p:nvPr/>
          </p:nvSpPr>
          <p:spPr>
            <a:xfrm>
              <a:off x="3059487" y="612107"/>
              <a:ext cx="823030" cy="823726"/>
            </a:xfrm>
            <a:custGeom>
              <a:avLst/>
              <a:gdLst/>
              <a:ahLst/>
              <a:cxnLst/>
              <a:rect l="l" t="t" r="r" b="b"/>
              <a:pathLst>
                <a:path w="22458" h="22477" extrusionOk="0">
                  <a:moveTo>
                    <a:pt x="11437" y="1"/>
                  </a:moveTo>
                  <a:lnTo>
                    <a:pt x="10889" y="19"/>
                  </a:lnTo>
                  <a:lnTo>
                    <a:pt x="10361" y="38"/>
                  </a:lnTo>
                  <a:lnTo>
                    <a:pt x="9814" y="95"/>
                  </a:lnTo>
                  <a:lnTo>
                    <a:pt x="9285" y="170"/>
                  </a:lnTo>
                  <a:lnTo>
                    <a:pt x="8757" y="284"/>
                  </a:lnTo>
                  <a:lnTo>
                    <a:pt x="8228" y="416"/>
                  </a:lnTo>
                  <a:lnTo>
                    <a:pt x="7719" y="567"/>
                  </a:lnTo>
                  <a:lnTo>
                    <a:pt x="7209" y="755"/>
                  </a:lnTo>
                  <a:lnTo>
                    <a:pt x="6719" y="963"/>
                  </a:lnTo>
                  <a:lnTo>
                    <a:pt x="6228" y="1189"/>
                  </a:lnTo>
                  <a:lnTo>
                    <a:pt x="5737" y="1435"/>
                  </a:lnTo>
                  <a:lnTo>
                    <a:pt x="5266" y="1718"/>
                  </a:lnTo>
                  <a:lnTo>
                    <a:pt x="4813" y="2020"/>
                  </a:lnTo>
                  <a:lnTo>
                    <a:pt x="4379" y="2341"/>
                  </a:lnTo>
                  <a:lnTo>
                    <a:pt x="3945" y="2680"/>
                  </a:lnTo>
                  <a:lnTo>
                    <a:pt x="3529" y="3058"/>
                  </a:lnTo>
                  <a:lnTo>
                    <a:pt x="3133" y="3454"/>
                  </a:lnTo>
                  <a:lnTo>
                    <a:pt x="2756" y="3869"/>
                  </a:lnTo>
                  <a:lnTo>
                    <a:pt x="2397" y="4303"/>
                  </a:lnTo>
                  <a:lnTo>
                    <a:pt x="2057" y="4756"/>
                  </a:lnTo>
                  <a:lnTo>
                    <a:pt x="1737" y="5247"/>
                  </a:lnTo>
                  <a:lnTo>
                    <a:pt x="1435" y="5738"/>
                  </a:lnTo>
                  <a:lnTo>
                    <a:pt x="1170" y="6247"/>
                  </a:lnTo>
                  <a:lnTo>
                    <a:pt x="925" y="6757"/>
                  </a:lnTo>
                  <a:lnTo>
                    <a:pt x="718" y="7285"/>
                  </a:lnTo>
                  <a:lnTo>
                    <a:pt x="529" y="7813"/>
                  </a:lnTo>
                  <a:lnTo>
                    <a:pt x="378" y="8342"/>
                  </a:lnTo>
                  <a:lnTo>
                    <a:pt x="246" y="8870"/>
                  </a:lnTo>
                  <a:lnTo>
                    <a:pt x="151" y="9417"/>
                  </a:lnTo>
                  <a:lnTo>
                    <a:pt x="76" y="9946"/>
                  </a:lnTo>
                  <a:lnTo>
                    <a:pt x="19" y="10493"/>
                  </a:lnTo>
                  <a:lnTo>
                    <a:pt x="0" y="11040"/>
                  </a:lnTo>
                  <a:lnTo>
                    <a:pt x="0" y="11569"/>
                  </a:lnTo>
                  <a:lnTo>
                    <a:pt x="19" y="12116"/>
                  </a:lnTo>
                  <a:lnTo>
                    <a:pt x="76" y="12645"/>
                  </a:lnTo>
                  <a:lnTo>
                    <a:pt x="170" y="13192"/>
                  </a:lnTo>
                  <a:lnTo>
                    <a:pt x="265" y="13720"/>
                  </a:lnTo>
                  <a:lnTo>
                    <a:pt x="397" y="14230"/>
                  </a:lnTo>
                  <a:lnTo>
                    <a:pt x="567" y="14758"/>
                  </a:lnTo>
                  <a:lnTo>
                    <a:pt x="736" y="15268"/>
                  </a:lnTo>
                  <a:lnTo>
                    <a:pt x="944" y="15758"/>
                  </a:lnTo>
                  <a:lnTo>
                    <a:pt x="1170" y="16249"/>
                  </a:lnTo>
                  <a:lnTo>
                    <a:pt x="1435" y="16740"/>
                  </a:lnTo>
                  <a:lnTo>
                    <a:pt x="1699" y="17211"/>
                  </a:lnTo>
                  <a:lnTo>
                    <a:pt x="2001" y="17664"/>
                  </a:lnTo>
                  <a:lnTo>
                    <a:pt x="2322" y="18098"/>
                  </a:lnTo>
                  <a:lnTo>
                    <a:pt x="2680" y="18532"/>
                  </a:lnTo>
                  <a:lnTo>
                    <a:pt x="3039" y="18948"/>
                  </a:lnTo>
                  <a:lnTo>
                    <a:pt x="3435" y="19344"/>
                  </a:lnTo>
                  <a:lnTo>
                    <a:pt x="3850" y="19721"/>
                  </a:lnTo>
                  <a:lnTo>
                    <a:pt x="4284" y="20080"/>
                  </a:lnTo>
                  <a:lnTo>
                    <a:pt x="4756" y="20420"/>
                  </a:lnTo>
                  <a:lnTo>
                    <a:pt x="5228" y="20740"/>
                  </a:lnTo>
                  <a:lnTo>
                    <a:pt x="5719" y="21042"/>
                  </a:lnTo>
                  <a:lnTo>
                    <a:pt x="6228" y="21307"/>
                  </a:lnTo>
                  <a:lnTo>
                    <a:pt x="6738" y="21552"/>
                  </a:lnTo>
                  <a:lnTo>
                    <a:pt x="7266" y="21759"/>
                  </a:lnTo>
                  <a:lnTo>
                    <a:pt x="7794" y="21948"/>
                  </a:lnTo>
                  <a:lnTo>
                    <a:pt x="8323" y="22099"/>
                  </a:lnTo>
                  <a:lnTo>
                    <a:pt x="8851" y="22231"/>
                  </a:lnTo>
                  <a:lnTo>
                    <a:pt x="9398" y="22326"/>
                  </a:lnTo>
                  <a:lnTo>
                    <a:pt x="9946" y="22401"/>
                  </a:lnTo>
                  <a:lnTo>
                    <a:pt x="10474" y="22458"/>
                  </a:lnTo>
                  <a:lnTo>
                    <a:pt x="11021" y="22477"/>
                  </a:lnTo>
                  <a:lnTo>
                    <a:pt x="11569" y="22477"/>
                  </a:lnTo>
                  <a:lnTo>
                    <a:pt x="12097" y="22439"/>
                  </a:lnTo>
                  <a:lnTo>
                    <a:pt x="12644" y="22382"/>
                  </a:lnTo>
                  <a:lnTo>
                    <a:pt x="13173" y="22307"/>
                  </a:lnTo>
                  <a:lnTo>
                    <a:pt x="13701" y="22194"/>
                  </a:lnTo>
                  <a:lnTo>
                    <a:pt x="14230" y="22080"/>
                  </a:lnTo>
                  <a:lnTo>
                    <a:pt x="14739" y="21910"/>
                  </a:lnTo>
                  <a:lnTo>
                    <a:pt x="15249" y="21741"/>
                  </a:lnTo>
                  <a:lnTo>
                    <a:pt x="15758" y="21533"/>
                  </a:lnTo>
                  <a:lnTo>
                    <a:pt x="16249" y="21307"/>
                  </a:lnTo>
                  <a:lnTo>
                    <a:pt x="16721" y="21042"/>
                  </a:lnTo>
                  <a:lnTo>
                    <a:pt x="17192" y="20778"/>
                  </a:lnTo>
                  <a:lnTo>
                    <a:pt x="17645" y="20476"/>
                  </a:lnTo>
                  <a:lnTo>
                    <a:pt x="18098" y="20137"/>
                  </a:lnTo>
                  <a:lnTo>
                    <a:pt x="18513" y="19797"/>
                  </a:lnTo>
                  <a:lnTo>
                    <a:pt x="18929" y="19419"/>
                  </a:lnTo>
                  <a:lnTo>
                    <a:pt x="19325" y="19042"/>
                  </a:lnTo>
                  <a:lnTo>
                    <a:pt x="19702" y="18627"/>
                  </a:lnTo>
                  <a:lnTo>
                    <a:pt x="20061" y="18174"/>
                  </a:lnTo>
                  <a:lnTo>
                    <a:pt x="20401" y="17721"/>
                  </a:lnTo>
                  <a:lnTo>
                    <a:pt x="20721" y="17249"/>
                  </a:lnTo>
                  <a:lnTo>
                    <a:pt x="21023" y="16740"/>
                  </a:lnTo>
                  <a:lnTo>
                    <a:pt x="21288" y="16249"/>
                  </a:lnTo>
                  <a:lnTo>
                    <a:pt x="21533" y="15721"/>
                  </a:lnTo>
                  <a:lnTo>
                    <a:pt x="21740" y="15211"/>
                  </a:lnTo>
                  <a:lnTo>
                    <a:pt x="21929" y="14683"/>
                  </a:lnTo>
                  <a:lnTo>
                    <a:pt x="22080" y="14154"/>
                  </a:lnTo>
                  <a:lnTo>
                    <a:pt x="22212" y="13607"/>
                  </a:lnTo>
                  <a:lnTo>
                    <a:pt x="22325" y="13079"/>
                  </a:lnTo>
                  <a:lnTo>
                    <a:pt x="22401" y="12531"/>
                  </a:lnTo>
                  <a:lnTo>
                    <a:pt x="22439" y="11984"/>
                  </a:lnTo>
                  <a:lnTo>
                    <a:pt x="22458" y="11456"/>
                  </a:lnTo>
                  <a:lnTo>
                    <a:pt x="22458" y="10908"/>
                  </a:lnTo>
                  <a:lnTo>
                    <a:pt x="22439" y="10361"/>
                  </a:lnTo>
                  <a:lnTo>
                    <a:pt x="22382" y="9833"/>
                  </a:lnTo>
                  <a:lnTo>
                    <a:pt x="22288" y="9304"/>
                  </a:lnTo>
                  <a:lnTo>
                    <a:pt x="22193" y="8776"/>
                  </a:lnTo>
                  <a:lnTo>
                    <a:pt x="22061" y="8247"/>
                  </a:lnTo>
                  <a:lnTo>
                    <a:pt x="21910" y="7738"/>
                  </a:lnTo>
                  <a:lnTo>
                    <a:pt x="21722" y="7228"/>
                  </a:lnTo>
                  <a:lnTo>
                    <a:pt x="21514" y="6719"/>
                  </a:lnTo>
                  <a:lnTo>
                    <a:pt x="21288" y="6228"/>
                  </a:lnTo>
                  <a:lnTo>
                    <a:pt x="21042" y="5756"/>
                  </a:lnTo>
                  <a:lnTo>
                    <a:pt x="20759" y="5285"/>
                  </a:lnTo>
                  <a:lnTo>
                    <a:pt x="20457" y="4832"/>
                  </a:lnTo>
                  <a:lnTo>
                    <a:pt x="20136" y="4379"/>
                  </a:lnTo>
                  <a:lnTo>
                    <a:pt x="19778" y="3964"/>
                  </a:lnTo>
                  <a:lnTo>
                    <a:pt x="19419" y="3548"/>
                  </a:lnTo>
                  <a:lnTo>
                    <a:pt x="19023" y="3152"/>
                  </a:lnTo>
                  <a:lnTo>
                    <a:pt x="18608" y="2775"/>
                  </a:lnTo>
                  <a:lnTo>
                    <a:pt x="18174" y="2397"/>
                  </a:lnTo>
                  <a:lnTo>
                    <a:pt x="17721" y="2058"/>
                  </a:lnTo>
                  <a:lnTo>
                    <a:pt x="17230" y="1737"/>
                  </a:lnTo>
                  <a:lnTo>
                    <a:pt x="16739" y="1454"/>
                  </a:lnTo>
                  <a:lnTo>
                    <a:pt x="16230" y="1171"/>
                  </a:lnTo>
                  <a:lnTo>
                    <a:pt x="15720" y="944"/>
                  </a:lnTo>
                  <a:lnTo>
                    <a:pt x="15192" y="718"/>
                  </a:lnTo>
                  <a:lnTo>
                    <a:pt x="14664" y="548"/>
                  </a:lnTo>
                  <a:lnTo>
                    <a:pt x="14135" y="378"/>
                  </a:lnTo>
                  <a:lnTo>
                    <a:pt x="13607" y="265"/>
                  </a:lnTo>
                  <a:lnTo>
                    <a:pt x="13060" y="152"/>
                  </a:lnTo>
                  <a:lnTo>
                    <a:pt x="12531" y="76"/>
                  </a:lnTo>
                  <a:lnTo>
                    <a:pt x="11984" y="38"/>
                  </a:lnTo>
                  <a:lnTo>
                    <a:pt x="11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3083015" y="572015"/>
              <a:ext cx="823726" cy="823030"/>
            </a:xfrm>
            <a:custGeom>
              <a:avLst/>
              <a:gdLst/>
              <a:ahLst/>
              <a:cxnLst/>
              <a:rect l="l" t="t" r="r" b="b"/>
              <a:pathLst>
                <a:path w="22477" h="22458" extrusionOk="0">
                  <a:moveTo>
                    <a:pt x="10908" y="0"/>
                  </a:moveTo>
                  <a:lnTo>
                    <a:pt x="10361" y="38"/>
                  </a:lnTo>
                  <a:lnTo>
                    <a:pt x="9813" y="76"/>
                  </a:lnTo>
                  <a:lnTo>
                    <a:pt x="9285" y="170"/>
                  </a:lnTo>
                  <a:lnTo>
                    <a:pt x="8756" y="264"/>
                  </a:lnTo>
                  <a:lnTo>
                    <a:pt x="8228" y="396"/>
                  </a:lnTo>
                  <a:lnTo>
                    <a:pt x="7719" y="566"/>
                  </a:lnTo>
                  <a:lnTo>
                    <a:pt x="7209" y="736"/>
                  </a:lnTo>
                  <a:lnTo>
                    <a:pt x="6718" y="944"/>
                  </a:lnTo>
                  <a:lnTo>
                    <a:pt x="6228" y="1170"/>
                  </a:lnTo>
                  <a:lnTo>
                    <a:pt x="5737" y="1434"/>
                  </a:lnTo>
                  <a:lnTo>
                    <a:pt x="5265" y="1698"/>
                  </a:lnTo>
                  <a:lnTo>
                    <a:pt x="4812" y="2000"/>
                  </a:lnTo>
                  <a:lnTo>
                    <a:pt x="4378" y="2321"/>
                  </a:lnTo>
                  <a:lnTo>
                    <a:pt x="3944" y="2680"/>
                  </a:lnTo>
                  <a:lnTo>
                    <a:pt x="3529" y="3038"/>
                  </a:lnTo>
                  <a:lnTo>
                    <a:pt x="3133" y="3435"/>
                  </a:lnTo>
                  <a:lnTo>
                    <a:pt x="2755" y="3850"/>
                  </a:lnTo>
                  <a:lnTo>
                    <a:pt x="2397" y="4284"/>
                  </a:lnTo>
                  <a:lnTo>
                    <a:pt x="2057" y="4756"/>
                  </a:lnTo>
                  <a:lnTo>
                    <a:pt x="1736" y="5227"/>
                  </a:lnTo>
                  <a:lnTo>
                    <a:pt x="1434" y="5718"/>
                  </a:lnTo>
                  <a:lnTo>
                    <a:pt x="1170" y="6228"/>
                  </a:lnTo>
                  <a:lnTo>
                    <a:pt x="925" y="6737"/>
                  </a:lnTo>
                  <a:lnTo>
                    <a:pt x="717" y="7266"/>
                  </a:lnTo>
                  <a:lnTo>
                    <a:pt x="528" y="7794"/>
                  </a:lnTo>
                  <a:lnTo>
                    <a:pt x="377" y="8322"/>
                  </a:lnTo>
                  <a:lnTo>
                    <a:pt x="245" y="8870"/>
                  </a:lnTo>
                  <a:lnTo>
                    <a:pt x="151" y="9398"/>
                  </a:lnTo>
                  <a:lnTo>
                    <a:pt x="76" y="9945"/>
                  </a:lnTo>
                  <a:lnTo>
                    <a:pt x="19" y="10474"/>
                  </a:lnTo>
                  <a:lnTo>
                    <a:pt x="0" y="11021"/>
                  </a:lnTo>
                  <a:lnTo>
                    <a:pt x="0" y="11568"/>
                  </a:lnTo>
                  <a:lnTo>
                    <a:pt x="38" y="12097"/>
                  </a:lnTo>
                  <a:lnTo>
                    <a:pt x="94" y="12644"/>
                  </a:lnTo>
                  <a:lnTo>
                    <a:pt x="170" y="13172"/>
                  </a:lnTo>
                  <a:lnTo>
                    <a:pt x="264" y="13701"/>
                  </a:lnTo>
                  <a:lnTo>
                    <a:pt x="396" y="14229"/>
                  </a:lnTo>
                  <a:lnTo>
                    <a:pt x="566" y="14739"/>
                  </a:lnTo>
                  <a:lnTo>
                    <a:pt x="736" y="15248"/>
                  </a:lnTo>
                  <a:lnTo>
                    <a:pt x="944" y="15758"/>
                  </a:lnTo>
                  <a:lnTo>
                    <a:pt x="1170" y="16248"/>
                  </a:lnTo>
                  <a:lnTo>
                    <a:pt x="1434" y="16720"/>
                  </a:lnTo>
                  <a:lnTo>
                    <a:pt x="1698" y="17192"/>
                  </a:lnTo>
                  <a:lnTo>
                    <a:pt x="2000" y="17645"/>
                  </a:lnTo>
                  <a:lnTo>
                    <a:pt x="2340" y="18098"/>
                  </a:lnTo>
                  <a:lnTo>
                    <a:pt x="2680" y="18513"/>
                  </a:lnTo>
                  <a:lnTo>
                    <a:pt x="3038" y="18928"/>
                  </a:lnTo>
                  <a:lnTo>
                    <a:pt x="3435" y="19325"/>
                  </a:lnTo>
                  <a:lnTo>
                    <a:pt x="3850" y="19702"/>
                  </a:lnTo>
                  <a:lnTo>
                    <a:pt x="4284" y="20061"/>
                  </a:lnTo>
                  <a:lnTo>
                    <a:pt x="4756" y="20400"/>
                  </a:lnTo>
                  <a:lnTo>
                    <a:pt x="5227" y="20721"/>
                  </a:lnTo>
                  <a:lnTo>
                    <a:pt x="5737" y="21023"/>
                  </a:lnTo>
                  <a:lnTo>
                    <a:pt x="6228" y="21287"/>
                  </a:lnTo>
                  <a:lnTo>
                    <a:pt x="6756" y="21532"/>
                  </a:lnTo>
                  <a:lnTo>
                    <a:pt x="7266" y="21740"/>
                  </a:lnTo>
                  <a:lnTo>
                    <a:pt x="7794" y="21929"/>
                  </a:lnTo>
                  <a:lnTo>
                    <a:pt x="8322" y="22080"/>
                  </a:lnTo>
                  <a:lnTo>
                    <a:pt x="8870" y="22212"/>
                  </a:lnTo>
                  <a:lnTo>
                    <a:pt x="9398" y="22325"/>
                  </a:lnTo>
                  <a:lnTo>
                    <a:pt x="9945" y="22401"/>
                  </a:lnTo>
                  <a:lnTo>
                    <a:pt x="10493" y="22438"/>
                  </a:lnTo>
                  <a:lnTo>
                    <a:pt x="11021" y="22457"/>
                  </a:lnTo>
                  <a:lnTo>
                    <a:pt x="11568" y="22457"/>
                  </a:lnTo>
                  <a:lnTo>
                    <a:pt x="12116" y="22438"/>
                  </a:lnTo>
                  <a:lnTo>
                    <a:pt x="12644" y="22382"/>
                  </a:lnTo>
                  <a:lnTo>
                    <a:pt x="13172" y="22306"/>
                  </a:lnTo>
                  <a:lnTo>
                    <a:pt x="13701" y="22193"/>
                  </a:lnTo>
                  <a:lnTo>
                    <a:pt x="14229" y="22061"/>
                  </a:lnTo>
                  <a:lnTo>
                    <a:pt x="14739" y="21910"/>
                  </a:lnTo>
                  <a:lnTo>
                    <a:pt x="15248" y="21721"/>
                  </a:lnTo>
                  <a:lnTo>
                    <a:pt x="15758" y="21514"/>
                  </a:lnTo>
                  <a:lnTo>
                    <a:pt x="16248" y="21287"/>
                  </a:lnTo>
                  <a:lnTo>
                    <a:pt x="16720" y="21042"/>
                  </a:lnTo>
                  <a:lnTo>
                    <a:pt x="17192" y="20759"/>
                  </a:lnTo>
                  <a:lnTo>
                    <a:pt x="17645" y="20457"/>
                  </a:lnTo>
                  <a:lnTo>
                    <a:pt x="18098" y="20136"/>
                  </a:lnTo>
                  <a:lnTo>
                    <a:pt x="18513" y="19777"/>
                  </a:lnTo>
                  <a:lnTo>
                    <a:pt x="18928" y="19419"/>
                  </a:lnTo>
                  <a:lnTo>
                    <a:pt x="19325" y="19023"/>
                  </a:lnTo>
                  <a:lnTo>
                    <a:pt x="19702" y="18607"/>
                  </a:lnTo>
                  <a:lnTo>
                    <a:pt x="20079" y="18173"/>
                  </a:lnTo>
                  <a:lnTo>
                    <a:pt x="20419" y="17720"/>
                  </a:lnTo>
                  <a:lnTo>
                    <a:pt x="20740" y="17230"/>
                  </a:lnTo>
                  <a:lnTo>
                    <a:pt x="21023" y="16739"/>
                  </a:lnTo>
                  <a:lnTo>
                    <a:pt x="21306" y="16230"/>
                  </a:lnTo>
                  <a:lnTo>
                    <a:pt x="21533" y="15720"/>
                  </a:lnTo>
                  <a:lnTo>
                    <a:pt x="21740" y="15192"/>
                  </a:lnTo>
                  <a:lnTo>
                    <a:pt x="21929" y="14663"/>
                  </a:lnTo>
                  <a:lnTo>
                    <a:pt x="22099" y="14135"/>
                  </a:lnTo>
                  <a:lnTo>
                    <a:pt x="22212" y="13606"/>
                  </a:lnTo>
                  <a:lnTo>
                    <a:pt x="22325" y="13059"/>
                  </a:lnTo>
                  <a:lnTo>
                    <a:pt x="22401" y="12531"/>
                  </a:lnTo>
                  <a:lnTo>
                    <a:pt x="22438" y="11983"/>
                  </a:lnTo>
                  <a:lnTo>
                    <a:pt x="22476" y="11436"/>
                  </a:lnTo>
                  <a:lnTo>
                    <a:pt x="22457" y="10889"/>
                  </a:lnTo>
                  <a:lnTo>
                    <a:pt x="22438" y="10361"/>
                  </a:lnTo>
                  <a:lnTo>
                    <a:pt x="22382" y="9813"/>
                  </a:lnTo>
                  <a:lnTo>
                    <a:pt x="22306" y="9285"/>
                  </a:lnTo>
                  <a:lnTo>
                    <a:pt x="22193" y="8756"/>
                  </a:lnTo>
                  <a:lnTo>
                    <a:pt x="22061" y="8228"/>
                  </a:lnTo>
                  <a:lnTo>
                    <a:pt x="21910" y="7718"/>
                  </a:lnTo>
                  <a:lnTo>
                    <a:pt x="21721" y="7209"/>
                  </a:lnTo>
                  <a:lnTo>
                    <a:pt x="21514" y="6718"/>
                  </a:lnTo>
                  <a:lnTo>
                    <a:pt x="21287" y="6228"/>
                  </a:lnTo>
                  <a:lnTo>
                    <a:pt x="21042" y="5737"/>
                  </a:lnTo>
                  <a:lnTo>
                    <a:pt x="20759" y="5265"/>
                  </a:lnTo>
                  <a:lnTo>
                    <a:pt x="20457" y="4812"/>
                  </a:lnTo>
                  <a:lnTo>
                    <a:pt x="20136" y="4378"/>
                  </a:lnTo>
                  <a:lnTo>
                    <a:pt x="19796" y="3944"/>
                  </a:lnTo>
                  <a:lnTo>
                    <a:pt x="19419" y="3529"/>
                  </a:lnTo>
                  <a:lnTo>
                    <a:pt x="19023" y="3133"/>
                  </a:lnTo>
                  <a:lnTo>
                    <a:pt x="18607" y="2755"/>
                  </a:lnTo>
                  <a:lnTo>
                    <a:pt x="18173" y="2397"/>
                  </a:lnTo>
                  <a:lnTo>
                    <a:pt x="17720" y="2057"/>
                  </a:lnTo>
                  <a:lnTo>
                    <a:pt x="17230" y="1736"/>
                  </a:lnTo>
                  <a:lnTo>
                    <a:pt x="16739" y="1434"/>
                  </a:lnTo>
                  <a:lnTo>
                    <a:pt x="16230" y="1170"/>
                  </a:lnTo>
                  <a:lnTo>
                    <a:pt x="15720" y="925"/>
                  </a:lnTo>
                  <a:lnTo>
                    <a:pt x="15192" y="717"/>
                  </a:lnTo>
                  <a:lnTo>
                    <a:pt x="14663" y="528"/>
                  </a:lnTo>
                  <a:lnTo>
                    <a:pt x="14135" y="377"/>
                  </a:lnTo>
                  <a:lnTo>
                    <a:pt x="13606" y="245"/>
                  </a:lnTo>
                  <a:lnTo>
                    <a:pt x="13059" y="151"/>
                  </a:lnTo>
                  <a:lnTo>
                    <a:pt x="12531" y="76"/>
                  </a:lnTo>
                  <a:lnTo>
                    <a:pt x="11983" y="19"/>
                  </a:lnTo>
                  <a:lnTo>
                    <a:pt x="11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3078837" y="567838"/>
              <a:ext cx="832045" cy="832045"/>
            </a:xfrm>
            <a:custGeom>
              <a:avLst/>
              <a:gdLst/>
              <a:ahLst/>
              <a:cxnLst/>
              <a:rect l="l" t="t" r="r" b="b"/>
              <a:pathLst>
                <a:path w="22704" h="22704" extrusionOk="0">
                  <a:moveTo>
                    <a:pt x="11362" y="227"/>
                  </a:moveTo>
                  <a:lnTo>
                    <a:pt x="11739" y="246"/>
                  </a:lnTo>
                  <a:lnTo>
                    <a:pt x="12135" y="265"/>
                  </a:lnTo>
                  <a:lnTo>
                    <a:pt x="12513" y="284"/>
                  </a:lnTo>
                  <a:lnTo>
                    <a:pt x="12890" y="340"/>
                  </a:lnTo>
                  <a:lnTo>
                    <a:pt x="13268" y="397"/>
                  </a:lnTo>
                  <a:lnTo>
                    <a:pt x="13645" y="473"/>
                  </a:lnTo>
                  <a:lnTo>
                    <a:pt x="14022" y="548"/>
                  </a:lnTo>
                  <a:lnTo>
                    <a:pt x="14400" y="661"/>
                  </a:lnTo>
                  <a:lnTo>
                    <a:pt x="14777" y="775"/>
                  </a:lnTo>
                  <a:lnTo>
                    <a:pt x="15136" y="888"/>
                  </a:lnTo>
                  <a:lnTo>
                    <a:pt x="15513" y="1039"/>
                  </a:lnTo>
                  <a:lnTo>
                    <a:pt x="15872" y="1190"/>
                  </a:lnTo>
                  <a:lnTo>
                    <a:pt x="16230" y="1360"/>
                  </a:lnTo>
                  <a:lnTo>
                    <a:pt x="16589" y="1548"/>
                  </a:lnTo>
                  <a:lnTo>
                    <a:pt x="16929" y="1737"/>
                  </a:lnTo>
                  <a:lnTo>
                    <a:pt x="17287" y="1945"/>
                  </a:lnTo>
                  <a:lnTo>
                    <a:pt x="17740" y="2265"/>
                  </a:lnTo>
                  <a:lnTo>
                    <a:pt x="18193" y="2586"/>
                  </a:lnTo>
                  <a:lnTo>
                    <a:pt x="18608" y="2926"/>
                  </a:lnTo>
                  <a:lnTo>
                    <a:pt x="19023" y="3303"/>
                  </a:lnTo>
                  <a:lnTo>
                    <a:pt x="19401" y="3681"/>
                  </a:lnTo>
                  <a:lnTo>
                    <a:pt x="19759" y="4077"/>
                  </a:lnTo>
                  <a:lnTo>
                    <a:pt x="20118" y="4492"/>
                  </a:lnTo>
                  <a:lnTo>
                    <a:pt x="20439" y="4926"/>
                  </a:lnTo>
                  <a:lnTo>
                    <a:pt x="20741" y="5379"/>
                  </a:lnTo>
                  <a:lnTo>
                    <a:pt x="21005" y="5851"/>
                  </a:lnTo>
                  <a:lnTo>
                    <a:pt x="21269" y="6323"/>
                  </a:lnTo>
                  <a:lnTo>
                    <a:pt x="21496" y="6813"/>
                  </a:lnTo>
                  <a:lnTo>
                    <a:pt x="21703" y="7323"/>
                  </a:lnTo>
                  <a:lnTo>
                    <a:pt x="21892" y="7832"/>
                  </a:lnTo>
                  <a:lnTo>
                    <a:pt x="22062" y="8361"/>
                  </a:lnTo>
                  <a:lnTo>
                    <a:pt x="22194" y="8889"/>
                  </a:lnTo>
                  <a:lnTo>
                    <a:pt x="22307" y="9437"/>
                  </a:lnTo>
                  <a:lnTo>
                    <a:pt x="22382" y="9984"/>
                  </a:lnTo>
                  <a:lnTo>
                    <a:pt x="22439" y="10531"/>
                  </a:lnTo>
                  <a:lnTo>
                    <a:pt x="22458" y="11078"/>
                  </a:lnTo>
                  <a:lnTo>
                    <a:pt x="22458" y="11626"/>
                  </a:lnTo>
                  <a:lnTo>
                    <a:pt x="22439" y="12154"/>
                  </a:lnTo>
                  <a:lnTo>
                    <a:pt x="22382" y="12701"/>
                  </a:lnTo>
                  <a:lnTo>
                    <a:pt x="22307" y="13230"/>
                  </a:lnTo>
                  <a:lnTo>
                    <a:pt x="22194" y="13758"/>
                  </a:lnTo>
                  <a:lnTo>
                    <a:pt x="22062" y="14287"/>
                  </a:lnTo>
                  <a:lnTo>
                    <a:pt x="21911" y="14815"/>
                  </a:lnTo>
                  <a:lnTo>
                    <a:pt x="21722" y="15325"/>
                  </a:lnTo>
                  <a:lnTo>
                    <a:pt x="21514" y="15815"/>
                  </a:lnTo>
                  <a:lnTo>
                    <a:pt x="21288" y="16325"/>
                  </a:lnTo>
                  <a:lnTo>
                    <a:pt x="21024" y="16796"/>
                  </a:lnTo>
                  <a:lnTo>
                    <a:pt x="20741" y="17287"/>
                  </a:lnTo>
                  <a:lnTo>
                    <a:pt x="20439" y="17740"/>
                  </a:lnTo>
                  <a:lnTo>
                    <a:pt x="20118" y="18193"/>
                  </a:lnTo>
                  <a:lnTo>
                    <a:pt x="19759" y="18608"/>
                  </a:lnTo>
                  <a:lnTo>
                    <a:pt x="19401" y="19023"/>
                  </a:lnTo>
                  <a:lnTo>
                    <a:pt x="19004" y="19401"/>
                  </a:lnTo>
                  <a:lnTo>
                    <a:pt x="18608" y="19759"/>
                  </a:lnTo>
                  <a:lnTo>
                    <a:pt x="18193" y="20099"/>
                  </a:lnTo>
                  <a:lnTo>
                    <a:pt x="17759" y="20439"/>
                  </a:lnTo>
                  <a:lnTo>
                    <a:pt x="17306" y="20722"/>
                  </a:lnTo>
                  <a:lnTo>
                    <a:pt x="16853" y="21005"/>
                  </a:lnTo>
                  <a:lnTo>
                    <a:pt x="16362" y="21269"/>
                  </a:lnTo>
                  <a:lnTo>
                    <a:pt x="15872" y="21496"/>
                  </a:lnTo>
                  <a:lnTo>
                    <a:pt x="15381" y="21703"/>
                  </a:lnTo>
                  <a:lnTo>
                    <a:pt x="14853" y="21892"/>
                  </a:lnTo>
                  <a:lnTo>
                    <a:pt x="14324" y="22043"/>
                  </a:lnTo>
                  <a:lnTo>
                    <a:pt x="13796" y="22194"/>
                  </a:lnTo>
                  <a:lnTo>
                    <a:pt x="13249" y="22288"/>
                  </a:lnTo>
                  <a:lnTo>
                    <a:pt x="12701" y="22382"/>
                  </a:lnTo>
                  <a:lnTo>
                    <a:pt x="12154" y="22439"/>
                  </a:lnTo>
                  <a:lnTo>
                    <a:pt x="11607" y="22458"/>
                  </a:lnTo>
                  <a:lnTo>
                    <a:pt x="11078" y="22458"/>
                  </a:lnTo>
                  <a:lnTo>
                    <a:pt x="10531" y="22439"/>
                  </a:lnTo>
                  <a:lnTo>
                    <a:pt x="9984" y="22382"/>
                  </a:lnTo>
                  <a:lnTo>
                    <a:pt x="9455" y="22307"/>
                  </a:lnTo>
                  <a:lnTo>
                    <a:pt x="8927" y="22194"/>
                  </a:lnTo>
                  <a:lnTo>
                    <a:pt x="8399" y="22062"/>
                  </a:lnTo>
                  <a:lnTo>
                    <a:pt x="7889" y="21911"/>
                  </a:lnTo>
                  <a:lnTo>
                    <a:pt x="7380" y="21722"/>
                  </a:lnTo>
                  <a:lnTo>
                    <a:pt x="6870" y="21514"/>
                  </a:lnTo>
                  <a:lnTo>
                    <a:pt x="6379" y="21288"/>
                  </a:lnTo>
                  <a:lnTo>
                    <a:pt x="5889" y="21024"/>
                  </a:lnTo>
                  <a:lnTo>
                    <a:pt x="5417" y="20741"/>
                  </a:lnTo>
                  <a:lnTo>
                    <a:pt x="4945" y="20420"/>
                  </a:lnTo>
                  <a:lnTo>
                    <a:pt x="4492" y="20080"/>
                  </a:lnTo>
                  <a:lnTo>
                    <a:pt x="4058" y="19722"/>
                  </a:lnTo>
                  <a:lnTo>
                    <a:pt x="3643" y="19363"/>
                  </a:lnTo>
                  <a:lnTo>
                    <a:pt x="3247" y="18967"/>
                  </a:lnTo>
                  <a:lnTo>
                    <a:pt x="2888" y="18552"/>
                  </a:lnTo>
                  <a:lnTo>
                    <a:pt x="2548" y="18136"/>
                  </a:lnTo>
                  <a:lnTo>
                    <a:pt x="2228" y="17702"/>
                  </a:lnTo>
                  <a:lnTo>
                    <a:pt x="1926" y="17249"/>
                  </a:lnTo>
                  <a:lnTo>
                    <a:pt x="1662" y="16778"/>
                  </a:lnTo>
                  <a:lnTo>
                    <a:pt x="1397" y="16306"/>
                  </a:lnTo>
                  <a:lnTo>
                    <a:pt x="1171" y="15815"/>
                  </a:lnTo>
                  <a:lnTo>
                    <a:pt x="982" y="15325"/>
                  </a:lnTo>
                  <a:lnTo>
                    <a:pt x="793" y="14815"/>
                  </a:lnTo>
                  <a:lnTo>
                    <a:pt x="642" y="14305"/>
                  </a:lnTo>
                  <a:lnTo>
                    <a:pt x="510" y="13796"/>
                  </a:lnTo>
                  <a:lnTo>
                    <a:pt x="397" y="13268"/>
                  </a:lnTo>
                  <a:lnTo>
                    <a:pt x="322" y="12739"/>
                  </a:lnTo>
                  <a:lnTo>
                    <a:pt x="265" y="12211"/>
                  </a:lnTo>
                  <a:lnTo>
                    <a:pt x="246" y="11682"/>
                  </a:lnTo>
                  <a:lnTo>
                    <a:pt x="246" y="11135"/>
                  </a:lnTo>
                  <a:lnTo>
                    <a:pt x="265" y="10607"/>
                  </a:lnTo>
                  <a:lnTo>
                    <a:pt x="303" y="10059"/>
                  </a:lnTo>
                  <a:lnTo>
                    <a:pt x="378" y="9531"/>
                  </a:lnTo>
                  <a:lnTo>
                    <a:pt x="491" y="9003"/>
                  </a:lnTo>
                  <a:lnTo>
                    <a:pt x="605" y="8474"/>
                  </a:lnTo>
                  <a:lnTo>
                    <a:pt x="775" y="7946"/>
                  </a:lnTo>
                  <a:lnTo>
                    <a:pt x="944" y="7417"/>
                  </a:lnTo>
                  <a:lnTo>
                    <a:pt x="1152" y="6908"/>
                  </a:lnTo>
                  <a:lnTo>
                    <a:pt x="1397" y="6398"/>
                  </a:lnTo>
                  <a:lnTo>
                    <a:pt x="1662" y="5908"/>
                  </a:lnTo>
                  <a:lnTo>
                    <a:pt x="1945" y="5417"/>
                  </a:lnTo>
                  <a:lnTo>
                    <a:pt x="2152" y="5096"/>
                  </a:lnTo>
                  <a:lnTo>
                    <a:pt x="2360" y="4794"/>
                  </a:lnTo>
                  <a:lnTo>
                    <a:pt x="2586" y="4511"/>
                  </a:lnTo>
                  <a:lnTo>
                    <a:pt x="2813" y="4228"/>
                  </a:lnTo>
                  <a:lnTo>
                    <a:pt x="3039" y="3945"/>
                  </a:lnTo>
                  <a:lnTo>
                    <a:pt x="3284" y="3681"/>
                  </a:lnTo>
                  <a:lnTo>
                    <a:pt x="3530" y="3435"/>
                  </a:lnTo>
                  <a:lnTo>
                    <a:pt x="3794" y="3190"/>
                  </a:lnTo>
                  <a:lnTo>
                    <a:pt x="4058" y="2945"/>
                  </a:lnTo>
                  <a:lnTo>
                    <a:pt x="4322" y="2718"/>
                  </a:lnTo>
                  <a:lnTo>
                    <a:pt x="4889" y="2303"/>
                  </a:lnTo>
                  <a:lnTo>
                    <a:pt x="5474" y="1907"/>
                  </a:lnTo>
                  <a:lnTo>
                    <a:pt x="6059" y="1567"/>
                  </a:lnTo>
                  <a:lnTo>
                    <a:pt x="6681" y="1265"/>
                  </a:lnTo>
                  <a:lnTo>
                    <a:pt x="7323" y="982"/>
                  </a:lnTo>
                  <a:lnTo>
                    <a:pt x="7965" y="756"/>
                  </a:lnTo>
                  <a:lnTo>
                    <a:pt x="8644" y="567"/>
                  </a:lnTo>
                  <a:lnTo>
                    <a:pt x="9305" y="416"/>
                  </a:lnTo>
                  <a:lnTo>
                    <a:pt x="9984" y="322"/>
                  </a:lnTo>
                  <a:lnTo>
                    <a:pt x="10682" y="246"/>
                  </a:lnTo>
                  <a:lnTo>
                    <a:pt x="11362" y="227"/>
                  </a:lnTo>
                  <a:close/>
                  <a:moveTo>
                    <a:pt x="11003" y="1"/>
                  </a:moveTo>
                  <a:lnTo>
                    <a:pt x="10475" y="20"/>
                  </a:lnTo>
                  <a:lnTo>
                    <a:pt x="9927" y="76"/>
                  </a:lnTo>
                  <a:lnTo>
                    <a:pt x="9380" y="171"/>
                  </a:lnTo>
                  <a:lnTo>
                    <a:pt x="8852" y="265"/>
                  </a:lnTo>
                  <a:lnTo>
                    <a:pt x="8323" y="397"/>
                  </a:lnTo>
                  <a:lnTo>
                    <a:pt x="7795" y="567"/>
                  </a:lnTo>
                  <a:lnTo>
                    <a:pt x="7285" y="737"/>
                  </a:lnTo>
                  <a:lnTo>
                    <a:pt x="6776" y="944"/>
                  </a:lnTo>
                  <a:lnTo>
                    <a:pt x="6285" y="1190"/>
                  </a:lnTo>
                  <a:lnTo>
                    <a:pt x="5794" y="1435"/>
                  </a:lnTo>
                  <a:lnTo>
                    <a:pt x="5323" y="1718"/>
                  </a:lnTo>
                  <a:lnTo>
                    <a:pt x="4870" y="2020"/>
                  </a:lnTo>
                  <a:lnTo>
                    <a:pt x="4417" y="2341"/>
                  </a:lnTo>
                  <a:lnTo>
                    <a:pt x="3983" y="2699"/>
                  </a:lnTo>
                  <a:lnTo>
                    <a:pt x="3568" y="3077"/>
                  </a:lnTo>
                  <a:lnTo>
                    <a:pt x="3171" y="3473"/>
                  </a:lnTo>
                  <a:lnTo>
                    <a:pt x="2775" y="3888"/>
                  </a:lnTo>
                  <a:lnTo>
                    <a:pt x="2416" y="4322"/>
                  </a:lnTo>
                  <a:lnTo>
                    <a:pt x="2077" y="4794"/>
                  </a:lnTo>
                  <a:lnTo>
                    <a:pt x="1737" y="5285"/>
                  </a:lnTo>
                  <a:lnTo>
                    <a:pt x="1454" y="5775"/>
                  </a:lnTo>
                  <a:lnTo>
                    <a:pt x="1171" y="6285"/>
                  </a:lnTo>
                  <a:lnTo>
                    <a:pt x="926" y="6813"/>
                  </a:lnTo>
                  <a:lnTo>
                    <a:pt x="718" y="7342"/>
                  </a:lnTo>
                  <a:lnTo>
                    <a:pt x="529" y="7870"/>
                  </a:lnTo>
                  <a:lnTo>
                    <a:pt x="378" y="8399"/>
                  </a:lnTo>
                  <a:lnTo>
                    <a:pt x="246" y="8946"/>
                  </a:lnTo>
                  <a:lnTo>
                    <a:pt x="152" y="9493"/>
                  </a:lnTo>
                  <a:lnTo>
                    <a:pt x="57" y="10040"/>
                  </a:lnTo>
                  <a:lnTo>
                    <a:pt x="20" y="10588"/>
                  </a:lnTo>
                  <a:lnTo>
                    <a:pt x="1" y="11135"/>
                  </a:lnTo>
                  <a:lnTo>
                    <a:pt x="1" y="11682"/>
                  </a:lnTo>
                  <a:lnTo>
                    <a:pt x="20" y="12230"/>
                  </a:lnTo>
                  <a:lnTo>
                    <a:pt x="76" y="12777"/>
                  </a:lnTo>
                  <a:lnTo>
                    <a:pt x="171" y="13305"/>
                  </a:lnTo>
                  <a:lnTo>
                    <a:pt x="265" y="13853"/>
                  </a:lnTo>
                  <a:lnTo>
                    <a:pt x="416" y="14381"/>
                  </a:lnTo>
                  <a:lnTo>
                    <a:pt x="567" y="14890"/>
                  </a:lnTo>
                  <a:lnTo>
                    <a:pt x="756" y="15419"/>
                  </a:lnTo>
                  <a:lnTo>
                    <a:pt x="963" y="15910"/>
                  </a:lnTo>
                  <a:lnTo>
                    <a:pt x="1190" y="16419"/>
                  </a:lnTo>
                  <a:lnTo>
                    <a:pt x="1435" y="16891"/>
                  </a:lnTo>
                  <a:lnTo>
                    <a:pt x="1718" y="17363"/>
                  </a:lnTo>
                  <a:lnTo>
                    <a:pt x="2020" y="17834"/>
                  </a:lnTo>
                  <a:lnTo>
                    <a:pt x="2360" y="18287"/>
                  </a:lnTo>
                  <a:lnTo>
                    <a:pt x="2699" y="18721"/>
                  </a:lnTo>
                  <a:lnTo>
                    <a:pt x="3077" y="19137"/>
                  </a:lnTo>
                  <a:lnTo>
                    <a:pt x="3473" y="19533"/>
                  </a:lnTo>
                  <a:lnTo>
                    <a:pt x="3888" y="19910"/>
                  </a:lnTo>
                  <a:lnTo>
                    <a:pt x="4341" y="20269"/>
                  </a:lnTo>
                  <a:lnTo>
                    <a:pt x="4794" y="20627"/>
                  </a:lnTo>
                  <a:lnTo>
                    <a:pt x="5285" y="20948"/>
                  </a:lnTo>
                  <a:lnTo>
                    <a:pt x="5625" y="21156"/>
                  </a:lnTo>
                  <a:lnTo>
                    <a:pt x="5983" y="21363"/>
                  </a:lnTo>
                  <a:lnTo>
                    <a:pt x="6342" y="21533"/>
                  </a:lnTo>
                  <a:lnTo>
                    <a:pt x="6700" y="21703"/>
                  </a:lnTo>
                  <a:lnTo>
                    <a:pt x="7078" y="21873"/>
                  </a:lnTo>
                  <a:lnTo>
                    <a:pt x="7436" y="22005"/>
                  </a:lnTo>
                  <a:lnTo>
                    <a:pt x="7814" y="22137"/>
                  </a:lnTo>
                  <a:lnTo>
                    <a:pt x="8191" y="22269"/>
                  </a:lnTo>
                  <a:lnTo>
                    <a:pt x="8587" y="22364"/>
                  </a:lnTo>
                  <a:lnTo>
                    <a:pt x="8965" y="22458"/>
                  </a:lnTo>
                  <a:lnTo>
                    <a:pt x="9361" y="22533"/>
                  </a:lnTo>
                  <a:lnTo>
                    <a:pt x="9739" y="22590"/>
                  </a:lnTo>
                  <a:lnTo>
                    <a:pt x="10135" y="22647"/>
                  </a:lnTo>
                  <a:lnTo>
                    <a:pt x="10531" y="22684"/>
                  </a:lnTo>
                  <a:lnTo>
                    <a:pt x="10927" y="22703"/>
                  </a:lnTo>
                  <a:lnTo>
                    <a:pt x="11324" y="22703"/>
                  </a:lnTo>
                  <a:lnTo>
                    <a:pt x="11947" y="22684"/>
                  </a:lnTo>
                  <a:lnTo>
                    <a:pt x="12588" y="22628"/>
                  </a:lnTo>
                  <a:lnTo>
                    <a:pt x="13211" y="22552"/>
                  </a:lnTo>
                  <a:lnTo>
                    <a:pt x="13853" y="22420"/>
                  </a:lnTo>
                  <a:lnTo>
                    <a:pt x="14400" y="22288"/>
                  </a:lnTo>
                  <a:lnTo>
                    <a:pt x="14928" y="22118"/>
                  </a:lnTo>
                  <a:lnTo>
                    <a:pt x="15457" y="21930"/>
                  </a:lnTo>
                  <a:lnTo>
                    <a:pt x="15985" y="21722"/>
                  </a:lnTo>
                  <a:lnTo>
                    <a:pt x="16476" y="21477"/>
                  </a:lnTo>
                  <a:lnTo>
                    <a:pt x="16966" y="21212"/>
                  </a:lnTo>
                  <a:lnTo>
                    <a:pt x="17438" y="20929"/>
                  </a:lnTo>
                  <a:lnTo>
                    <a:pt x="17910" y="20627"/>
                  </a:lnTo>
                  <a:lnTo>
                    <a:pt x="18344" y="20307"/>
                  </a:lnTo>
                  <a:lnTo>
                    <a:pt x="18778" y="19948"/>
                  </a:lnTo>
                  <a:lnTo>
                    <a:pt x="19174" y="19571"/>
                  </a:lnTo>
                  <a:lnTo>
                    <a:pt x="19571" y="19174"/>
                  </a:lnTo>
                  <a:lnTo>
                    <a:pt x="19948" y="18778"/>
                  </a:lnTo>
                  <a:lnTo>
                    <a:pt x="20307" y="18344"/>
                  </a:lnTo>
                  <a:lnTo>
                    <a:pt x="20627" y="17891"/>
                  </a:lnTo>
                  <a:lnTo>
                    <a:pt x="20948" y="17419"/>
                  </a:lnTo>
                  <a:lnTo>
                    <a:pt x="21231" y="16929"/>
                  </a:lnTo>
                  <a:lnTo>
                    <a:pt x="21514" y="16419"/>
                  </a:lnTo>
                  <a:lnTo>
                    <a:pt x="21741" y="15928"/>
                  </a:lnTo>
                  <a:lnTo>
                    <a:pt x="21948" y="15400"/>
                  </a:lnTo>
                  <a:lnTo>
                    <a:pt x="22137" y="14890"/>
                  </a:lnTo>
                  <a:lnTo>
                    <a:pt x="22307" y="14362"/>
                  </a:lnTo>
                  <a:lnTo>
                    <a:pt x="22439" y="13815"/>
                  </a:lnTo>
                  <a:lnTo>
                    <a:pt x="22552" y="13268"/>
                  </a:lnTo>
                  <a:lnTo>
                    <a:pt x="22628" y="12720"/>
                  </a:lnTo>
                  <a:lnTo>
                    <a:pt x="22684" y="12173"/>
                  </a:lnTo>
                  <a:lnTo>
                    <a:pt x="22703" y="11626"/>
                  </a:lnTo>
                  <a:lnTo>
                    <a:pt x="22703" y="11078"/>
                  </a:lnTo>
                  <a:lnTo>
                    <a:pt x="22684" y="10512"/>
                  </a:lnTo>
                  <a:lnTo>
                    <a:pt x="22628" y="9965"/>
                  </a:lnTo>
                  <a:lnTo>
                    <a:pt x="22533" y="9399"/>
                  </a:lnTo>
                  <a:lnTo>
                    <a:pt x="22420" y="8852"/>
                  </a:lnTo>
                  <a:lnTo>
                    <a:pt x="22288" y="8304"/>
                  </a:lnTo>
                  <a:lnTo>
                    <a:pt x="22118" y="7757"/>
                  </a:lnTo>
                  <a:lnTo>
                    <a:pt x="21930" y="7229"/>
                  </a:lnTo>
                  <a:lnTo>
                    <a:pt x="21722" y="6719"/>
                  </a:lnTo>
                  <a:lnTo>
                    <a:pt x="21477" y="6210"/>
                  </a:lnTo>
                  <a:lnTo>
                    <a:pt x="21231" y="5719"/>
                  </a:lnTo>
                  <a:lnTo>
                    <a:pt x="20929" y="5247"/>
                  </a:lnTo>
                  <a:lnTo>
                    <a:pt x="20627" y="4794"/>
                  </a:lnTo>
                  <a:lnTo>
                    <a:pt x="20307" y="4341"/>
                  </a:lnTo>
                  <a:lnTo>
                    <a:pt x="19948" y="3926"/>
                  </a:lnTo>
                  <a:lnTo>
                    <a:pt x="19571" y="3511"/>
                  </a:lnTo>
                  <a:lnTo>
                    <a:pt x="19193" y="3115"/>
                  </a:lnTo>
                  <a:lnTo>
                    <a:pt x="18778" y="2737"/>
                  </a:lnTo>
                  <a:lnTo>
                    <a:pt x="18344" y="2397"/>
                  </a:lnTo>
                  <a:lnTo>
                    <a:pt x="17891" y="2058"/>
                  </a:lnTo>
                  <a:lnTo>
                    <a:pt x="17419" y="1737"/>
                  </a:lnTo>
                  <a:lnTo>
                    <a:pt x="16910" y="1435"/>
                  </a:lnTo>
                  <a:lnTo>
                    <a:pt x="16400" y="1171"/>
                  </a:lnTo>
                  <a:lnTo>
                    <a:pt x="15891" y="925"/>
                  </a:lnTo>
                  <a:lnTo>
                    <a:pt x="15362" y="718"/>
                  </a:lnTo>
                  <a:lnTo>
                    <a:pt x="14834" y="529"/>
                  </a:lnTo>
                  <a:lnTo>
                    <a:pt x="14287" y="378"/>
                  </a:lnTo>
                  <a:lnTo>
                    <a:pt x="13739" y="246"/>
                  </a:lnTo>
                  <a:lnTo>
                    <a:pt x="13211" y="133"/>
                  </a:lnTo>
                  <a:lnTo>
                    <a:pt x="12664" y="57"/>
                  </a:lnTo>
                  <a:lnTo>
                    <a:pt x="12116" y="20"/>
                  </a:lnTo>
                  <a:lnTo>
                    <a:pt x="11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33"/>
            <p:cNvSpPr/>
            <p:nvPr/>
          </p:nvSpPr>
          <p:spPr>
            <a:xfrm>
              <a:off x="3137619" y="626619"/>
              <a:ext cx="713783" cy="713783"/>
            </a:xfrm>
            <a:custGeom>
              <a:avLst/>
              <a:gdLst/>
              <a:ahLst/>
              <a:cxnLst/>
              <a:rect l="l" t="t" r="r" b="b"/>
              <a:pathLst>
                <a:path w="19477" h="19477" extrusionOk="0">
                  <a:moveTo>
                    <a:pt x="9682" y="1"/>
                  </a:moveTo>
                  <a:lnTo>
                    <a:pt x="9286" y="20"/>
                  </a:lnTo>
                  <a:lnTo>
                    <a:pt x="8908" y="39"/>
                  </a:lnTo>
                  <a:lnTo>
                    <a:pt x="8361" y="95"/>
                  </a:lnTo>
                  <a:lnTo>
                    <a:pt x="7814" y="190"/>
                  </a:lnTo>
                  <a:lnTo>
                    <a:pt x="7285" y="322"/>
                  </a:lnTo>
                  <a:lnTo>
                    <a:pt x="6757" y="473"/>
                  </a:lnTo>
                  <a:lnTo>
                    <a:pt x="6229" y="661"/>
                  </a:lnTo>
                  <a:lnTo>
                    <a:pt x="5719" y="869"/>
                  </a:lnTo>
                  <a:lnTo>
                    <a:pt x="5228" y="1114"/>
                  </a:lnTo>
                  <a:lnTo>
                    <a:pt x="4738" y="1378"/>
                  </a:lnTo>
                  <a:lnTo>
                    <a:pt x="4266" y="1680"/>
                  </a:lnTo>
                  <a:lnTo>
                    <a:pt x="3813" y="2001"/>
                  </a:lnTo>
                  <a:lnTo>
                    <a:pt x="3379" y="2360"/>
                  </a:lnTo>
                  <a:lnTo>
                    <a:pt x="2964" y="2737"/>
                  </a:lnTo>
                  <a:lnTo>
                    <a:pt x="2567" y="3152"/>
                  </a:lnTo>
                  <a:lnTo>
                    <a:pt x="2190" y="3586"/>
                  </a:lnTo>
                  <a:lnTo>
                    <a:pt x="1831" y="4058"/>
                  </a:lnTo>
                  <a:lnTo>
                    <a:pt x="1511" y="4530"/>
                  </a:lnTo>
                  <a:lnTo>
                    <a:pt x="1246" y="4964"/>
                  </a:lnTo>
                  <a:lnTo>
                    <a:pt x="1020" y="5417"/>
                  </a:lnTo>
                  <a:lnTo>
                    <a:pt x="812" y="5851"/>
                  </a:lnTo>
                  <a:lnTo>
                    <a:pt x="624" y="6304"/>
                  </a:lnTo>
                  <a:lnTo>
                    <a:pt x="473" y="6757"/>
                  </a:lnTo>
                  <a:lnTo>
                    <a:pt x="341" y="7229"/>
                  </a:lnTo>
                  <a:lnTo>
                    <a:pt x="227" y="7682"/>
                  </a:lnTo>
                  <a:lnTo>
                    <a:pt x="133" y="8153"/>
                  </a:lnTo>
                  <a:lnTo>
                    <a:pt x="58" y="8625"/>
                  </a:lnTo>
                  <a:lnTo>
                    <a:pt x="20" y="9097"/>
                  </a:lnTo>
                  <a:lnTo>
                    <a:pt x="1" y="9569"/>
                  </a:lnTo>
                  <a:lnTo>
                    <a:pt x="1" y="10022"/>
                  </a:lnTo>
                  <a:lnTo>
                    <a:pt x="39" y="10493"/>
                  </a:lnTo>
                  <a:lnTo>
                    <a:pt x="76" y="10965"/>
                  </a:lnTo>
                  <a:lnTo>
                    <a:pt x="152" y="11418"/>
                  </a:lnTo>
                  <a:lnTo>
                    <a:pt x="246" y="11890"/>
                  </a:lnTo>
                  <a:lnTo>
                    <a:pt x="359" y="12343"/>
                  </a:lnTo>
                  <a:lnTo>
                    <a:pt x="492" y="12777"/>
                  </a:lnTo>
                  <a:lnTo>
                    <a:pt x="643" y="13230"/>
                  </a:lnTo>
                  <a:lnTo>
                    <a:pt x="831" y="13664"/>
                  </a:lnTo>
                  <a:lnTo>
                    <a:pt x="1020" y="14079"/>
                  </a:lnTo>
                  <a:lnTo>
                    <a:pt x="1246" y="14494"/>
                  </a:lnTo>
                  <a:lnTo>
                    <a:pt x="1492" y="14909"/>
                  </a:lnTo>
                  <a:lnTo>
                    <a:pt x="1737" y="15306"/>
                  </a:lnTo>
                  <a:lnTo>
                    <a:pt x="2020" y="15683"/>
                  </a:lnTo>
                  <a:lnTo>
                    <a:pt x="2322" y="16061"/>
                  </a:lnTo>
                  <a:lnTo>
                    <a:pt x="2643" y="16419"/>
                  </a:lnTo>
                  <a:lnTo>
                    <a:pt x="2983" y="16759"/>
                  </a:lnTo>
                  <a:lnTo>
                    <a:pt x="3341" y="17080"/>
                  </a:lnTo>
                  <a:lnTo>
                    <a:pt x="3719" y="17400"/>
                  </a:lnTo>
                  <a:lnTo>
                    <a:pt x="4134" y="17702"/>
                  </a:lnTo>
                  <a:lnTo>
                    <a:pt x="4549" y="17967"/>
                  </a:lnTo>
                  <a:lnTo>
                    <a:pt x="4964" y="18231"/>
                  </a:lnTo>
                  <a:lnTo>
                    <a:pt x="5417" y="18457"/>
                  </a:lnTo>
                  <a:lnTo>
                    <a:pt x="5851" y="18665"/>
                  </a:lnTo>
                  <a:lnTo>
                    <a:pt x="6304" y="18854"/>
                  </a:lnTo>
                  <a:lnTo>
                    <a:pt x="6757" y="19023"/>
                  </a:lnTo>
                  <a:lnTo>
                    <a:pt x="7229" y="19156"/>
                  </a:lnTo>
                  <a:lnTo>
                    <a:pt x="7682" y="19269"/>
                  </a:lnTo>
                  <a:lnTo>
                    <a:pt x="8153" y="19344"/>
                  </a:lnTo>
                  <a:lnTo>
                    <a:pt x="8625" y="19420"/>
                  </a:lnTo>
                  <a:lnTo>
                    <a:pt x="9097" y="19457"/>
                  </a:lnTo>
                  <a:lnTo>
                    <a:pt x="9569" y="19476"/>
                  </a:lnTo>
                  <a:lnTo>
                    <a:pt x="10041" y="19476"/>
                  </a:lnTo>
                  <a:lnTo>
                    <a:pt x="10493" y="19457"/>
                  </a:lnTo>
                  <a:lnTo>
                    <a:pt x="10965" y="19401"/>
                  </a:lnTo>
                  <a:lnTo>
                    <a:pt x="11437" y="19325"/>
                  </a:lnTo>
                  <a:lnTo>
                    <a:pt x="11890" y="19250"/>
                  </a:lnTo>
                  <a:lnTo>
                    <a:pt x="12343" y="19137"/>
                  </a:lnTo>
                  <a:lnTo>
                    <a:pt x="12796" y="18986"/>
                  </a:lnTo>
                  <a:lnTo>
                    <a:pt x="13230" y="18835"/>
                  </a:lnTo>
                  <a:lnTo>
                    <a:pt x="13664" y="18665"/>
                  </a:lnTo>
                  <a:lnTo>
                    <a:pt x="14079" y="18457"/>
                  </a:lnTo>
                  <a:lnTo>
                    <a:pt x="14513" y="18231"/>
                  </a:lnTo>
                  <a:lnTo>
                    <a:pt x="14909" y="18004"/>
                  </a:lnTo>
                  <a:lnTo>
                    <a:pt x="15306" y="17740"/>
                  </a:lnTo>
                  <a:lnTo>
                    <a:pt x="15683" y="17457"/>
                  </a:lnTo>
                  <a:lnTo>
                    <a:pt x="16061" y="17155"/>
                  </a:lnTo>
                  <a:lnTo>
                    <a:pt x="16419" y="16834"/>
                  </a:lnTo>
                  <a:lnTo>
                    <a:pt x="16759" y="16495"/>
                  </a:lnTo>
                  <a:lnTo>
                    <a:pt x="17099" y="16136"/>
                  </a:lnTo>
                  <a:lnTo>
                    <a:pt x="17400" y="15759"/>
                  </a:lnTo>
                  <a:lnTo>
                    <a:pt x="17702" y="15362"/>
                  </a:lnTo>
                  <a:lnTo>
                    <a:pt x="17986" y="14947"/>
                  </a:lnTo>
                  <a:lnTo>
                    <a:pt x="18231" y="14513"/>
                  </a:lnTo>
                  <a:lnTo>
                    <a:pt x="18457" y="14079"/>
                  </a:lnTo>
                  <a:lnTo>
                    <a:pt x="18665" y="13626"/>
                  </a:lnTo>
                  <a:lnTo>
                    <a:pt x="18854" y="13173"/>
                  </a:lnTo>
                  <a:lnTo>
                    <a:pt x="19023" y="12720"/>
                  </a:lnTo>
                  <a:lnTo>
                    <a:pt x="19156" y="12267"/>
                  </a:lnTo>
                  <a:lnTo>
                    <a:pt x="19269" y="11796"/>
                  </a:lnTo>
                  <a:lnTo>
                    <a:pt x="19363" y="11324"/>
                  </a:lnTo>
                  <a:lnTo>
                    <a:pt x="19420" y="10852"/>
                  </a:lnTo>
                  <a:lnTo>
                    <a:pt x="19457" y="10399"/>
                  </a:lnTo>
                  <a:lnTo>
                    <a:pt x="19476" y="9927"/>
                  </a:lnTo>
                  <a:lnTo>
                    <a:pt x="19476" y="9456"/>
                  </a:lnTo>
                  <a:lnTo>
                    <a:pt x="19457" y="8984"/>
                  </a:lnTo>
                  <a:lnTo>
                    <a:pt x="19401" y="8512"/>
                  </a:lnTo>
                  <a:lnTo>
                    <a:pt x="19344" y="8059"/>
                  </a:lnTo>
                  <a:lnTo>
                    <a:pt x="19250" y="7587"/>
                  </a:lnTo>
                  <a:lnTo>
                    <a:pt x="19137" y="7134"/>
                  </a:lnTo>
                  <a:lnTo>
                    <a:pt x="19005" y="6700"/>
                  </a:lnTo>
                  <a:lnTo>
                    <a:pt x="18835" y="6247"/>
                  </a:lnTo>
                  <a:lnTo>
                    <a:pt x="18665" y="5813"/>
                  </a:lnTo>
                  <a:lnTo>
                    <a:pt x="18457" y="5398"/>
                  </a:lnTo>
                  <a:lnTo>
                    <a:pt x="18250" y="4983"/>
                  </a:lnTo>
                  <a:lnTo>
                    <a:pt x="18004" y="4568"/>
                  </a:lnTo>
                  <a:lnTo>
                    <a:pt x="17740" y="4171"/>
                  </a:lnTo>
                  <a:lnTo>
                    <a:pt x="17457" y="3794"/>
                  </a:lnTo>
                  <a:lnTo>
                    <a:pt x="17155" y="3417"/>
                  </a:lnTo>
                  <a:lnTo>
                    <a:pt x="16834" y="3058"/>
                  </a:lnTo>
                  <a:lnTo>
                    <a:pt x="16495" y="2718"/>
                  </a:lnTo>
                  <a:lnTo>
                    <a:pt x="16136" y="2398"/>
                  </a:lnTo>
                  <a:lnTo>
                    <a:pt x="15759" y="2077"/>
                  </a:lnTo>
                  <a:lnTo>
                    <a:pt x="15362" y="1794"/>
                  </a:lnTo>
                  <a:lnTo>
                    <a:pt x="14947" y="1511"/>
                  </a:lnTo>
                  <a:lnTo>
                    <a:pt x="14589" y="1284"/>
                  </a:lnTo>
                  <a:lnTo>
                    <a:pt x="14230" y="1095"/>
                  </a:lnTo>
                  <a:lnTo>
                    <a:pt x="13872" y="926"/>
                  </a:lnTo>
                  <a:lnTo>
                    <a:pt x="13494" y="756"/>
                  </a:lnTo>
                  <a:lnTo>
                    <a:pt x="13136" y="605"/>
                  </a:lnTo>
                  <a:lnTo>
                    <a:pt x="12758" y="473"/>
                  </a:lnTo>
                  <a:lnTo>
                    <a:pt x="12381" y="359"/>
                  </a:lnTo>
                  <a:lnTo>
                    <a:pt x="11984" y="265"/>
                  </a:lnTo>
                  <a:lnTo>
                    <a:pt x="11607" y="171"/>
                  </a:lnTo>
                  <a:lnTo>
                    <a:pt x="11229" y="114"/>
                  </a:lnTo>
                  <a:lnTo>
                    <a:pt x="10833" y="57"/>
                  </a:lnTo>
                  <a:lnTo>
                    <a:pt x="10456" y="20"/>
                  </a:lnTo>
                  <a:lnTo>
                    <a:pt x="100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33"/>
            <p:cNvSpPr/>
            <p:nvPr/>
          </p:nvSpPr>
          <p:spPr>
            <a:xfrm>
              <a:off x="3133478" y="621782"/>
              <a:ext cx="722762" cy="723458"/>
            </a:xfrm>
            <a:custGeom>
              <a:avLst/>
              <a:gdLst/>
              <a:ahLst/>
              <a:cxnLst/>
              <a:rect l="l" t="t" r="r" b="b"/>
              <a:pathLst>
                <a:path w="19722" h="19741" extrusionOk="0">
                  <a:moveTo>
                    <a:pt x="9889" y="246"/>
                  </a:moveTo>
                  <a:lnTo>
                    <a:pt x="10229" y="265"/>
                  </a:lnTo>
                  <a:lnTo>
                    <a:pt x="10569" y="284"/>
                  </a:lnTo>
                  <a:lnTo>
                    <a:pt x="10890" y="303"/>
                  </a:lnTo>
                  <a:lnTo>
                    <a:pt x="11229" y="340"/>
                  </a:lnTo>
                  <a:lnTo>
                    <a:pt x="11550" y="397"/>
                  </a:lnTo>
                  <a:lnTo>
                    <a:pt x="11890" y="473"/>
                  </a:lnTo>
                  <a:lnTo>
                    <a:pt x="12211" y="548"/>
                  </a:lnTo>
                  <a:lnTo>
                    <a:pt x="12531" y="624"/>
                  </a:lnTo>
                  <a:lnTo>
                    <a:pt x="12852" y="737"/>
                  </a:lnTo>
                  <a:lnTo>
                    <a:pt x="13173" y="831"/>
                  </a:lnTo>
                  <a:lnTo>
                    <a:pt x="13494" y="963"/>
                  </a:lnTo>
                  <a:lnTo>
                    <a:pt x="13796" y="1095"/>
                  </a:lnTo>
                  <a:lnTo>
                    <a:pt x="14098" y="1246"/>
                  </a:lnTo>
                  <a:lnTo>
                    <a:pt x="14400" y="1397"/>
                  </a:lnTo>
                  <a:lnTo>
                    <a:pt x="14702" y="1567"/>
                  </a:lnTo>
                  <a:lnTo>
                    <a:pt x="14985" y="1737"/>
                  </a:lnTo>
                  <a:lnTo>
                    <a:pt x="15400" y="2001"/>
                  </a:lnTo>
                  <a:lnTo>
                    <a:pt x="15777" y="2284"/>
                  </a:lnTo>
                  <a:lnTo>
                    <a:pt x="16136" y="2586"/>
                  </a:lnTo>
                  <a:lnTo>
                    <a:pt x="16494" y="2907"/>
                  </a:lnTo>
                  <a:lnTo>
                    <a:pt x="16834" y="3247"/>
                  </a:lnTo>
                  <a:lnTo>
                    <a:pt x="17136" y="3586"/>
                  </a:lnTo>
                  <a:lnTo>
                    <a:pt x="17438" y="3945"/>
                  </a:lnTo>
                  <a:lnTo>
                    <a:pt x="17721" y="4322"/>
                  </a:lnTo>
                  <a:lnTo>
                    <a:pt x="17985" y="4719"/>
                  </a:lnTo>
                  <a:lnTo>
                    <a:pt x="18212" y="5115"/>
                  </a:lnTo>
                  <a:lnTo>
                    <a:pt x="18438" y="5530"/>
                  </a:lnTo>
                  <a:lnTo>
                    <a:pt x="18646" y="5945"/>
                  </a:lnTo>
                  <a:lnTo>
                    <a:pt x="18816" y="6379"/>
                  </a:lnTo>
                  <a:lnTo>
                    <a:pt x="18985" y="6832"/>
                  </a:lnTo>
                  <a:lnTo>
                    <a:pt x="19118" y="7285"/>
                  </a:lnTo>
                  <a:lnTo>
                    <a:pt x="19231" y="7757"/>
                  </a:lnTo>
                  <a:lnTo>
                    <a:pt x="19325" y="8229"/>
                  </a:lnTo>
                  <a:lnTo>
                    <a:pt x="19401" y="8701"/>
                  </a:lnTo>
                  <a:lnTo>
                    <a:pt x="19457" y="9172"/>
                  </a:lnTo>
                  <a:lnTo>
                    <a:pt x="19476" y="9644"/>
                  </a:lnTo>
                  <a:lnTo>
                    <a:pt x="19476" y="10116"/>
                  </a:lnTo>
                  <a:lnTo>
                    <a:pt x="19457" y="10588"/>
                  </a:lnTo>
                  <a:lnTo>
                    <a:pt x="19401" y="11041"/>
                  </a:lnTo>
                  <a:lnTo>
                    <a:pt x="19344" y="11512"/>
                  </a:lnTo>
                  <a:lnTo>
                    <a:pt x="19250" y="11965"/>
                  </a:lnTo>
                  <a:lnTo>
                    <a:pt x="19136" y="12418"/>
                  </a:lnTo>
                  <a:lnTo>
                    <a:pt x="19004" y="12871"/>
                  </a:lnTo>
                  <a:lnTo>
                    <a:pt x="18834" y="13305"/>
                  </a:lnTo>
                  <a:lnTo>
                    <a:pt x="18665" y="13739"/>
                  </a:lnTo>
                  <a:lnTo>
                    <a:pt x="18457" y="14173"/>
                  </a:lnTo>
                  <a:lnTo>
                    <a:pt x="18231" y="14588"/>
                  </a:lnTo>
                  <a:lnTo>
                    <a:pt x="17985" y="15004"/>
                  </a:lnTo>
                  <a:lnTo>
                    <a:pt x="17721" y="15400"/>
                  </a:lnTo>
                  <a:lnTo>
                    <a:pt x="17438" y="15796"/>
                  </a:lnTo>
                  <a:lnTo>
                    <a:pt x="17136" y="16155"/>
                  </a:lnTo>
                  <a:lnTo>
                    <a:pt x="16815" y="16513"/>
                  </a:lnTo>
                  <a:lnTo>
                    <a:pt x="16494" y="16834"/>
                  </a:lnTo>
                  <a:lnTo>
                    <a:pt x="16136" y="17155"/>
                  </a:lnTo>
                  <a:lnTo>
                    <a:pt x="15777" y="17457"/>
                  </a:lnTo>
                  <a:lnTo>
                    <a:pt x="15400" y="17740"/>
                  </a:lnTo>
                  <a:lnTo>
                    <a:pt x="15022" y="17985"/>
                  </a:lnTo>
                  <a:lnTo>
                    <a:pt x="14607" y="18231"/>
                  </a:lnTo>
                  <a:lnTo>
                    <a:pt x="14211" y="18457"/>
                  </a:lnTo>
                  <a:lnTo>
                    <a:pt x="13777" y="18665"/>
                  </a:lnTo>
                  <a:lnTo>
                    <a:pt x="13343" y="18835"/>
                  </a:lnTo>
                  <a:lnTo>
                    <a:pt x="12890" y="19004"/>
                  </a:lnTo>
                  <a:lnTo>
                    <a:pt x="12437" y="19137"/>
                  </a:lnTo>
                  <a:lnTo>
                    <a:pt x="11965" y="19250"/>
                  </a:lnTo>
                  <a:lnTo>
                    <a:pt x="11512" y="19344"/>
                  </a:lnTo>
                  <a:lnTo>
                    <a:pt x="11041" y="19420"/>
                  </a:lnTo>
                  <a:lnTo>
                    <a:pt x="10569" y="19457"/>
                  </a:lnTo>
                  <a:lnTo>
                    <a:pt x="10097" y="19495"/>
                  </a:lnTo>
                  <a:lnTo>
                    <a:pt x="9625" y="19495"/>
                  </a:lnTo>
                  <a:lnTo>
                    <a:pt x="9153" y="19476"/>
                  </a:lnTo>
                  <a:lnTo>
                    <a:pt x="8682" y="19420"/>
                  </a:lnTo>
                  <a:lnTo>
                    <a:pt x="8229" y="19363"/>
                  </a:lnTo>
                  <a:lnTo>
                    <a:pt x="7757" y="19269"/>
                  </a:lnTo>
                  <a:lnTo>
                    <a:pt x="7304" y="19155"/>
                  </a:lnTo>
                  <a:lnTo>
                    <a:pt x="6851" y="19023"/>
                  </a:lnTo>
                  <a:lnTo>
                    <a:pt x="6417" y="18853"/>
                  </a:lnTo>
                  <a:lnTo>
                    <a:pt x="5983" y="18684"/>
                  </a:lnTo>
                  <a:lnTo>
                    <a:pt x="5549" y="18476"/>
                  </a:lnTo>
                  <a:lnTo>
                    <a:pt x="5134" y="18250"/>
                  </a:lnTo>
                  <a:lnTo>
                    <a:pt x="4719" y="18004"/>
                  </a:lnTo>
                  <a:lnTo>
                    <a:pt x="4322" y="17740"/>
                  </a:lnTo>
                  <a:lnTo>
                    <a:pt x="3945" y="17457"/>
                  </a:lnTo>
                  <a:lnTo>
                    <a:pt x="3567" y="17155"/>
                  </a:lnTo>
                  <a:lnTo>
                    <a:pt x="3228" y="16834"/>
                  </a:lnTo>
                  <a:lnTo>
                    <a:pt x="2888" y="16513"/>
                  </a:lnTo>
                  <a:lnTo>
                    <a:pt x="2567" y="16155"/>
                  </a:lnTo>
                  <a:lnTo>
                    <a:pt x="2265" y="15796"/>
                  </a:lnTo>
                  <a:lnTo>
                    <a:pt x="2001" y="15419"/>
                  </a:lnTo>
                  <a:lnTo>
                    <a:pt x="1737" y="15041"/>
                  </a:lnTo>
                  <a:lnTo>
                    <a:pt x="1492" y="14626"/>
                  </a:lnTo>
                  <a:lnTo>
                    <a:pt x="1265" y="14211"/>
                  </a:lnTo>
                  <a:lnTo>
                    <a:pt x="1076" y="13796"/>
                  </a:lnTo>
                  <a:lnTo>
                    <a:pt x="888" y="13362"/>
                  </a:lnTo>
                  <a:lnTo>
                    <a:pt x="737" y="12909"/>
                  </a:lnTo>
                  <a:lnTo>
                    <a:pt x="586" y="12456"/>
                  </a:lnTo>
                  <a:lnTo>
                    <a:pt x="472" y="11984"/>
                  </a:lnTo>
                  <a:lnTo>
                    <a:pt x="378" y="11512"/>
                  </a:lnTo>
                  <a:lnTo>
                    <a:pt x="303" y="11041"/>
                  </a:lnTo>
                  <a:lnTo>
                    <a:pt x="265" y="10569"/>
                  </a:lnTo>
                  <a:lnTo>
                    <a:pt x="246" y="10097"/>
                  </a:lnTo>
                  <a:lnTo>
                    <a:pt x="246" y="9625"/>
                  </a:lnTo>
                  <a:lnTo>
                    <a:pt x="265" y="9172"/>
                  </a:lnTo>
                  <a:lnTo>
                    <a:pt x="303" y="8701"/>
                  </a:lnTo>
                  <a:lnTo>
                    <a:pt x="378" y="8229"/>
                  </a:lnTo>
                  <a:lnTo>
                    <a:pt x="472" y="7776"/>
                  </a:lnTo>
                  <a:lnTo>
                    <a:pt x="586" y="7323"/>
                  </a:lnTo>
                  <a:lnTo>
                    <a:pt x="718" y="6870"/>
                  </a:lnTo>
                  <a:lnTo>
                    <a:pt x="869" y="6436"/>
                  </a:lnTo>
                  <a:lnTo>
                    <a:pt x="1057" y="6002"/>
                  </a:lnTo>
                  <a:lnTo>
                    <a:pt x="1246" y="5568"/>
                  </a:lnTo>
                  <a:lnTo>
                    <a:pt x="1473" y="5153"/>
                  </a:lnTo>
                  <a:lnTo>
                    <a:pt x="1718" y="4738"/>
                  </a:lnTo>
                  <a:lnTo>
                    <a:pt x="2039" y="4266"/>
                  </a:lnTo>
                  <a:lnTo>
                    <a:pt x="2378" y="3813"/>
                  </a:lnTo>
                  <a:lnTo>
                    <a:pt x="2737" y="3398"/>
                  </a:lnTo>
                  <a:lnTo>
                    <a:pt x="3114" y="3001"/>
                  </a:lnTo>
                  <a:lnTo>
                    <a:pt x="3530" y="2624"/>
                  </a:lnTo>
                  <a:lnTo>
                    <a:pt x="3945" y="2265"/>
                  </a:lnTo>
                  <a:lnTo>
                    <a:pt x="4398" y="1945"/>
                  </a:lnTo>
                  <a:lnTo>
                    <a:pt x="4851" y="1643"/>
                  </a:lnTo>
                  <a:lnTo>
                    <a:pt x="5322" y="1378"/>
                  </a:lnTo>
                  <a:lnTo>
                    <a:pt x="5813" y="1133"/>
                  </a:lnTo>
                  <a:lnTo>
                    <a:pt x="6323" y="925"/>
                  </a:lnTo>
                  <a:lnTo>
                    <a:pt x="6832" y="737"/>
                  </a:lnTo>
                  <a:lnTo>
                    <a:pt x="7379" y="586"/>
                  </a:lnTo>
                  <a:lnTo>
                    <a:pt x="7908" y="454"/>
                  </a:lnTo>
                  <a:lnTo>
                    <a:pt x="8474" y="359"/>
                  </a:lnTo>
                  <a:lnTo>
                    <a:pt x="9021" y="284"/>
                  </a:lnTo>
                  <a:lnTo>
                    <a:pt x="9455" y="265"/>
                  </a:lnTo>
                  <a:lnTo>
                    <a:pt x="9889" y="246"/>
                  </a:lnTo>
                  <a:close/>
                  <a:moveTo>
                    <a:pt x="9814" y="1"/>
                  </a:moveTo>
                  <a:lnTo>
                    <a:pt x="9418" y="20"/>
                  </a:lnTo>
                  <a:lnTo>
                    <a:pt x="9002" y="57"/>
                  </a:lnTo>
                  <a:lnTo>
                    <a:pt x="8436" y="114"/>
                  </a:lnTo>
                  <a:lnTo>
                    <a:pt x="7870" y="208"/>
                  </a:lnTo>
                  <a:lnTo>
                    <a:pt x="7304" y="340"/>
                  </a:lnTo>
                  <a:lnTo>
                    <a:pt x="6757" y="510"/>
                  </a:lnTo>
                  <a:lnTo>
                    <a:pt x="6228" y="699"/>
                  </a:lnTo>
                  <a:lnTo>
                    <a:pt x="5719" y="925"/>
                  </a:lnTo>
                  <a:lnTo>
                    <a:pt x="5209" y="1171"/>
                  </a:lnTo>
                  <a:lnTo>
                    <a:pt x="4719" y="1435"/>
                  </a:lnTo>
                  <a:lnTo>
                    <a:pt x="4247" y="1756"/>
                  </a:lnTo>
                  <a:lnTo>
                    <a:pt x="3794" y="2077"/>
                  </a:lnTo>
                  <a:lnTo>
                    <a:pt x="3360" y="2435"/>
                  </a:lnTo>
                  <a:lnTo>
                    <a:pt x="2945" y="2832"/>
                  </a:lnTo>
                  <a:lnTo>
                    <a:pt x="2567" y="3228"/>
                  </a:lnTo>
                  <a:lnTo>
                    <a:pt x="2190" y="3662"/>
                  </a:lnTo>
                  <a:lnTo>
                    <a:pt x="1850" y="4134"/>
                  </a:lnTo>
                  <a:lnTo>
                    <a:pt x="1510" y="4605"/>
                  </a:lnTo>
                  <a:lnTo>
                    <a:pt x="1265" y="5021"/>
                  </a:lnTo>
                  <a:lnTo>
                    <a:pt x="1039" y="5455"/>
                  </a:lnTo>
                  <a:lnTo>
                    <a:pt x="831" y="5908"/>
                  </a:lnTo>
                  <a:lnTo>
                    <a:pt x="642" y="6342"/>
                  </a:lnTo>
                  <a:lnTo>
                    <a:pt x="472" y="6795"/>
                  </a:lnTo>
                  <a:lnTo>
                    <a:pt x="340" y="7266"/>
                  </a:lnTo>
                  <a:lnTo>
                    <a:pt x="227" y="7719"/>
                  </a:lnTo>
                  <a:lnTo>
                    <a:pt x="133" y="8191"/>
                  </a:lnTo>
                  <a:lnTo>
                    <a:pt x="57" y="8663"/>
                  </a:lnTo>
                  <a:lnTo>
                    <a:pt x="20" y="9153"/>
                  </a:lnTo>
                  <a:lnTo>
                    <a:pt x="1" y="9625"/>
                  </a:lnTo>
                  <a:lnTo>
                    <a:pt x="1" y="10116"/>
                  </a:lnTo>
                  <a:lnTo>
                    <a:pt x="20" y="10588"/>
                  </a:lnTo>
                  <a:lnTo>
                    <a:pt x="76" y="11078"/>
                  </a:lnTo>
                  <a:lnTo>
                    <a:pt x="133" y="11569"/>
                  </a:lnTo>
                  <a:lnTo>
                    <a:pt x="246" y="12041"/>
                  </a:lnTo>
                  <a:lnTo>
                    <a:pt x="359" y="12513"/>
                  </a:lnTo>
                  <a:lnTo>
                    <a:pt x="491" y="12984"/>
                  </a:lnTo>
                  <a:lnTo>
                    <a:pt x="661" y="13437"/>
                  </a:lnTo>
                  <a:lnTo>
                    <a:pt x="850" y="13890"/>
                  </a:lnTo>
                  <a:lnTo>
                    <a:pt x="1057" y="14324"/>
                  </a:lnTo>
                  <a:lnTo>
                    <a:pt x="1284" y="14758"/>
                  </a:lnTo>
                  <a:lnTo>
                    <a:pt x="1529" y="15155"/>
                  </a:lnTo>
                  <a:lnTo>
                    <a:pt x="1793" y="15570"/>
                  </a:lnTo>
                  <a:lnTo>
                    <a:pt x="2077" y="15947"/>
                  </a:lnTo>
                  <a:lnTo>
                    <a:pt x="2378" y="16325"/>
                  </a:lnTo>
                  <a:lnTo>
                    <a:pt x="2718" y="16664"/>
                  </a:lnTo>
                  <a:lnTo>
                    <a:pt x="3058" y="17023"/>
                  </a:lnTo>
                  <a:lnTo>
                    <a:pt x="3416" y="17344"/>
                  </a:lnTo>
                  <a:lnTo>
                    <a:pt x="3794" y="17646"/>
                  </a:lnTo>
                  <a:lnTo>
                    <a:pt x="4190" y="17929"/>
                  </a:lnTo>
                  <a:lnTo>
                    <a:pt x="4586" y="18212"/>
                  </a:lnTo>
                  <a:lnTo>
                    <a:pt x="4888" y="18401"/>
                  </a:lnTo>
                  <a:lnTo>
                    <a:pt x="5190" y="18570"/>
                  </a:lnTo>
                  <a:lnTo>
                    <a:pt x="5511" y="18721"/>
                  </a:lnTo>
                  <a:lnTo>
                    <a:pt x="5832" y="18872"/>
                  </a:lnTo>
                  <a:lnTo>
                    <a:pt x="6134" y="19004"/>
                  </a:lnTo>
                  <a:lnTo>
                    <a:pt x="6474" y="19137"/>
                  </a:lnTo>
                  <a:lnTo>
                    <a:pt x="6794" y="19250"/>
                  </a:lnTo>
                  <a:lnTo>
                    <a:pt x="7115" y="19344"/>
                  </a:lnTo>
                  <a:lnTo>
                    <a:pt x="7455" y="19438"/>
                  </a:lnTo>
                  <a:lnTo>
                    <a:pt x="7795" y="19514"/>
                  </a:lnTo>
                  <a:lnTo>
                    <a:pt x="8134" y="19589"/>
                  </a:lnTo>
                  <a:lnTo>
                    <a:pt x="8474" y="19646"/>
                  </a:lnTo>
                  <a:lnTo>
                    <a:pt x="8814" y="19684"/>
                  </a:lnTo>
                  <a:lnTo>
                    <a:pt x="9153" y="19722"/>
                  </a:lnTo>
                  <a:lnTo>
                    <a:pt x="9493" y="19740"/>
                  </a:lnTo>
                  <a:lnTo>
                    <a:pt x="9833" y="19740"/>
                  </a:lnTo>
                  <a:lnTo>
                    <a:pt x="10380" y="19722"/>
                  </a:lnTo>
                  <a:lnTo>
                    <a:pt x="10927" y="19684"/>
                  </a:lnTo>
                  <a:lnTo>
                    <a:pt x="11475" y="19608"/>
                  </a:lnTo>
                  <a:lnTo>
                    <a:pt x="12022" y="19495"/>
                  </a:lnTo>
                  <a:lnTo>
                    <a:pt x="12513" y="19363"/>
                  </a:lnTo>
                  <a:lnTo>
                    <a:pt x="12965" y="19231"/>
                  </a:lnTo>
                  <a:lnTo>
                    <a:pt x="13437" y="19061"/>
                  </a:lnTo>
                  <a:lnTo>
                    <a:pt x="13871" y="18872"/>
                  </a:lnTo>
                  <a:lnTo>
                    <a:pt x="14305" y="18665"/>
                  </a:lnTo>
                  <a:lnTo>
                    <a:pt x="14739" y="18438"/>
                  </a:lnTo>
                  <a:lnTo>
                    <a:pt x="15155" y="18193"/>
                  </a:lnTo>
                  <a:lnTo>
                    <a:pt x="15551" y="17929"/>
                  </a:lnTo>
                  <a:lnTo>
                    <a:pt x="15928" y="17646"/>
                  </a:lnTo>
                  <a:lnTo>
                    <a:pt x="16306" y="17344"/>
                  </a:lnTo>
                  <a:lnTo>
                    <a:pt x="16664" y="17023"/>
                  </a:lnTo>
                  <a:lnTo>
                    <a:pt x="17004" y="16683"/>
                  </a:lnTo>
                  <a:lnTo>
                    <a:pt x="17325" y="16325"/>
                  </a:lnTo>
                  <a:lnTo>
                    <a:pt x="17627" y="15947"/>
                  </a:lnTo>
                  <a:lnTo>
                    <a:pt x="17929" y="15551"/>
                  </a:lnTo>
                  <a:lnTo>
                    <a:pt x="18193" y="15136"/>
                  </a:lnTo>
                  <a:lnTo>
                    <a:pt x="18438" y="14721"/>
                  </a:lnTo>
                  <a:lnTo>
                    <a:pt x="18684" y="14287"/>
                  </a:lnTo>
                  <a:lnTo>
                    <a:pt x="18891" y="13853"/>
                  </a:lnTo>
                  <a:lnTo>
                    <a:pt x="19061" y="13400"/>
                  </a:lnTo>
                  <a:lnTo>
                    <a:pt x="19231" y="12947"/>
                  </a:lnTo>
                  <a:lnTo>
                    <a:pt x="19363" y="12494"/>
                  </a:lnTo>
                  <a:lnTo>
                    <a:pt x="19495" y="12022"/>
                  </a:lnTo>
                  <a:lnTo>
                    <a:pt x="19570" y="11550"/>
                  </a:lnTo>
                  <a:lnTo>
                    <a:pt x="19646" y="11078"/>
                  </a:lnTo>
                  <a:lnTo>
                    <a:pt x="19703" y="10588"/>
                  </a:lnTo>
                  <a:lnTo>
                    <a:pt x="19721" y="10116"/>
                  </a:lnTo>
                  <a:lnTo>
                    <a:pt x="19721" y="9625"/>
                  </a:lnTo>
                  <a:lnTo>
                    <a:pt x="19703" y="9153"/>
                  </a:lnTo>
                  <a:lnTo>
                    <a:pt x="19646" y="8663"/>
                  </a:lnTo>
                  <a:lnTo>
                    <a:pt x="19570" y="8191"/>
                  </a:lnTo>
                  <a:lnTo>
                    <a:pt x="19476" y="7700"/>
                  </a:lnTo>
                  <a:lnTo>
                    <a:pt x="19363" y="7229"/>
                  </a:lnTo>
                  <a:lnTo>
                    <a:pt x="19212" y="6757"/>
                  </a:lnTo>
                  <a:lnTo>
                    <a:pt x="19042" y="6304"/>
                  </a:lnTo>
                  <a:lnTo>
                    <a:pt x="18872" y="5851"/>
                  </a:lnTo>
                  <a:lnTo>
                    <a:pt x="18665" y="5417"/>
                  </a:lnTo>
                  <a:lnTo>
                    <a:pt x="18438" y="5002"/>
                  </a:lnTo>
                  <a:lnTo>
                    <a:pt x="18193" y="4587"/>
                  </a:lnTo>
                  <a:lnTo>
                    <a:pt x="17910" y="4190"/>
                  </a:lnTo>
                  <a:lnTo>
                    <a:pt x="17627" y="3794"/>
                  </a:lnTo>
                  <a:lnTo>
                    <a:pt x="17325" y="3435"/>
                  </a:lnTo>
                  <a:lnTo>
                    <a:pt x="17004" y="3077"/>
                  </a:lnTo>
                  <a:lnTo>
                    <a:pt x="16664" y="2737"/>
                  </a:lnTo>
                  <a:lnTo>
                    <a:pt x="16306" y="2397"/>
                  </a:lnTo>
                  <a:lnTo>
                    <a:pt x="15928" y="2096"/>
                  </a:lnTo>
                  <a:lnTo>
                    <a:pt x="15532" y="1812"/>
                  </a:lnTo>
                  <a:lnTo>
                    <a:pt x="15117" y="1529"/>
                  </a:lnTo>
                  <a:lnTo>
                    <a:pt x="14777" y="1322"/>
                  </a:lnTo>
                  <a:lnTo>
                    <a:pt x="14419" y="1133"/>
                  </a:lnTo>
                  <a:lnTo>
                    <a:pt x="14060" y="944"/>
                  </a:lnTo>
                  <a:lnTo>
                    <a:pt x="13701" y="793"/>
                  </a:lnTo>
                  <a:lnTo>
                    <a:pt x="13324" y="642"/>
                  </a:lnTo>
                  <a:lnTo>
                    <a:pt x="12947" y="510"/>
                  </a:lnTo>
                  <a:lnTo>
                    <a:pt x="12569" y="378"/>
                  </a:lnTo>
                  <a:lnTo>
                    <a:pt x="12192" y="284"/>
                  </a:lnTo>
                  <a:lnTo>
                    <a:pt x="11795" y="189"/>
                  </a:lnTo>
                  <a:lnTo>
                    <a:pt x="11399" y="133"/>
                  </a:lnTo>
                  <a:lnTo>
                    <a:pt x="11022" y="76"/>
                  </a:lnTo>
                  <a:lnTo>
                    <a:pt x="10625" y="39"/>
                  </a:lnTo>
                  <a:lnTo>
                    <a:pt x="10210" y="20"/>
                  </a:lnTo>
                  <a:lnTo>
                    <a:pt x="9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3464070" y="626619"/>
              <a:ext cx="387327" cy="547807"/>
            </a:xfrm>
            <a:custGeom>
              <a:avLst/>
              <a:gdLst/>
              <a:ahLst/>
              <a:cxnLst/>
              <a:rect l="l" t="t" r="r" b="b"/>
              <a:pathLst>
                <a:path w="10569" h="14948" extrusionOk="0">
                  <a:moveTo>
                    <a:pt x="774" y="1"/>
                  </a:moveTo>
                  <a:lnTo>
                    <a:pt x="378" y="20"/>
                  </a:lnTo>
                  <a:lnTo>
                    <a:pt x="0" y="39"/>
                  </a:lnTo>
                  <a:lnTo>
                    <a:pt x="831" y="9739"/>
                  </a:lnTo>
                  <a:lnTo>
                    <a:pt x="9078" y="14947"/>
                  </a:lnTo>
                  <a:lnTo>
                    <a:pt x="9323" y="14513"/>
                  </a:lnTo>
                  <a:lnTo>
                    <a:pt x="9549" y="14079"/>
                  </a:lnTo>
                  <a:lnTo>
                    <a:pt x="9757" y="13626"/>
                  </a:lnTo>
                  <a:lnTo>
                    <a:pt x="9946" y="13173"/>
                  </a:lnTo>
                  <a:lnTo>
                    <a:pt x="10115" y="12720"/>
                  </a:lnTo>
                  <a:lnTo>
                    <a:pt x="10248" y="12267"/>
                  </a:lnTo>
                  <a:lnTo>
                    <a:pt x="10361" y="11796"/>
                  </a:lnTo>
                  <a:lnTo>
                    <a:pt x="10455" y="11324"/>
                  </a:lnTo>
                  <a:lnTo>
                    <a:pt x="10512" y="10852"/>
                  </a:lnTo>
                  <a:lnTo>
                    <a:pt x="10549" y="10399"/>
                  </a:lnTo>
                  <a:lnTo>
                    <a:pt x="10568" y="9927"/>
                  </a:lnTo>
                  <a:lnTo>
                    <a:pt x="10568" y="9456"/>
                  </a:lnTo>
                  <a:lnTo>
                    <a:pt x="10549" y="8984"/>
                  </a:lnTo>
                  <a:lnTo>
                    <a:pt x="10493" y="8512"/>
                  </a:lnTo>
                  <a:lnTo>
                    <a:pt x="10436" y="8059"/>
                  </a:lnTo>
                  <a:lnTo>
                    <a:pt x="10342" y="7587"/>
                  </a:lnTo>
                  <a:lnTo>
                    <a:pt x="10229" y="7134"/>
                  </a:lnTo>
                  <a:lnTo>
                    <a:pt x="10097" y="6700"/>
                  </a:lnTo>
                  <a:lnTo>
                    <a:pt x="9927" y="6247"/>
                  </a:lnTo>
                  <a:lnTo>
                    <a:pt x="9757" y="5813"/>
                  </a:lnTo>
                  <a:lnTo>
                    <a:pt x="9549" y="5398"/>
                  </a:lnTo>
                  <a:lnTo>
                    <a:pt x="9342" y="4983"/>
                  </a:lnTo>
                  <a:lnTo>
                    <a:pt x="9096" y="4568"/>
                  </a:lnTo>
                  <a:lnTo>
                    <a:pt x="8832" y="4171"/>
                  </a:lnTo>
                  <a:lnTo>
                    <a:pt x="8549" y="3794"/>
                  </a:lnTo>
                  <a:lnTo>
                    <a:pt x="8247" y="3417"/>
                  </a:lnTo>
                  <a:lnTo>
                    <a:pt x="7926" y="3058"/>
                  </a:lnTo>
                  <a:lnTo>
                    <a:pt x="7587" y="2718"/>
                  </a:lnTo>
                  <a:lnTo>
                    <a:pt x="7228" y="2398"/>
                  </a:lnTo>
                  <a:lnTo>
                    <a:pt x="6851" y="2077"/>
                  </a:lnTo>
                  <a:lnTo>
                    <a:pt x="6454" y="1794"/>
                  </a:lnTo>
                  <a:lnTo>
                    <a:pt x="6039" y="1511"/>
                  </a:lnTo>
                  <a:lnTo>
                    <a:pt x="5681" y="1284"/>
                  </a:lnTo>
                  <a:lnTo>
                    <a:pt x="5322" y="1095"/>
                  </a:lnTo>
                  <a:lnTo>
                    <a:pt x="4964" y="926"/>
                  </a:lnTo>
                  <a:lnTo>
                    <a:pt x="4586" y="756"/>
                  </a:lnTo>
                  <a:lnTo>
                    <a:pt x="4228" y="605"/>
                  </a:lnTo>
                  <a:lnTo>
                    <a:pt x="3850" y="473"/>
                  </a:lnTo>
                  <a:lnTo>
                    <a:pt x="3473" y="359"/>
                  </a:lnTo>
                  <a:lnTo>
                    <a:pt x="3076" y="265"/>
                  </a:lnTo>
                  <a:lnTo>
                    <a:pt x="2699" y="171"/>
                  </a:lnTo>
                  <a:lnTo>
                    <a:pt x="2321" y="114"/>
                  </a:lnTo>
                  <a:lnTo>
                    <a:pt x="1925" y="57"/>
                  </a:lnTo>
                  <a:lnTo>
                    <a:pt x="1548" y="20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33"/>
            <p:cNvSpPr/>
            <p:nvPr/>
          </p:nvSpPr>
          <p:spPr>
            <a:xfrm>
              <a:off x="3459233" y="622478"/>
              <a:ext cx="397002" cy="558141"/>
            </a:xfrm>
            <a:custGeom>
              <a:avLst/>
              <a:gdLst/>
              <a:ahLst/>
              <a:cxnLst/>
              <a:rect l="l" t="t" r="r" b="b"/>
              <a:pathLst>
                <a:path w="10833" h="15230" extrusionOk="0">
                  <a:moveTo>
                    <a:pt x="1038" y="227"/>
                  </a:moveTo>
                  <a:lnTo>
                    <a:pt x="1416" y="246"/>
                  </a:lnTo>
                  <a:lnTo>
                    <a:pt x="1793" y="265"/>
                  </a:lnTo>
                  <a:lnTo>
                    <a:pt x="2170" y="303"/>
                  </a:lnTo>
                  <a:lnTo>
                    <a:pt x="2548" y="359"/>
                  </a:lnTo>
                  <a:lnTo>
                    <a:pt x="2925" y="435"/>
                  </a:lnTo>
                  <a:lnTo>
                    <a:pt x="3303" y="510"/>
                  </a:lnTo>
                  <a:lnTo>
                    <a:pt x="3661" y="623"/>
                  </a:lnTo>
                  <a:lnTo>
                    <a:pt x="4020" y="737"/>
                  </a:lnTo>
                  <a:lnTo>
                    <a:pt x="4378" y="850"/>
                  </a:lnTo>
                  <a:lnTo>
                    <a:pt x="4737" y="1001"/>
                  </a:lnTo>
                  <a:lnTo>
                    <a:pt x="5096" y="1152"/>
                  </a:lnTo>
                  <a:lnTo>
                    <a:pt x="5435" y="1341"/>
                  </a:lnTo>
                  <a:lnTo>
                    <a:pt x="5775" y="1529"/>
                  </a:lnTo>
                  <a:lnTo>
                    <a:pt x="6096" y="1718"/>
                  </a:lnTo>
                  <a:lnTo>
                    <a:pt x="6511" y="1982"/>
                  </a:lnTo>
                  <a:lnTo>
                    <a:pt x="6888" y="2265"/>
                  </a:lnTo>
                  <a:lnTo>
                    <a:pt x="7247" y="2567"/>
                  </a:lnTo>
                  <a:lnTo>
                    <a:pt x="7605" y="2888"/>
                  </a:lnTo>
                  <a:lnTo>
                    <a:pt x="7945" y="3228"/>
                  </a:lnTo>
                  <a:lnTo>
                    <a:pt x="8247" y="3567"/>
                  </a:lnTo>
                  <a:lnTo>
                    <a:pt x="8549" y="3926"/>
                  </a:lnTo>
                  <a:lnTo>
                    <a:pt x="8832" y="4303"/>
                  </a:lnTo>
                  <a:lnTo>
                    <a:pt x="9096" y="4700"/>
                  </a:lnTo>
                  <a:lnTo>
                    <a:pt x="9323" y="5096"/>
                  </a:lnTo>
                  <a:lnTo>
                    <a:pt x="9549" y="5511"/>
                  </a:lnTo>
                  <a:lnTo>
                    <a:pt x="9757" y="5926"/>
                  </a:lnTo>
                  <a:lnTo>
                    <a:pt x="9927" y="6360"/>
                  </a:lnTo>
                  <a:lnTo>
                    <a:pt x="10096" y="6813"/>
                  </a:lnTo>
                  <a:lnTo>
                    <a:pt x="10229" y="7266"/>
                  </a:lnTo>
                  <a:lnTo>
                    <a:pt x="10342" y="7738"/>
                  </a:lnTo>
                  <a:lnTo>
                    <a:pt x="10436" y="8191"/>
                  </a:lnTo>
                  <a:lnTo>
                    <a:pt x="10512" y="8663"/>
                  </a:lnTo>
                  <a:lnTo>
                    <a:pt x="10568" y="9134"/>
                  </a:lnTo>
                  <a:lnTo>
                    <a:pt x="10587" y="9587"/>
                  </a:lnTo>
                  <a:lnTo>
                    <a:pt x="10587" y="10059"/>
                  </a:lnTo>
                  <a:lnTo>
                    <a:pt x="10568" y="10512"/>
                  </a:lnTo>
                  <a:lnTo>
                    <a:pt x="10531" y="10965"/>
                  </a:lnTo>
                  <a:lnTo>
                    <a:pt x="10455" y="11437"/>
                  </a:lnTo>
                  <a:lnTo>
                    <a:pt x="10380" y="11890"/>
                  </a:lnTo>
                  <a:lnTo>
                    <a:pt x="10266" y="12324"/>
                  </a:lnTo>
                  <a:lnTo>
                    <a:pt x="10134" y="12777"/>
                  </a:lnTo>
                  <a:lnTo>
                    <a:pt x="9983" y="13211"/>
                  </a:lnTo>
                  <a:lnTo>
                    <a:pt x="9813" y="13645"/>
                  </a:lnTo>
                  <a:lnTo>
                    <a:pt x="9625" y="14060"/>
                  </a:lnTo>
                  <a:lnTo>
                    <a:pt x="9398" y="14475"/>
                  </a:lnTo>
                  <a:lnTo>
                    <a:pt x="9153" y="14890"/>
                  </a:lnTo>
                  <a:lnTo>
                    <a:pt x="1076" y="9776"/>
                  </a:lnTo>
                  <a:lnTo>
                    <a:pt x="264" y="265"/>
                  </a:lnTo>
                  <a:lnTo>
                    <a:pt x="642" y="246"/>
                  </a:lnTo>
                  <a:lnTo>
                    <a:pt x="1038" y="227"/>
                  </a:lnTo>
                  <a:close/>
                  <a:moveTo>
                    <a:pt x="529" y="1"/>
                  </a:moveTo>
                  <a:lnTo>
                    <a:pt x="113" y="38"/>
                  </a:lnTo>
                  <a:lnTo>
                    <a:pt x="0" y="38"/>
                  </a:lnTo>
                  <a:lnTo>
                    <a:pt x="849" y="9927"/>
                  </a:lnTo>
                  <a:lnTo>
                    <a:pt x="9247" y="15230"/>
                  </a:lnTo>
                  <a:lnTo>
                    <a:pt x="9304" y="15117"/>
                  </a:lnTo>
                  <a:lnTo>
                    <a:pt x="9549" y="14702"/>
                  </a:lnTo>
                  <a:lnTo>
                    <a:pt x="9795" y="14268"/>
                  </a:lnTo>
                  <a:lnTo>
                    <a:pt x="10002" y="13834"/>
                  </a:lnTo>
                  <a:lnTo>
                    <a:pt x="10172" y="13381"/>
                  </a:lnTo>
                  <a:lnTo>
                    <a:pt x="10342" y="12928"/>
                  </a:lnTo>
                  <a:lnTo>
                    <a:pt x="10474" y="12475"/>
                  </a:lnTo>
                  <a:lnTo>
                    <a:pt x="10606" y="12003"/>
                  </a:lnTo>
                  <a:lnTo>
                    <a:pt x="10681" y="11531"/>
                  </a:lnTo>
                  <a:lnTo>
                    <a:pt x="10757" y="11059"/>
                  </a:lnTo>
                  <a:lnTo>
                    <a:pt x="10814" y="10569"/>
                  </a:lnTo>
                  <a:lnTo>
                    <a:pt x="10832" y="10097"/>
                  </a:lnTo>
                  <a:lnTo>
                    <a:pt x="10832" y="9606"/>
                  </a:lnTo>
                  <a:lnTo>
                    <a:pt x="10814" y="9134"/>
                  </a:lnTo>
                  <a:lnTo>
                    <a:pt x="10757" y="8644"/>
                  </a:lnTo>
                  <a:lnTo>
                    <a:pt x="10681" y="8172"/>
                  </a:lnTo>
                  <a:lnTo>
                    <a:pt x="10587" y="7681"/>
                  </a:lnTo>
                  <a:lnTo>
                    <a:pt x="10474" y="7210"/>
                  </a:lnTo>
                  <a:lnTo>
                    <a:pt x="10323" y="6738"/>
                  </a:lnTo>
                  <a:lnTo>
                    <a:pt x="10153" y="6285"/>
                  </a:lnTo>
                  <a:lnTo>
                    <a:pt x="9983" y="5832"/>
                  </a:lnTo>
                  <a:lnTo>
                    <a:pt x="9776" y="5398"/>
                  </a:lnTo>
                  <a:lnTo>
                    <a:pt x="9549" y="4983"/>
                  </a:lnTo>
                  <a:lnTo>
                    <a:pt x="9304" y="4568"/>
                  </a:lnTo>
                  <a:lnTo>
                    <a:pt x="9021" y="4171"/>
                  </a:lnTo>
                  <a:lnTo>
                    <a:pt x="8738" y="3775"/>
                  </a:lnTo>
                  <a:lnTo>
                    <a:pt x="8436" y="3416"/>
                  </a:lnTo>
                  <a:lnTo>
                    <a:pt x="8115" y="3058"/>
                  </a:lnTo>
                  <a:lnTo>
                    <a:pt x="7775" y="2718"/>
                  </a:lnTo>
                  <a:lnTo>
                    <a:pt x="7417" y="2378"/>
                  </a:lnTo>
                  <a:lnTo>
                    <a:pt x="7039" y="2077"/>
                  </a:lnTo>
                  <a:lnTo>
                    <a:pt x="6643" y="1793"/>
                  </a:lnTo>
                  <a:lnTo>
                    <a:pt x="6228" y="1510"/>
                  </a:lnTo>
                  <a:lnTo>
                    <a:pt x="5888" y="1303"/>
                  </a:lnTo>
                  <a:lnTo>
                    <a:pt x="5530" y="1114"/>
                  </a:lnTo>
                  <a:lnTo>
                    <a:pt x="5171" y="925"/>
                  </a:lnTo>
                  <a:lnTo>
                    <a:pt x="4812" y="774"/>
                  </a:lnTo>
                  <a:lnTo>
                    <a:pt x="4435" y="623"/>
                  </a:lnTo>
                  <a:lnTo>
                    <a:pt x="4058" y="491"/>
                  </a:lnTo>
                  <a:lnTo>
                    <a:pt x="3680" y="359"/>
                  </a:lnTo>
                  <a:lnTo>
                    <a:pt x="3303" y="265"/>
                  </a:lnTo>
                  <a:lnTo>
                    <a:pt x="2906" y="189"/>
                  </a:lnTo>
                  <a:lnTo>
                    <a:pt x="2510" y="114"/>
                  </a:lnTo>
                  <a:lnTo>
                    <a:pt x="2133" y="57"/>
                  </a:lnTo>
                  <a:lnTo>
                    <a:pt x="1736" y="20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33"/>
            <p:cNvSpPr/>
            <p:nvPr/>
          </p:nvSpPr>
          <p:spPr>
            <a:xfrm>
              <a:off x="3465463" y="954427"/>
              <a:ext cx="58123" cy="58160"/>
            </a:xfrm>
            <a:custGeom>
              <a:avLst/>
              <a:gdLst/>
              <a:ahLst/>
              <a:cxnLst/>
              <a:rect l="l" t="t" r="r" b="b"/>
              <a:pathLst>
                <a:path w="1586" h="1587" extrusionOk="0">
                  <a:moveTo>
                    <a:pt x="774" y="1"/>
                  </a:moveTo>
                  <a:lnTo>
                    <a:pt x="623" y="20"/>
                  </a:lnTo>
                  <a:lnTo>
                    <a:pt x="472" y="76"/>
                  </a:lnTo>
                  <a:lnTo>
                    <a:pt x="340" y="152"/>
                  </a:lnTo>
                  <a:lnTo>
                    <a:pt x="226" y="246"/>
                  </a:lnTo>
                  <a:lnTo>
                    <a:pt x="132" y="378"/>
                  </a:lnTo>
                  <a:lnTo>
                    <a:pt x="57" y="511"/>
                  </a:lnTo>
                  <a:lnTo>
                    <a:pt x="19" y="662"/>
                  </a:lnTo>
                  <a:lnTo>
                    <a:pt x="0" y="812"/>
                  </a:lnTo>
                  <a:lnTo>
                    <a:pt x="19" y="963"/>
                  </a:lnTo>
                  <a:lnTo>
                    <a:pt x="76" y="1114"/>
                  </a:lnTo>
                  <a:lnTo>
                    <a:pt x="151" y="1247"/>
                  </a:lnTo>
                  <a:lnTo>
                    <a:pt x="245" y="1360"/>
                  </a:lnTo>
                  <a:lnTo>
                    <a:pt x="377" y="1454"/>
                  </a:lnTo>
                  <a:lnTo>
                    <a:pt x="528" y="1530"/>
                  </a:lnTo>
                  <a:lnTo>
                    <a:pt x="661" y="1567"/>
                  </a:lnTo>
                  <a:lnTo>
                    <a:pt x="830" y="1586"/>
                  </a:lnTo>
                  <a:lnTo>
                    <a:pt x="962" y="1567"/>
                  </a:lnTo>
                  <a:lnTo>
                    <a:pt x="1113" y="1511"/>
                  </a:lnTo>
                  <a:lnTo>
                    <a:pt x="1246" y="1435"/>
                  </a:lnTo>
                  <a:lnTo>
                    <a:pt x="1359" y="1341"/>
                  </a:lnTo>
                  <a:lnTo>
                    <a:pt x="1472" y="1209"/>
                  </a:lnTo>
                  <a:lnTo>
                    <a:pt x="1529" y="1077"/>
                  </a:lnTo>
                  <a:lnTo>
                    <a:pt x="1585" y="926"/>
                  </a:lnTo>
                  <a:lnTo>
                    <a:pt x="1585" y="775"/>
                  </a:lnTo>
                  <a:lnTo>
                    <a:pt x="1566" y="624"/>
                  </a:lnTo>
                  <a:lnTo>
                    <a:pt x="1529" y="473"/>
                  </a:lnTo>
                  <a:lnTo>
                    <a:pt x="1453" y="341"/>
                  </a:lnTo>
                  <a:lnTo>
                    <a:pt x="1340" y="227"/>
                  </a:lnTo>
                  <a:lnTo>
                    <a:pt x="1227" y="133"/>
                  </a:lnTo>
                  <a:lnTo>
                    <a:pt x="1076" y="58"/>
                  </a:lnTo>
                  <a:lnTo>
                    <a:pt x="925" y="20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/>
          <p:nvPr/>
        </p:nvSpPr>
        <p:spPr>
          <a:xfrm rot="10800000">
            <a:off x="-25391" y="5529069"/>
            <a:ext cx="3789185" cy="1328937"/>
          </a:xfrm>
          <a:custGeom>
            <a:avLst/>
            <a:gdLst/>
            <a:ahLst/>
            <a:cxnLst/>
            <a:rect l="l" t="t" r="r" b="b"/>
            <a:pathLst>
              <a:path w="37360" h="13099" extrusionOk="0">
                <a:moveTo>
                  <a:pt x="484" y="1"/>
                </a:moveTo>
                <a:lnTo>
                  <a:pt x="410" y="280"/>
                </a:lnTo>
                <a:lnTo>
                  <a:pt x="335" y="578"/>
                </a:lnTo>
                <a:lnTo>
                  <a:pt x="242" y="987"/>
                </a:lnTo>
                <a:lnTo>
                  <a:pt x="168" y="1489"/>
                </a:lnTo>
                <a:lnTo>
                  <a:pt x="75" y="2047"/>
                </a:lnTo>
                <a:lnTo>
                  <a:pt x="19" y="2661"/>
                </a:lnTo>
                <a:lnTo>
                  <a:pt x="0" y="3331"/>
                </a:lnTo>
                <a:lnTo>
                  <a:pt x="0" y="3685"/>
                </a:lnTo>
                <a:lnTo>
                  <a:pt x="19" y="4038"/>
                </a:lnTo>
                <a:lnTo>
                  <a:pt x="37" y="4392"/>
                </a:lnTo>
                <a:lnTo>
                  <a:pt x="93" y="4745"/>
                </a:lnTo>
                <a:lnTo>
                  <a:pt x="149" y="5117"/>
                </a:lnTo>
                <a:lnTo>
                  <a:pt x="224" y="5471"/>
                </a:lnTo>
                <a:lnTo>
                  <a:pt x="317" y="5824"/>
                </a:lnTo>
                <a:lnTo>
                  <a:pt x="428" y="6178"/>
                </a:lnTo>
                <a:lnTo>
                  <a:pt x="558" y="6513"/>
                </a:lnTo>
                <a:lnTo>
                  <a:pt x="726" y="6847"/>
                </a:lnTo>
                <a:lnTo>
                  <a:pt x="912" y="7182"/>
                </a:lnTo>
                <a:lnTo>
                  <a:pt x="1117" y="7499"/>
                </a:lnTo>
                <a:lnTo>
                  <a:pt x="1340" y="7796"/>
                </a:lnTo>
                <a:lnTo>
                  <a:pt x="1619" y="8094"/>
                </a:lnTo>
                <a:lnTo>
                  <a:pt x="1898" y="8354"/>
                </a:lnTo>
                <a:lnTo>
                  <a:pt x="2233" y="8615"/>
                </a:lnTo>
                <a:lnTo>
                  <a:pt x="2512" y="8820"/>
                </a:lnTo>
                <a:lnTo>
                  <a:pt x="2810" y="9006"/>
                </a:lnTo>
                <a:lnTo>
                  <a:pt x="3107" y="9154"/>
                </a:lnTo>
                <a:lnTo>
                  <a:pt x="3405" y="9303"/>
                </a:lnTo>
                <a:lnTo>
                  <a:pt x="3703" y="9434"/>
                </a:lnTo>
                <a:lnTo>
                  <a:pt x="3982" y="9545"/>
                </a:lnTo>
                <a:lnTo>
                  <a:pt x="4279" y="9638"/>
                </a:lnTo>
                <a:lnTo>
                  <a:pt x="4577" y="9713"/>
                </a:lnTo>
                <a:lnTo>
                  <a:pt x="4875" y="9768"/>
                </a:lnTo>
                <a:lnTo>
                  <a:pt x="5154" y="9824"/>
                </a:lnTo>
                <a:lnTo>
                  <a:pt x="5452" y="9843"/>
                </a:lnTo>
                <a:lnTo>
                  <a:pt x="5749" y="9880"/>
                </a:lnTo>
                <a:lnTo>
                  <a:pt x="6345" y="9880"/>
                </a:lnTo>
                <a:lnTo>
                  <a:pt x="6940" y="9843"/>
                </a:lnTo>
                <a:lnTo>
                  <a:pt x="7554" y="9768"/>
                </a:lnTo>
                <a:lnTo>
                  <a:pt x="8168" y="9675"/>
                </a:lnTo>
                <a:lnTo>
                  <a:pt x="8782" y="9545"/>
                </a:lnTo>
                <a:lnTo>
                  <a:pt x="9414" y="9396"/>
                </a:lnTo>
                <a:lnTo>
                  <a:pt x="10698" y="9061"/>
                </a:lnTo>
                <a:lnTo>
                  <a:pt x="12019" y="8727"/>
                </a:lnTo>
                <a:lnTo>
                  <a:pt x="12708" y="8559"/>
                </a:lnTo>
                <a:lnTo>
                  <a:pt x="13415" y="8410"/>
                </a:lnTo>
                <a:lnTo>
                  <a:pt x="14122" y="8280"/>
                </a:lnTo>
                <a:lnTo>
                  <a:pt x="14847" y="8187"/>
                </a:lnTo>
                <a:lnTo>
                  <a:pt x="15591" y="8113"/>
                </a:lnTo>
                <a:lnTo>
                  <a:pt x="16354" y="8075"/>
                </a:lnTo>
                <a:lnTo>
                  <a:pt x="16745" y="8075"/>
                </a:lnTo>
                <a:lnTo>
                  <a:pt x="17154" y="8094"/>
                </a:lnTo>
                <a:lnTo>
                  <a:pt x="17545" y="8113"/>
                </a:lnTo>
                <a:lnTo>
                  <a:pt x="17954" y="8150"/>
                </a:lnTo>
                <a:lnTo>
                  <a:pt x="18364" y="8206"/>
                </a:lnTo>
                <a:lnTo>
                  <a:pt x="18773" y="8261"/>
                </a:lnTo>
                <a:lnTo>
                  <a:pt x="19201" y="8336"/>
                </a:lnTo>
                <a:lnTo>
                  <a:pt x="19629" y="8448"/>
                </a:lnTo>
                <a:lnTo>
                  <a:pt x="20057" y="8541"/>
                </a:lnTo>
                <a:lnTo>
                  <a:pt x="20485" y="8671"/>
                </a:lnTo>
                <a:lnTo>
                  <a:pt x="20931" y="8820"/>
                </a:lnTo>
                <a:lnTo>
                  <a:pt x="21396" y="8987"/>
                </a:lnTo>
                <a:lnTo>
                  <a:pt x="21843" y="9173"/>
                </a:lnTo>
                <a:lnTo>
                  <a:pt x="22308" y="9378"/>
                </a:lnTo>
                <a:lnTo>
                  <a:pt x="22773" y="9601"/>
                </a:lnTo>
                <a:lnTo>
                  <a:pt x="23257" y="9843"/>
                </a:lnTo>
                <a:lnTo>
                  <a:pt x="23740" y="10103"/>
                </a:lnTo>
                <a:lnTo>
                  <a:pt x="24224" y="10401"/>
                </a:lnTo>
                <a:lnTo>
                  <a:pt x="24727" y="10717"/>
                </a:lnTo>
                <a:lnTo>
                  <a:pt x="25229" y="11052"/>
                </a:lnTo>
                <a:lnTo>
                  <a:pt x="25861" y="11462"/>
                </a:lnTo>
                <a:lnTo>
                  <a:pt x="26494" y="11834"/>
                </a:lnTo>
                <a:lnTo>
                  <a:pt x="27108" y="12150"/>
                </a:lnTo>
                <a:lnTo>
                  <a:pt x="27722" y="12410"/>
                </a:lnTo>
                <a:lnTo>
                  <a:pt x="28317" y="12634"/>
                </a:lnTo>
                <a:lnTo>
                  <a:pt x="28913" y="12801"/>
                </a:lnTo>
                <a:lnTo>
                  <a:pt x="29471" y="12931"/>
                </a:lnTo>
                <a:lnTo>
                  <a:pt x="30029" y="13024"/>
                </a:lnTo>
                <a:lnTo>
                  <a:pt x="30569" y="13080"/>
                </a:lnTo>
                <a:lnTo>
                  <a:pt x="31108" y="13099"/>
                </a:lnTo>
                <a:lnTo>
                  <a:pt x="31610" y="13099"/>
                </a:lnTo>
                <a:lnTo>
                  <a:pt x="32094" y="13062"/>
                </a:lnTo>
                <a:lnTo>
                  <a:pt x="32578" y="13006"/>
                </a:lnTo>
                <a:lnTo>
                  <a:pt x="33024" y="12931"/>
                </a:lnTo>
                <a:lnTo>
                  <a:pt x="33471" y="12820"/>
                </a:lnTo>
                <a:lnTo>
                  <a:pt x="33880" y="12708"/>
                </a:lnTo>
                <a:lnTo>
                  <a:pt x="34290" y="12578"/>
                </a:lnTo>
                <a:lnTo>
                  <a:pt x="34662" y="12429"/>
                </a:lnTo>
                <a:lnTo>
                  <a:pt x="35015" y="12280"/>
                </a:lnTo>
                <a:lnTo>
                  <a:pt x="35350" y="12131"/>
                </a:lnTo>
                <a:lnTo>
                  <a:pt x="35648" y="11964"/>
                </a:lnTo>
                <a:lnTo>
                  <a:pt x="35945" y="11796"/>
                </a:lnTo>
                <a:lnTo>
                  <a:pt x="36448" y="11499"/>
                </a:lnTo>
                <a:lnTo>
                  <a:pt x="36838" y="11220"/>
                </a:lnTo>
                <a:lnTo>
                  <a:pt x="37136" y="10996"/>
                </a:lnTo>
                <a:lnTo>
                  <a:pt x="37359" y="10773"/>
                </a:lnTo>
                <a:lnTo>
                  <a:pt x="3735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34"/>
          <p:cNvSpPr/>
          <p:nvPr/>
        </p:nvSpPr>
        <p:spPr>
          <a:xfrm>
            <a:off x="8393450" y="-12703"/>
            <a:ext cx="3808073" cy="1162837"/>
          </a:xfrm>
          <a:custGeom>
            <a:avLst/>
            <a:gdLst/>
            <a:ahLst/>
            <a:cxnLst/>
            <a:rect l="l" t="t" r="r" b="b"/>
            <a:pathLst>
              <a:path w="48151" h="14699" extrusionOk="0">
                <a:moveTo>
                  <a:pt x="0" y="0"/>
                </a:moveTo>
                <a:lnTo>
                  <a:pt x="186" y="484"/>
                </a:lnTo>
                <a:lnTo>
                  <a:pt x="410" y="1042"/>
                </a:lnTo>
                <a:lnTo>
                  <a:pt x="745" y="1749"/>
                </a:lnTo>
                <a:lnTo>
                  <a:pt x="1173" y="2586"/>
                </a:lnTo>
                <a:lnTo>
                  <a:pt x="1414" y="3052"/>
                </a:lnTo>
                <a:lnTo>
                  <a:pt x="1693" y="3535"/>
                </a:lnTo>
                <a:lnTo>
                  <a:pt x="2010" y="4038"/>
                </a:lnTo>
                <a:lnTo>
                  <a:pt x="2345" y="4540"/>
                </a:lnTo>
                <a:lnTo>
                  <a:pt x="2717" y="5061"/>
                </a:lnTo>
                <a:lnTo>
                  <a:pt x="3107" y="5582"/>
                </a:lnTo>
                <a:lnTo>
                  <a:pt x="3535" y="6103"/>
                </a:lnTo>
                <a:lnTo>
                  <a:pt x="4001" y="6624"/>
                </a:lnTo>
                <a:lnTo>
                  <a:pt x="4484" y="7145"/>
                </a:lnTo>
                <a:lnTo>
                  <a:pt x="5005" y="7647"/>
                </a:lnTo>
                <a:lnTo>
                  <a:pt x="5545" y="8131"/>
                </a:lnTo>
                <a:lnTo>
                  <a:pt x="6140" y="8596"/>
                </a:lnTo>
                <a:lnTo>
                  <a:pt x="6754" y="9042"/>
                </a:lnTo>
                <a:lnTo>
                  <a:pt x="7405" y="9452"/>
                </a:lnTo>
                <a:lnTo>
                  <a:pt x="7740" y="9638"/>
                </a:lnTo>
                <a:lnTo>
                  <a:pt x="8094" y="9824"/>
                </a:lnTo>
                <a:lnTo>
                  <a:pt x="8447" y="10010"/>
                </a:lnTo>
                <a:lnTo>
                  <a:pt x="8819" y="10177"/>
                </a:lnTo>
                <a:lnTo>
                  <a:pt x="9191" y="10345"/>
                </a:lnTo>
                <a:lnTo>
                  <a:pt x="9563" y="10494"/>
                </a:lnTo>
                <a:lnTo>
                  <a:pt x="9954" y="10624"/>
                </a:lnTo>
                <a:lnTo>
                  <a:pt x="10363" y="10754"/>
                </a:lnTo>
                <a:lnTo>
                  <a:pt x="10773" y="10866"/>
                </a:lnTo>
                <a:lnTo>
                  <a:pt x="11182" y="10959"/>
                </a:lnTo>
                <a:lnTo>
                  <a:pt x="11629" y="11052"/>
                </a:lnTo>
                <a:lnTo>
                  <a:pt x="12057" y="11126"/>
                </a:lnTo>
                <a:lnTo>
                  <a:pt x="12503" y="11182"/>
                </a:lnTo>
                <a:lnTo>
                  <a:pt x="12968" y="11238"/>
                </a:lnTo>
                <a:lnTo>
                  <a:pt x="13433" y="11256"/>
                </a:lnTo>
                <a:lnTo>
                  <a:pt x="13898" y="11275"/>
                </a:lnTo>
                <a:lnTo>
                  <a:pt x="14903" y="11275"/>
                </a:lnTo>
                <a:lnTo>
                  <a:pt x="15387" y="11238"/>
                </a:lnTo>
                <a:lnTo>
                  <a:pt x="15852" y="11219"/>
                </a:lnTo>
                <a:lnTo>
                  <a:pt x="16317" y="11163"/>
                </a:lnTo>
                <a:lnTo>
                  <a:pt x="16764" y="11108"/>
                </a:lnTo>
                <a:lnTo>
                  <a:pt x="17619" y="10977"/>
                </a:lnTo>
                <a:lnTo>
                  <a:pt x="18457" y="10810"/>
                </a:lnTo>
                <a:lnTo>
                  <a:pt x="19238" y="10624"/>
                </a:lnTo>
                <a:lnTo>
                  <a:pt x="20001" y="10401"/>
                </a:lnTo>
                <a:lnTo>
                  <a:pt x="20727" y="10159"/>
                </a:lnTo>
                <a:lnTo>
                  <a:pt x="21415" y="9898"/>
                </a:lnTo>
                <a:lnTo>
                  <a:pt x="22085" y="9638"/>
                </a:lnTo>
                <a:lnTo>
                  <a:pt x="22717" y="9359"/>
                </a:lnTo>
                <a:lnTo>
                  <a:pt x="23331" y="9080"/>
                </a:lnTo>
                <a:lnTo>
                  <a:pt x="24503" y="8521"/>
                </a:lnTo>
                <a:lnTo>
                  <a:pt x="25620" y="8019"/>
                </a:lnTo>
                <a:lnTo>
                  <a:pt x="26141" y="7796"/>
                </a:lnTo>
                <a:lnTo>
                  <a:pt x="26662" y="7591"/>
                </a:lnTo>
                <a:lnTo>
                  <a:pt x="27183" y="7405"/>
                </a:lnTo>
                <a:lnTo>
                  <a:pt x="27685" y="7256"/>
                </a:lnTo>
                <a:lnTo>
                  <a:pt x="28187" y="7145"/>
                </a:lnTo>
                <a:lnTo>
                  <a:pt x="28690" y="7089"/>
                </a:lnTo>
                <a:lnTo>
                  <a:pt x="28950" y="7070"/>
                </a:lnTo>
                <a:lnTo>
                  <a:pt x="29192" y="7052"/>
                </a:lnTo>
                <a:lnTo>
                  <a:pt x="29452" y="7070"/>
                </a:lnTo>
                <a:lnTo>
                  <a:pt x="29694" y="7089"/>
                </a:lnTo>
                <a:lnTo>
                  <a:pt x="29955" y="7107"/>
                </a:lnTo>
                <a:lnTo>
                  <a:pt x="30215" y="7163"/>
                </a:lnTo>
                <a:lnTo>
                  <a:pt x="30476" y="7219"/>
                </a:lnTo>
                <a:lnTo>
                  <a:pt x="30736" y="7293"/>
                </a:lnTo>
                <a:lnTo>
                  <a:pt x="30997" y="7387"/>
                </a:lnTo>
                <a:lnTo>
                  <a:pt x="31257" y="7498"/>
                </a:lnTo>
                <a:lnTo>
                  <a:pt x="31518" y="7610"/>
                </a:lnTo>
                <a:lnTo>
                  <a:pt x="31797" y="7759"/>
                </a:lnTo>
                <a:lnTo>
                  <a:pt x="32076" y="7907"/>
                </a:lnTo>
                <a:lnTo>
                  <a:pt x="32355" y="8094"/>
                </a:lnTo>
                <a:lnTo>
                  <a:pt x="32634" y="8280"/>
                </a:lnTo>
                <a:lnTo>
                  <a:pt x="32913" y="8503"/>
                </a:lnTo>
                <a:lnTo>
                  <a:pt x="33211" y="8745"/>
                </a:lnTo>
                <a:lnTo>
                  <a:pt x="33508" y="8987"/>
                </a:lnTo>
                <a:lnTo>
                  <a:pt x="33806" y="9266"/>
                </a:lnTo>
                <a:lnTo>
                  <a:pt x="34122" y="9563"/>
                </a:lnTo>
                <a:lnTo>
                  <a:pt x="34829" y="10252"/>
                </a:lnTo>
                <a:lnTo>
                  <a:pt x="35555" y="10884"/>
                </a:lnTo>
                <a:lnTo>
                  <a:pt x="36243" y="11442"/>
                </a:lnTo>
                <a:lnTo>
                  <a:pt x="36932" y="11963"/>
                </a:lnTo>
                <a:lnTo>
                  <a:pt x="37620" y="12429"/>
                </a:lnTo>
                <a:lnTo>
                  <a:pt x="38290" y="12838"/>
                </a:lnTo>
                <a:lnTo>
                  <a:pt x="38941" y="13191"/>
                </a:lnTo>
                <a:lnTo>
                  <a:pt x="39574" y="13508"/>
                </a:lnTo>
                <a:lnTo>
                  <a:pt x="40188" y="13768"/>
                </a:lnTo>
                <a:lnTo>
                  <a:pt x="40802" y="14010"/>
                </a:lnTo>
                <a:lnTo>
                  <a:pt x="41378" y="14196"/>
                </a:lnTo>
                <a:lnTo>
                  <a:pt x="41955" y="14363"/>
                </a:lnTo>
                <a:lnTo>
                  <a:pt x="42513" y="14475"/>
                </a:lnTo>
                <a:lnTo>
                  <a:pt x="43034" y="14568"/>
                </a:lnTo>
                <a:lnTo>
                  <a:pt x="43536" y="14643"/>
                </a:lnTo>
                <a:lnTo>
                  <a:pt x="44039" y="14680"/>
                </a:lnTo>
                <a:lnTo>
                  <a:pt x="44504" y="14698"/>
                </a:lnTo>
                <a:lnTo>
                  <a:pt x="44932" y="14698"/>
                </a:lnTo>
                <a:lnTo>
                  <a:pt x="45360" y="14680"/>
                </a:lnTo>
                <a:lnTo>
                  <a:pt x="45751" y="14643"/>
                </a:lnTo>
                <a:lnTo>
                  <a:pt x="46123" y="14605"/>
                </a:lnTo>
                <a:lnTo>
                  <a:pt x="46457" y="14550"/>
                </a:lnTo>
                <a:lnTo>
                  <a:pt x="46755" y="14475"/>
                </a:lnTo>
                <a:lnTo>
                  <a:pt x="47053" y="14419"/>
                </a:lnTo>
                <a:lnTo>
                  <a:pt x="47518" y="14289"/>
                </a:lnTo>
                <a:lnTo>
                  <a:pt x="47871" y="14159"/>
                </a:lnTo>
                <a:lnTo>
                  <a:pt x="48151" y="14029"/>
                </a:lnTo>
                <a:lnTo>
                  <a:pt x="481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8" name="Google Shape;268;p34"/>
          <p:cNvGrpSpPr/>
          <p:nvPr/>
        </p:nvGrpSpPr>
        <p:grpSpPr>
          <a:xfrm>
            <a:off x="349450" y="365636"/>
            <a:ext cx="1011024" cy="1063051"/>
            <a:chOff x="643134" y="714699"/>
            <a:chExt cx="643367" cy="676356"/>
          </a:xfrm>
        </p:grpSpPr>
        <p:sp>
          <p:nvSpPr>
            <p:cNvPr id="269" name="Google Shape;269;p34"/>
            <p:cNvSpPr/>
            <p:nvPr/>
          </p:nvSpPr>
          <p:spPr>
            <a:xfrm>
              <a:off x="647942" y="1123660"/>
              <a:ext cx="129227" cy="263280"/>
            </a:xfrm>
            <a:custGeom>
              <a:avLst/>
              <a:gdLst/>
              <a:ahLst/>
              <a:cxnLst/>
              <a:rect l="l" t="t" r="r" b="b"/>
              <a:pathLst>
                <a:path w="3548" h="7229" extrusionOk="0">
                  <a:moveTo>
                    <a:pt x="0" y="1"/>
                  </a:moveTo>
                  <a:lnTo>
                    <a:pt x="0" y="7228"/>
                  </a:lnTo>
                  <a:lnTo>
                    <a:pt x="3548" y="7228"/>
                  </a:lnTo>
                  <a:lnTo>
                    <a:pt x="35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643134" y="1119544"/>
              <a:ext cx="138879" cy="271511"/>
            </a:xfrm>
            <a:custGeom>
              <a:avLst/>
              <a:gdLst/>
              <a:ahLst/>
              <a:cxnLst/>
              <a:rect l="l" t="t" r="r" b="b"/>
              <a:pathLst>
                <a:path w="3813" h="7455" extrusionOk="0">
                  <a:moveTo>
                    <a:pt x="3567" y="246"/>
                  </a:moveTo>
                  <a:lnTo>
                    <a:pt x="3567" y="7209"/>
                  </a:lnTo>
                  <a:lnTo>
                    <a:pt x="245" y="7209"/>
                  </a:lnTo>
                  <a:lnTo>
                    <a:pt x="245" y="246"/>
                  </a:lnTo>
                  <a:close/>
                  <a:moveTo>
                    <a:pt x="0" y="0"/>
                  </a:moveTo>
                  <a:lnTo>
                    <a:pt x="0" y="7455"/>
                  </a:lnTo>
                  <a:lnTo>
                    <a:pt x="3812" y="7455"/>
                  </a:lnTo>
                  <a:lnTo>
                    <a:pt x="38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34"/>
            <p:cNvSpPr/>
            <p:nvPr/>
          </p:nvSpPr>
          <p:spPr>
            <a:xfrm>
              <a:off x="806016" y="1021938"/>
              <a:ext cx="129955" cy="365001"/>
            </a:xfrm>
            <a:custGeom>
              <a:avLst/>
              <a:gdLst/>
              <a:ahLst/>
              <a:cxnLst/>
              <a:rect l="l" t="t" r="r" b="b"/>
              <a:pathLst>
                <a:path w="3568" h="10022" extrusionOk="0">
                  <a:moveTo>
                    <a:pt x="1" y="1"/>
                  </a:moveTo>
                  <a:lnTo>
                    <a:pt x="1" y="10021"/>
                  </a:lnTo>
                  <a:lnTo>
                    <a:pt x="3567" y="10021"/>
                  </a:lnTo>
                  <a:lnTo>
                    <a:pt x="35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34"/>
            <p:cNvSpPr/>
            <p:nvPr/>
          </p:nvSpPr>
          <p:spPr>
            <a:xfrm>
              <a:off x="801900" y="1017823"/>
              <a:ext cx="138187" cy="373232"/>
            </a:xfrm>
            <a:custGeom>
              <a:avLst/>
              <a:gdLst/>
              <a:ahLst/>
              <a:cxnLst/>
              <a:rect l="l" t="t" r="r" b="b"/>
              <a:pathLst>
                <a:path w="3794" h="10248" extrusionOk="0">
                  <a:moveTo>
                    <a:pt x="3548" y="246"/>
                  </a:moveTo>
                  <a:lnTo>
                    <a:pt x="3548" y="10002"/>
                  </a:lnTo>
                  <a:lnTo>
                    <a:pt x="246" y="10002"/>
                  </a:lnTo>
                  <a:lnTo>
                    <a:pt x="246" y="246"/>
                  </a:lnTo>
                  <a:close/>
                  <a:moveTo>
                    <a:pt x="0" y="0"/>
                  </a:moveTo>
                  <a:lnTo>
                    <a:pt x="0" y="10248"/>
                  </a:lnTo>
                  <a:lnTo>
                    <a:pt x="3794" y="10248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964782" y="774501"/>
              <a:ext cx="129263" cy="612439"/>
            </a:xfrm>
            <a:custGeom>
              <a:avLst/>
              <a:gdLst/>
              <a:ahLst/>
              <a:cxnLst/>
              <a:rect l="l" t="t" r="r" b="b"/>
              <a:pathLst>
                <a:path w="3549" h="16816" extrusionOk="0">
                  <a:moveTo>
                    <a:pt x="1" y="1"/>
                  </a:moveTo>
                  <a:lnTo>
                    <a:pt x="1" y="16815"/>
                  </a:lnTo>
                  <a:lnTo>
                    <a:pt x="3549" y="16815"/>
                  </a:lnTo>
                  <a:lnTo>
                    <a:pt x="35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959974" y="769694"/>
              <a:ext cx="138879" cy="621362"/>
            </a:xfrm>
            <a:custGeom>
              <a:avLst/>
              <a:gdLst/>
              <a:ahLst/>
              <a:cxnLst/>
              <a:rect l="l" t="t" r="r" b="b"/>
              <a:pathLst>
                <a:path w="3813" h="17061" extrusionOk="0">
                  <a:moveTo>
                    <a:pt x="3568" y="246"/>
                  </a:moveTo>
                  <a:lnTo>
                    <a:pt x="3568" y="16815"/>
                  </a:lnTo>
                  <a:lnTo>
                    <a:pt x="246" y="16815"/>
                  </a:lnTo>
                  <a:lnTo>
                    <a:pt x="246" y="246"/>
                  </a:lnTo>
                  <a:close/>
                  <a:moveTo>
                    <a:pt x="1" y="1"/>
                  </a:moveTo>
                  <a:lnTo>
                    <a:pt x="1" y="17061"/>
                  </a:lnTo>
                  <a:lnTo>
                    <a:pt x="3813" y="17061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1123584" y="934640"/>
              <a:ext cx="129263" cy="452300"/>
            </a:xfrm>
            <a:custGeom>
              <a:avLst/>
              <a:gdLst/>
              <a:ahLst/>
              <a:cxnLst/>
              <a:rect l="l" t="t" r="r" b="b"/>
              <a:pathLst>
                <a:path w="3549" h="12419" extrusionOk="0">
                  <a:moveTo>
                    <a:pt x="0" y="1"/>
                  </a:moveTo>
                  <a:lnTo>
                    <a:pt x="0" y="12418"/>
                  </a:lnTo>
                  <a:lnTo>
                    <a:pt x="3548" y="12418"/>
                  </a:lnTo>
                  <a:lnTo>
                    <a:pt x="35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1118776" y="929832"/>
              <a:ext cx="138879" cy="461223"/>
            </a:xfrm>
            <a:custGeom>
              <a:avLst/>
              <a:gdLst/>
              <a:ahLst/>
              <a:cxnLst/>
              <a:rect l="l" t="t" r="r" b="b"/>
              <a:pathLst>
                <a:path w="3813" h="12664" extrusionOk="0">
                  <a:moveTo>
                    <a:pt x="3567" y="246"/>
                  </a:moveTo>
                  <a:lnTo>
                    <a:pt x="3567" y="12418"/>
                  </a:lnTo>
                  <a:lnTo>
                    <a:pt x="245" y="12418"/>
                  </a:lnTo>
                  <a:lnTo>
                    <a:pt x="245" y="246"/>
                  </a:lnTo>
                  <a:close/>
                  <a:moveTo>
                    <a:pt x="0" y="1"/>
                  </a:moveTo>
                  <a:lnTo>
                    <a:pt x="0" y="12664"/>
                  </a:lnTo>
                  <a:lnTo>
                    <a:pt x="3812" y="12664"/>
                  </a:lnTo>
                  <a:lnTo>
                    <a:pt x="38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680905" y="1081740"/>
              <a:ext cx="129955" cy="272203"/>
            </a:xfrm>
            <a:custGeom>
              <a:avLst/>
              <a:gdLst/>
              <a:ahLst/>
              <a:cxnLst/>
              <a:rect l="l" t="t" r="r" b="b"/>
              <a:pathLst>
                <a:path w="3568" h="7474" extrusionOk="0">
                  <a:moveTo>
                    <a:pt x="1" y="0"/>
                  </a:moveTo>
                  <a:lnTo>
                    <a:pt x="1" y="7473"/>
                  </a:lnTo>
                  <a:lnTo>
                    <a:pt x="3568" y="7473"/>
                  </a:lnTo>
                  <a:lnTo>
                    <a:pt x="356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839707" y="975904"/>
              <a:ext cx="129263" cy="378040"/>
            </a:xfrm>
            <a:custGeom>
              <a:avLst/>
              <a:gdLst/>
              <a:ahLst/>
              <a:cxnLst/>
              <a:rect l="l" t="t" r="r" b="b"/>
              <a:pathLst>
                <a:path w="3549" h="10380" extrusionOk="0">
                  <a:moveTo>
                    <a:pt x="0" y="0"/>
                  </a:moveTo>
                  <a:lnTo>
                    <a:pt x="0" y="10379"/>
                  </a:lnTo>
                  <a:lnTo>
                    <a:pt x="3548" y="10379"/>
                  </a:lnTo>
                  <a:lnTo>
                    <a:pt x="354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997780" y="718851"/>
              <a:ext cx="129955" cy="635092"/>
            </a:xfrm>
            <a:custGeom>
              <a:avLst/>
              <a:gdLst/>
              <a:ahLst/>
              <a:cxnLst/>
              <a:rect l="l" t="t" r="r" b="b"/>
              <a:pathLst>
                <a:path w="3568" h="17438" extrusionOk="0">
                  <a:moveTo>
                    <a:pt x="1" y="0"/>
                  </a:moveTo>
                  <a:lnTo>
                    <a:pt x="1" y="17437"/>
                  </a:lnTo>
                  <a:lnTo>
                    <a:pt x="3567" y="17437"/>
                  </a:lnTo>
                  <a:lnTo>
                    <a:pt x="356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34"/>
            <p:cNvSpPr/>
            <p:nvPr/>
          </p:nvSpPr>
          <p:spPr>
            <a:xfrm>
              <a:off x="993665" y="714699"/>
              <a:ext cx="138187" cy="644051"/>
            </a:xfrm>
            <a:custGeom>
              <a:avLst/>
              <a:gdLst/>
              <a:ahLst/>
              <a:cxnLst/>
              <a:rect l="l" t="t" r="r" b="b"/>
              <a:pathLst>
                <a:path w="3794" h="17684" extrusionOk="0">
                  <a:moveTo>
                    <a:pt x="3567" y="246"/>
                  </a:moveTo>
                  <a:lnTo>
                    <a:pt x="3567" y="17438"/>
                  </a:lnTo>
                  <a:lnTo>
                    <a:pt x="246" y="17438"/>
                  </a:lnTo>
                  <a:lnTo>
                    <a:pt x="246" y="246"/>
                  </a:lnTo>
                  <a:close/>
                  <a:moveTo>
                    <a:pt x="0" y="1"/>
                  </a:moveTo>
                  <a:lnTo>
                    <a:pt x="0" y="17684"/>
                  </a:lnTo>
                  <a:lnTo>
                    <a:pt x="3794" y="17684"/>
                  </a:lnTo>
                  <a:lnTo>
                    <a:pt x="37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1156582" y="885181"/>
              <a:ext cx="129919" cy="468762"/>
            </a:xfrm>
            <a:custGeom>
              <a:avLst/>
              <a:gdLst/>
              <a:ahLst/>
              <a:cxnLst/>
              <a:rect l="l" t="t" r="r" b="b"/>
              <a:pathLst>
                <a:path w="3567" h="12871" extrusionOk="0">
                  <a:moveTo>
                    <a:pt x="0" y="0"/>
                  </a:moveTo>
                  <a:lnTo>
                    <a:pt x="0" y="12870"/>
                  </a:lnTo>
                  <a:lnTo>
                    <a:pt x="3567" y="12870"/>
                  </a:lnTo>
                  <a:lnTo>
                    <a:pt x="3567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2" name="Google Shape;282;p34"/>
          <p:cNvGrpSpPr/>
          <p:nvPr/>
        </p:nvGrpSpPr>
        <p:grpSpPr>
          <a:xfrm>
            <a:off x="286492" y="5327769"/>
            <a:ext cx="1328454" cy="1530233"/>
            <a:chOff x="2202075" y="5519900"/>
            <a:chExt cx="996600" cy="1147675"/>
          </a:xfrm>
        </p:grpSpPr>
        <p:sp>
          <p:nvSpPr>
            <p:cNvPr id="283" name="Google Shape;283;p34"/>
            <p:cNvSpPr/>
            <p:nvPr/>
          </p:nvSpPr>
          <p:spPr>
            <a:xfrm>
              <a:off x="2202075" y="5718475"/>
              <a:ext cx="155450" cy="126450"/>
            </a:xfrm>
            <a:custGeom>
              <a:avLst/>
              <a:gdLst/>
              <a:ahLst/>
              <a:cxnLst/>
              <a:rect l="l" t="t" r="r" b="b"/>
              <a:pathLst>
                <a:path w="6218" h="5058" extrusionOk="0">
                  <a:moveTo>
                    <a:pt x="1826" y="1"/>
                  </a:moveTo>
                  <a:lnTo>
                    <a:pt x="1530" y="25"/>
                  </a:lnTo>
                  <a:lnTo>
                    <a:pt x="1333" y="50"/>
                  </a:lnTo>
                  <a:lnTo>
                    <a:pt x="1136" y="124"/>
                  </a:lnTo>
                  <a:lnTo>
                    <a:pt x="963" y="198"/>
                  </a:lnTo>
                  <a:lnTo>
                    <a:pt x="790" y="297"/>
                  </a:lnTo>
                  <a:lnTo>
                    <a:pt x="642" y="395"/>
                  </a:lnTo>
                  <a:lnTo>
                    <a:pt x="494" y="543"/>
                  </a:lnTo>
                  <a:lnTo>
                    <a:pt x="371" y="691"/>
                  </a:lnTo>
                  <a:lnTo>
                    <a:pt x="272" y="839"/>
                  </a:lnTo>
                  <a:lnTo>
                    <a:pt x="174" y="1012"/>
                  </a:lnTo>
                  <a:lnTo>
                    <a:pt x="100" y="1185"/>
                  </a:lnTo>
                  <a:lnTo>
                    <a:pt x="50" y="1358"/>
                  </a:lnTo>
                  <a:lnTo>
                    <a:pt x="26" y="1555"/>
                  </a:lnTo>
                  <a:lnTo>
                    <a:pt x="1" y="1752"/>
                  </a:lnTo>
                  <a:lnTo>
                    <a:pt x="1" y="1925"/>
                  </a:lnTo>
                  <a:lnTo>
                    <a:pt x="1" y="2122"/>
                  </a:lnTo>
                  <a:lnTo>
                    <a:pt x="50" y="2320"/>
                  </a:lnTo>
                  <a:lnTo>
                    <a:pt x="100" y="2517"/>
                  </a:lnTo>
                  <a:lnTo>
                    <a:pt x="174" y="2714"/>
                  </a:lnTo>
                  <a:lnTo>
                    <a:pt x="272" y="2912"/>
                  </a:lnTo>
                  <a:lnTo>
                    <a:pt x="371" y="3084"/>
                  </a:lnTo>
                  <a:lnTo>
                    <a:pt x="642" y="3405"/>
                  </a:lnTo>
                  <a:lnTo>
                    <a:pt x="938" y="3726"/>
                  </a:lnTo>
                  <a:lnTo>
                    <a:pt x="1284" y="3997"/>
                  </a:lnTo>
                  <a:lnTo>
                    <a:pt x="1629" y="4244"/>
                  </a:lnTo>
                  <a:lnTo>
                    <a:pt x="1999" y="4441"/>
                  </a:lnTo>
                  <a:lnTo>
                    <a:pt x="2344" y="4614"/>
                  </a:lnTo>
                  <a:lnTo>
                    <a:pt x="2591" y="4712"/>
                  </a:lnTo>
                  <a:lnTo>
                    <a:pt x="2838" y="4786"/>
                  </a:lnTo>
                  <a:lnTo>
                    <a:pt x="3430" y="4885"/>
                  </a:lnTo>
                  <a:lnTo>
                    <a:pt x="4071" y="4959"/>
                  </a:lnTo>
                  <a:lnTo>
                    <a:pt x="4712" y="5008"/>
                  </a:lnTo>
                  <a:lnTo>
                    <a:pt x="5304" y="5033"/>
                  </a:lnTo>
                  <a:lnTo>
                    <a:pt x="5773" y="5058"/>
                  </a:lnTo>
                  <a:lnTo>
                    <a:pt x="6217" y="5033"/>
                  </a:lnTo>
                  <a:lnTo>
                    <a:pt x="6143" y="4762"/>
                  </a:lnTo>
                  <a:lnTo>
                    <a:pt x="5921" y="4145"/>
                  </a:lnTo>
                  <a:lnTo>
                    <a:pt x="5576" y="3134"/>
                  </a:lnTo>
                  <a:lnTo>
                    <a:pt x="5452" y="2887"/>
                  </a:lnTo>
                  <a:lnTo>
                    <a:pt x="5304" y="2640"/>
                  </a:lnTo>
                  <a:lnTo>
                    <a:pt x="5107" y="2369"/>
                  </a:lnTo>
                  <a:lnTo>
                    <a:pt x="4910" y="2098"/>
                  </a:lnTo>
                  <a:lnTo>
                    <a:pt x="4688" y="1826"/>
                  </a:lnTo>
                  <a:lnTo>
                    <a:pt x="4441" y="1555"/>
                  </a:lnTo>
                  <a:lnTo>
                    <a:pt x="4170" y="1284"/>
                  </a:lnTo>
                  <a:lnTo>
                    <a:pt x="3898" y="1037"/>
                  </a:lnTo>
                  <a:lnTo>
                    <a:pt x="3627" y="790"/>
                  </a:lnTo>
                  <a:lnTo>
                    <a:pt x="3331" y="568"/>
                  </a:lnTo>
                  <a:lnTo>
                    <a:pt x="3035" y="395"/>
                  </a:lnTo>
                  <a:lnTo>
                    <a:pt x="2739" y="247"/>
                  </a:lnTo>
                  <a:lnTo>
                    <a:pt x="2418" y="124"/>
                  </a:lnTo>
                  <a:lnTo>
                    <a:pt x="2122" y="25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207625" y="5519900"/>
              <a:ext cx="991050" cy="1147675"/>
            </a:xfrm>
            <a:custGeom>
              <a:avLst/>
              <a:gdLst/>
              <a:ahLst/>
              <a:cxnLst/>
              <a:rect l="l" t="t" r="r" b="b"/>
              <a:pathLst>
                <a:path w="39642" h="45907" extrusionOk="0">
                  <a:moveTo>
                    <a:pt x="7919" y="1"/>
                  </a:moveTo>
                  <a:lnTo>
                    <a:pt x="7722" y="50"/>
                  </a:lnTo>
                  <a:lnTo>
                    <a:pt x="7524" y="100"/>
                  </a:lnTo>
                  <a:lnTo>
                    <a:pt x="7352" y="198"/>
                  </a:lnTo>
                  <a:lnTo>
                    <a:pt x="7105" y="346"/>
                  </a:lnTo>
                  <a:lnTo>
                    <a:pt x="6858" y="544"/>
                  </a:lnTo>
                  <a:lnTo>
                    <a:pt x="6661" y="790"/>
                  </a:lnTo>
                  <a:lnTo>
                    <a:pt x="6488" y="1062"/>
                  </a:lnTo>
                  <a:lnTo>
                    <a:pt x="6340" y="1358"/>
                  </a:lnTo>
                  <a:lnTo>
                    <a:pt x="6192" y="1678"/>
                  </a:lnTo>
                  <a:lnTo>
                    <a:pt x="6069" y="2024"/>
                  </a:lnTo>
                  <a:lnTo>
                    <a:pt x="5970" y="2394"/>
                  </a:lnTo>
                  <a:lnTo>
                    <a:pt x="5896" y="2739"/>
                  </a:lnTo>
                  <a:lnTo>
                    <a:pt x="5847" y="3109"/>
                  </a:lnTo>
                  <a:lnTo>
                    <a:pt x="5798" y="3479"/>
                  </a:lnTo>
                  <a:lnTo>
                    <a:pt x="5773" y="3824"/>
                  </a:lnTo>
                  <a:lnTo>
                    <a:pt x="5748" y="4170"/>
                  </a:lnTo>
                  <a:lnTo>
                    <a:pt x="5773" y="4490"/>
                  </a:lnTo>
                  <a:lnTo>
                    <a:pt x="5773" y="4811"/>
                  </a:lnTo>
                  <a:lnTo>
                    <a:pt x="5822" y="5082"/>
                  </a:lnTo>
                  <a:lnTo>
                    <a:pt x="6094" y="6094"/>
                  </a:lnTo>
                  <a:lnTo>
                    <a:pt x="6291" y="6710"/>
                  </a:lnTo>
                  <a:lnTo>
                    <a:pt x="6390" y="7006"/>
                  </a:lnTo>
                  <a:lnTo>
                    <a:pt x="6414" y="6982"/>
                  </a:lnTo>
                  <a:lnTo>
                    <a:pt x="6414" y="6982"/>
                  </a:lnTo>
                  <a:lnTo>
                    <a:pt x="6242" y="8412"/>
                  </a:lnTo>
                  <a:lnTo>
                    <a:pt x="6094" y="9942"/>
                  </a:lnTo>
                  <a:lnTo>
                    <a:pt x="6044" y="10781"/>
                  </a:lnTo>
                  <a:lnTo>
                    <a:pt x="6020" y="11644"/>
                  </a:lnTo>
                  <a:lnTo>
                    <a:pt x="5995" y="12557"/>
                  </a:lnTo>
                  <a:lnTo>
                    <a:pt x="5995" y="13494"/>
                  </a:lnTo>
                  <a:lnTo>
                    <a:pt x="6044" y="14456"/>
                  </a:lnTo>
                  <a:lnTo>
                    <a:pt x="6118" y="15467"/>
                  </a:lnTo>
                  <a:lnTo>
                    <a:pt x="6217" y="16503"/>
                  </a:lnTo>
                  <a:lnTo>
                    <a:pt x="6365" y="17539"/>
                  </a:lnTo>
                  <a:lnTo>
                    <a:pt x="6562" y="18625"/>
                  </a:lnTo>
                  <a:lnTo>
                    <a:pt x="6686" y="19143"/>
                  </a:lnTo>
                  <a:lnTo>
                    <a:pt x="6809" y="19685"/>
                  </a:lnTo>
                  <a:lnTo>
                    <a:pt x="6834" y="19735"/>
                  </a:lnTo>
                  <a:lnTo>
                    <a:pt x="6834" y="19735"/>
                  </a:lnTo>
                  <a:lnTo>
                    <a:pt x="6242" y="18871"/>
                  </a:lnTo>
                  <a:lnTo>
                    <a:pt x="5798" y="18230"/>
                  </a:lnTo>
                  <a:lnTo>
                    <a:pt x="5600" y="18033"/>
                  </a:lnTo>
                  <a:lnTo>
                    <a:pt x="5403" y="17811"/>
                  </a:lnTo>
                  <a:lnTo>
                    <a:pt x="5156" y="17613"/>
                  </a:lnTo>
                  <a:lnTo>
                    <a:pt x="4885" y="17391"/>
                  </a:lnTo>
                  <a:lnTo>
                    <a:pt x="4589" y="17194"/>
                  </a:lnTo>
                  <a:lnTo>
                    <a:pt x="4268" y="16997"/>
                  </a:lnTo>
                  <a:lnTo>
                    <a:pt x="3972" y="16799"/>
                  </a:lnTo>
                  <a:lnTo>
                    <a:pt x="3627" y="16627"/>
                  </a:lnTo>
                  <a:lnTo>
                    <a:pt x="3306" y="16479"/>
                  </a:lnTo>
                  <a:lnTo>
                    <a:pt x="2961" y="16355"/>
                  </a:lnTo>
                  <a:lnTo>
                    <a:pt x="2616" y="16257"/>
                  </a:lnTo>
                  <a:lnTo>
                    <a:pt x="2295" y="16183"/>
                  </a:lnTo>
                  <a:lnTo>
                    <a:pt x="1950" y="16133"/>
                  </a:lnTo>
                  <a:lnTo>
                    <a:pt x="1654" y="16133"/>
                  </a:lnTo>
                  <a:lnTo>
                    <a:pt x="1358" y="16183"/>
                  </a:lnTo>
                  <a:lnTo>
                    <a:pt x="1062" y="16281"/>
                  </a:lnTo>
                  <a:lnTo>
                    <a:pt x="889" y="16380"/>
                  </a:lnTo>
                  <a:lnTo>
                    <a:pt x="716" y="16479"/>
                  </a:lnTo>
                  <a:lnTo>
                    <a:pt x="568" y="16602"/>
                  </a:lnTo>
                  <a:lnTo>
                    <a:pt x="420" y="16750"/>
                  </a:lnTo>
                  <a:lnTo>
                    <a:pt x="322" y="16898"/>
                  </a:lnTo>
                  <a:lnTo>
                    <a:pt x="223" y="17046"/>
                  </a:lnTo>
                  <a:lnTo>
                    <a:pt x="124" y="17219"/>
                  </a:lnTo>
                  <a:lnTo>
                    <a:pt x="75" y="17391"/>
                  </a:lnTo>
                  <a:lnTo>
                    <a:pt x="26" y="17589"/>
                  </a:lnTo>
                  <a:lnTo>
                    <a:pt x="1" y="17786"/>
                  </a:lnTo>
                  <a:lnTo>
                    <a:pt x="1" y="17959"/>
                  </a:lnTo>
                  <a:lnTo>
                    <a:pt x="1" y="18156"/>
                  </a:lnTo>
                  <a:lnTo>
                    <a:pt x="50" y="18353"/>
                  </a:lnTo>
                  <a:lnTo>
                    <a:pt x="100" y="18551"/>
                  </a:lnTo>
                  <a:lnTo>
                    <a:pt x="149" y="18723"/>
                  </a:lnTo>
                  <a:lnTo>
                    <a:pt x="248" y="18896"/>
                  </a:lnTo>
                  <a:lnTo>
                    <a:pt x="346" y="19093"/>
                  </a:lnTo>
                  <a:lnTo>
                    <a:pt x="470" y="19241"/>
                  </a:lnTo>
                  <a:lnTo>
                    <a:pt x="618" y="19389"/>
                  </a:lnTo>
                  <a:lnTo>
                    <a:pt x="766" y="19537"/>
                  </a:lnTo>
                  <a:lnTo>
                    <a:pt x="1111" y="19784"/>
                  </a:lnTo>
                  <a:lnTo>
                    <a:pt x="1481" y="20006"/>
                  </a:lnTo>
                  <a:lnTo>
                    <a:pt x="1876" y="20179"/>
                  </a:lnTo>
                  <a:lnTo>
                    <a:pt x="2270" y="20327"/>
                  </a:lnTo>
                  <a:lnTo>
                    <a:pt x="2690" y="20426"/>
                  </a:lnTo>
                  <a:lnTo>
                    <a:pt x="3084" y="20500"/>
                  </a:lnTo>
                  <a:lnTo>
                    <a:pt x="3306" y="20524"/>
                  </a:lnTo>
                  <a:lnTo>
                    <a:pt x="3578" y="20524"/>
                  </a:lnTo>
                  <a:lnTo>
                    <a:pt x="4145" y="20475"/>
                  </a:lnTo>
                  <a:lnTo>
                    <a:pt x="4737" y="20401"/>
                  </a:lnTo>
                  <a:lnTo>
                    <a:pt x="5354" y="20278"/>
                  </a:lnTo>
                  <a:lnTo>
                    <a:pt x="5896" y="20154"/>
                  </a:lnTo>
                  <a:lnTo>
                    <a:pt x="6365" y="20056"/>
                  </a:lnTo>
                  <a:lnTo>
                    <a:pt x="6883" y="19908"/>
                  </a:lnTo>
                  <a:lnTo>
                    <a:pt x="7204" y="20919"/>
                  </a:lnTo>
                  <a:lnTo>
                    <a:pt x="7549" y="21955"/>
                  </a:lnTo>
                  <a:lnTo>
                    <a:pt x="7944" y="22991"/>
                  </a:lnTo>
                  <a:lnTo>
                    <a:pt x="8363" y="24002"/>
                  </a:lnTo>
                  <a:lnTo>
                    <a:pt x="8881" y="25186"/>
                  </a:lnTo>
                  <a:lnTo>
                    <a:pt x="9449" y="26346"/>
                  </a:lnTo>
                  <a:lnTo>
                    <a:pt x="8980" y="25680"/>
                  </a:lnTo>
                  <a:lnTo>
                    <a:pt x="8807" y="25482"/>
                  </a:lnTo>
                  <a:lnTo>
                    <a:pt x="8585" y="25260"/>
                  </a:lnTo>
                  <a:lnTo>
                    <a:pt x="8339" y="25063"/>
                  </a:lnTo>
                  <a:lnTo>
                    <a:pt x="8067" y="24841"/>
                  </a:lnTo>
                  <a:lnTo>
                    <a:pt x="7771" y="24644"/>
                  </a:lnTo>
                  <a:lnTo>
                    <a:pt x="7475" y="24446"/>
                  </a:lnTo>
                  <a:lnTo>
                    <a:pt x="7154" y="24249"/>
                  </a:lnTo>
                  <a:lnTo>
                    <a:pt x="6809" y="24076"/>
                  </a:lnTo>
                  <a:lnTo>
                    <a:pt x="6488" y="23928"/>
                  </a:lnTo>
                  <a:lnTo>
                    <a:pt x="6143" y="23805"/>
                  </a:lnTo>
                  <a:lnTo>
                    <a:pt x="5798" y="23706"/>
                  </a:lnTo>
                  <a:lnTo>
                    <a:pt x="5477" y="23632"/>
                  </a:lnTo>
                  <a:lnTo>
                    <a:pt x="5132" y="23608"/>
                  </a:lnTo>
                  <a:lnTo>
                    <a:pt x="4836" y="23608"/>
                  </a:lnTo>
                  <a:lnTo>
                    <a:pt x="4540" y="23632"/>
                  </a:lnTo>
                  <a:lnTo>
                    <a:pt x="4244" y="23731"/>
                  </a:lnTo>
                  <a:lnTo>
                    <a:pt x="4071" y="23830"/>
                  </a:lnTo>
                  <a:lnTo>
                    <a:pt x="3898" y="23928"/>
                  </a:lnTo>
                  <a:lnTo>
                    <a:pt x="3750" y="24052"/>
                  </a:lnTo>
                  <a:lnTo>
                    <a:pt x="3602" y="24200"/>
                  </a:lnTo>
                  <a:lnTo>
                    <a:pt x="3504" y="24348"/>
                  </a:lnTo>
                  <a:lnTo>
                    <a:pt x="3405" y="24496"/>
                  </a:lnTo>
                  <a:lnTo>
                    <a:pt x="3331" y="24668"/>
                  </a:lnTo>
                  <a:lnTo>
                    <a:pt x="3257" y="24866"/>
                  </a:lnTo>
                  <a:lnTo>
                    <a:pt x="3208" y="25038"/>
                  </a:lnTo>
                  <a:lnTo>
                    <a:pt x="3183" y="25236"/>
                  </a:lnTo>
                  <a:lnTo>
                    <a:pt x="3183" y="25408"/>
                  </a:lnTo>
                  <a:lnTo>
                    <a:pt x="3183" y="25606"/>
                  </a:lnTo>
                  <a:lnTo>
                    <a:pt x="3232" y="25803"/>
                  </a:lnTo>
                  <a:lnTo>
                    <a:pt x="3282" y="26000"/>
                  </a:lnTo>
                  <a:lnTo>
                    <a:pt x="3356" y="26173"/>
                  </a:lnTo>
                  <a:lnTo>
                    <a:pt x="3430" y="26370"/>
                  </a:lnTo>
                  <a:lnTo>
                    <a:pt x="3528" y="26543"/>
                  </a:lnTo>
                  <a:lnTo>
                    <a:pt x="3652" y="26691"/>
                  </a:lnTo>
                  <a:lnTo>
                    <a:pt x="3800" y="26864"/>
                  </a:lnTo>
                  <a:lnTo>
                    <a:pt x="3948" y="26987"/>
                  </a:lnTo>
                  <a:lnTo>
                    <a:pt x="4293" y="27258"/>
                  </a:lnTo>
                  <a:lnTo>
                    <a:pt x="4663" y="27456"/>
                  </a:lnTo>
                  <a:lnTo>
                    <a:pt x="5058" y="27628"/>
                  </a:lnTo>
                  <a:lnTo>
                    <a:pt x="5452" y="27776"/>
                  </a:lnTo>
                  <a:lnTo>
                    <a:pt x="5872" y="27875"/>
                  </a:lnTo>
                  <a:lnTo>
                    <a:pt x="6266" y="27949"/>
                  </a:lnTo>
                  <a:lnTo>
                    <a:pt x="6464" y="27974"/>
                  </a:lnTo>
                  <a:lnTo>
                    <a:pt x="6710" y="27974"/>
                  </a:lnTo>
                  <a:lnTo>
                    <a:pt x="7204" y="27949"/>
                  </a:lnTo>
                  <a:lnTo>
                    <a:pt x="7746" y="27875"/>
                  </a:lnTo>
                  <a:lnTo>
                    <a:pt x="8289" y="27776"/>
                  </a:lnTo>
                  <a:lnTo>
                    <a:pt x="8832" y="27678"/>
                  </a:lnTo>
                  <a:lnTo>
                    <a:pt x="9301" y="27554"/>
                  </a:lnTo>
                  <a:lnTo>
                    <a:pt x="9967" y="27382"/>
                  </a:lnTo>
                  <a:lnTo>
                    <a:pt x="10411" y="28270"/>
                  </a:lnTo>
                  <a:lnTo>
                    <a:pt x="11447" y="30391"/>
                  </a:lnTo>
                  <a:lnTo>
                    <a:pt x="12483" y="32488"/>
                  </a:lnTo>
                  <a:lnTo>
                    <a:pt x="12803" y="33228"/>
                  </a:lnTo>
                  <a:lnTo>
                    <a:pt x="13124" y="33968"/>
                  </a:lnTo>
                  <a:lnTo>
                    <a:pt x="12729" y="33401"/>
                  </a:lnTo>
                  <a:lnTo>
                    <a:pt x="12557" y="33203"/>
                  </a:lnTo>
                  <a:lnTo>
                    <a:pt x="12335" y="32981"/>
                  </a:lnTo>
                  <a:lnTo>
                    <a:pt x="12088" y="32784"/>
                  </a:lnTo>
                  <a:lnTo>
                    <a:pt x="11817" y="32562"/>
                  </a:lnTo>
                  <a:lnTo>
                    <a:pt x="11521" y="32365"/>
                  </a:lnTo>
                  <a:lnTo>
                    <a:pt x="11225" y="32167"/>
                  </a:lnTo>
                  <a:lnTo>
                    <a:pt x="10904" y="31970"/>
                  </a:lnTo>
                  <a:lnTo>
                    <a:pt x="10559" y="31797"/>
                  </a:lnTo>
                  <a:lnTo>
                    <a:pt x="10238" y="31649"/>
                  </a:lnTo>
                  <a:lnTo>
                    <a:pt x="9893" y="31526"/>
                  </a:lnTo>
                  <a:lnTo>
                    <a:pt x="9547" y="31427"/>
                  </a:lnTo>
                  <a:lnTo>
                    <a:pt x="9227" y="31353"/>
                  </a:lnTo>
                  <a:lnTo>
                    <a:pt x="8906" y="31304"/>
                  </a:lnTo>
                  <a:lnTo>
                    <a:pt x="8585" y="31329"/>
                  </a:lnTo>
                  <a:lnTo>
                    <a:pt x="8289" y="31353"/>
                  </a:lnTo>
                  <a:lnTo>
                    <a:pt x="7993" y="31452"/>
                  </a:lnTo>
                  <a:lnTo>
                    <a:pt x="7820" y="31551"/>
                  </a:lnTo>
                  <a:lnTo>
                    <a:pt x="7648" y="31649"/>
                  </a:lnTo>
                  <a:lnTo>
                    <a:pt x="7500" y="31773"/>
                  </a:lnTo>
                  <a:lnTo>
                    <a:pt x="7352" y="31921"/>
                  </a:lnTo>
                  <a:lnTo>
                    <a:pt x="7253" y="32069"/>
                  </a:lnTo>
                  <a:lnTo>
                    <a:pt x="7154" y="32217"/>
                  </a:lnTo>
                  <a:lnTo>
                    <a:pt x="7080" y="32389"/>
                  </a:lnTo>
                  <a:lnTo>
                    <a:pt x="7006" y="32587"/>
                  </a:lnTo>
                  <a:lnTo>
                    <a:pt x="6957" y="32759"/>
                  </a:lnTo>
                  <a:lnTo>
                    <a:pt x="6932" y="32957"/>
                  </a:lnTo>
                  <a:lnTo>
                    <a:pt x="6932" y="33129"/>
                  </a:lnTo>
                  <a:lnTo>
                    <a:pt x="6957" y="33327"/>
                  </a:lnTo>
                  <a:lnTo>
                    <a:pt x="6982" y="33524"/>
                  </a:lnTo>
                  <a:lnTo>
                    <a:pt x="7031" y="33721"/>
                  </a:lnTo>
                  <a:lnTo>
                    <a:pt x="7105" y="33894"/>
                  </a:lnTo>
                  <a:lnTo>
                    <a:pt x="7179" y="34067"/>
                  </a:lnTo>
                  <a:lnTo>
                    <a:pt x="7302" y="34264"/>
                  </a:lnTo>
                  <a:lnTo>
                    <a:pt x="7426" y="34412"/>
                  </a:lnTo>
                  <a:lnTo>
                    <a:pt x="7549" y="34560"/>
                  </a:lnTo>
                  <a:lnTo>
                    <a:pt x="7697" y="34708"/>
                  </a:lnTo>
                  <a:lnTo>
                    <a:pt x="8043" y="34979"/>
                  </a:lnTo>
                  <a:lnTo>
                    <a:pt x="8413" y="35177"/>
                  </a:lnTo>
                  <a:lnTo>
                    <a:pt x="8807" y="35349"/>
                  </a:lnTo>
                  <a:lnTo>
                    <a:pt x="9202" y="35497"/>
                  </a:lnTo>
                  <a:lnTo>
                    <a:pt x="9621" y="35596"/>
                  </a:lnTo>
                  <a:lnTo>
                    <a:pt x="10016" y="35670"/>
                  </a:lnTo>
                  <a:lnTo>
                    <a:pt x="10213" y="35695"/>
                  </a:lnTo>
                  <a:lnTo>
                    <a:pt x="10435" y="35695"/>
                  </a:lnTo>
                  <a:lnTo>
                    <a:pt x="10904" y="35670"/>
                  </a:lnTo>
                  <a:lnTo>
                    <a:pt x="11422" y="35621"/>
                  </a:lnTo>
                  <a:lnTo>
                    <a:pt x="11940" y="35522"/>
                  </a:lnTo>
                  <a:lnTo>
                    <a:pt x="12902" y="35325"/>
                  </a:lnTo>
                  <a:lnTo>
                    <a:pt x="13617" y="35127"/>
                  </a:lnTo>
                  <a:lnTo>
                    <a:pt x="13913" y="35892"/>
                  </a:lnTo>
                  <a:lnTo>
                    <a:pt x="14185" y="36657"/>
                  </a:lnTo>
                  <a:lnTo>
                    <a:pt x="14357" y="37175"/>
                  </a:lnTo>
                  <a:lnTo>
                    <a:pt x="14530" y="37693"/>
                  </a:lnTo>
                  <a:lnTo>
                    <a:pt x="14801" y="38729"/>
                  </a:lnTo>
                  <a:lnTo>
                    <a:pt x="15048" y="39740"/>
                  </a:lnTo>
                  <a:lnTo>
                    <a:pt x="15270" y="40752"/>
                  </a:lnTo>
                  <a:lnTo>
                    <a:pt x="15566" y="42059"/>
                  </a:lnTo>
                  <a:lnTo>
                    <a:pt x="15122" y="41146"/>
                  </a:lnTo>
                  <a:lnTo>
                    <a:pt x="14826" y="40554"/>
                  </a:lnTo>
                  <a:lnTo>
                    <a:pt x="14678" y="40307"/>
                  </a:lnTo>
                  <a:lnTo>
                    <a:pt x="14481" y="40085"/>
                  </a:lnTo>
                  <a:lnTo>
                    <a:pt x="14283" y="39839"/>
                  </a:lnTo>
                  <a:lnTo>
                    <a:pt x="14037" y="39567"/>
                  </a:lnTo>
                  <a:lnTo>
                    <a:pt x="13790" y="39321"/>
                  </a:lnTo>
                  <a:lnTo>
                    <a:pt x="13519" y="39099"/>
                  </a:lnTo>
                  <a:lnTo>
                    <a:pt x="13223" y="38852"/>
                  </a:lnTo>
                  <a:lnTo>
                    <a:pt x="12927" y="38630"/>
                  </a:lnTo>
                  <a:lnTo>
                    <a:pt x="12606" y="38433"/>
                  </a:lnTo>
                  <a:lnTo>
                    <a:pt x="12310" y="38260"/>
                  </a:lnTo>
                  <a:lnTo>
                    <a:pt x="11989" y="38112"/>
                  </a:lnTo>
                  <a:lnTo>
                    <a:pt x="11669" y="37989"/>
                  </a:lnTo>
                  <a:lnTo>
                    <a:pt x="11348" y="37915"/>
                  </a:lnTo>
                  <a:lnTo>
                    <a:pt x="11027" y="37865"/>
                  </a:lnTo>
                  <a:lnTo>
                    <a:pt x="10731" y="37865"/>
                  </a:lnTo>
                  <a:lnTo>
                    <a:pt x="10435" y="37915"/>
                  </a:lnTo>
                  <a:lnTo>
                    <a:pt x="10238" y="37964"/>
                  </a:lnTo>
                  <a:lnTo>
                    <a:pt x="10065" y="38038"/>
                  </a:lnTo>
                  <a:lnTo>
                    <a:pt x="9893" y="38137"/>
                  </a:lnTo>
                  <a:lnTo>
                    <a:pt x="9745" y="38260"/>
                  </a:lnTo>
                  <a:lnTo>
                    <a:pt x="9597" y="38408"/>
                  </a:lnTo>
                  <a:lnTo>
                    <a:pt x="9473" y="38531"/>
                  </a:lnTo>
                  <a:lnTo>
                    <a:pt x="9375" y="38704"/>
                  </a:lnTo>
                  <a:lnTo>
                    <a:pt x="9301" y="38852"/>
                  </a:lnTo>
                  <a:lnTo>
                    <a:pt x="9227" y="39049"/>
                  </a:lnTo>
                  <a:lnTo>
                    <a:pt x="9177" y="39222"/>
                  </a:lnTo>
                  <a:lnTo>
                    <a:pt x="9128" y="39419"/>
                  </a:lnTo>
                  <a:lnTo>
                    <a:pt x="9103" y="39592"/>
                  </a:lnTo>
                  <a:lnTo>
                    <a:pt x="9103" y="39789"/>
                  </a:lnTo>
                  <a:lnTo>
                    <a:pt x="9128" y="39987"/>
                  </a:lnTo>
                  <a:lnTo>
                    <a:pt x="9177" y="40184"/>
                  </a:lnTo>
                  <a:lnTo>
                    <a:pt x="9227" y="40381"/>
                  </a:lnTo>
                  <a:lnTo>
                    <a:pt x="9325" y="40554"/>
                  </a:lnTo>
                  <a:lnTo>
                    <a:pt x="9424" y="40752"/>
                  </a:lnTo>
                  <a:lnTo>
                    <a:pt x="9523" y="40924"/>
                  </a:lnTo>
                  <a:lnTo>
                    <a:pt x="9646" y="41072"/>
                  </a:lnTo>
                  <a:lnTo>
                    <a:pt x="9942" y="41393"/>
                  </a:lnTo>
                  <a:lnTo>
                    <a:pt x="10287" y="41664"/>
                  </a:lnTo>
                  <a:lnTo>
                    <a:pt x="10657" y="41886"/>
                  </a:lnTo>
                  <a:lnTo>
                    <a:pt x="11027" y="42084"/>
                  </a:lnTo>
                  <a:lnTo>
                    <a:pt x="11422" y="42256"/>
                  </a:lnTo>
                  <a:lnTo>
                    <a:pt x="11792" y="42380"/>
                  </a:lnTo>
                  <a:lnTo>
                    <a:pt x="12014" y="42429"/>
                  </a:lnTo>
                  <a:lnTo>
                    <a:pt x="12261" y="42478"/>
                  </a:lnTo>
                  <a:lnTo>
                    <a:pt x="12803" y="42528"/>
                  </a:lnTo>
                  <a:lnTo>
                    <a:pt x="14012" y="42528"/>
                  </a:lnTo>
                  <a:lnTo>
                    <a:pt x="14555" y="42478"/>
                  </a:lnTo>
                  <a:lnTo>
                    <a:pt x="15048" y="42429"/>
                  </a:lnTo>
                  <a:lnTo>
                    <a:pt x="15615" y="42380"/>
                  </a:lnTo>
                  <a:lnTo>
                    <a:pt x="16010" y="44476"/>
                  </a:lnTo>
                  <a:lnTo>
                    <a:pt x="16257" y="45907"/>
                  </a:lnTo>
                  <a:lnTo>
                    <a:pt x="17219" y="45907"/>
                  </a:lnTo>
                  <a:lnTo>
                    <a:pt x="16923" y="44304"/>
                  </a:lnTo>
                  <a:lnTo>
                    <a:pt x="16701" y="43169"/>
                  </a:lnTo>
                  <a:lnTo>
                    <a:pt x="16429" y="41985"/>
                  </a:lnTo>
                  <a:lnTo>
                    <a:pt x="17219" y="41640"/>
                  </a:lnTo>
                  <a:lnTo>
                    <a:pt x="17885" y="41344"/>
                  </a:lnTo>
                  <a:lnTo>
                    <a:pt x="18575" y="40974"/>
                  </a:lnTo>
                  <a:lnTo>
                    <a:pt x="18724" y="41122"/>
                  </a:lnTo>
                  <a:lnTo>
                    <a:pt x="18921" y="41294"/>
                  </a:lnTo>
                  <a:lnTo>
                    <a:pt x="19365" y="41640"/>
                  </a:lnTo>
                  <a:lnTo>
                    <a:pt x="19834" y="41960"/>
                  </a:lnTo>
                  <a:lnTo>
                    <a:pt x="20327" y="42256"/>
                  </a:lnTo>
                  <a:lnTo>
                    <a:pt x="21190" y="42725"/>
                  </a:lnTo>
                  <a:lnTo>
                    <a:pt x="21684" y="42972"/>
                  </a:lnTo>
                  <a:lnTo>
                    <a:pt x="20845" y="44945"/>
                  </a:lnTo>
                  <a:lnTo>
                    <a:pt x="20426" y="45907"/>
                  </a:lnTo>
                  <a:lnTo>
                    <a:pt x="21462" y="45907"/>
                  </a:lnTo>
                  <a:lnTo>
                    <a:pt x="21708" y="45315"/>
                  </a:lnTo>
                  <a:lnTo>
                    <a:pt x="22128" y="44230"/>
                  </a:lnTo>
                  <a:lnTo>
                    <a:pt x="22572" y="43095"/>
                  </a:lnTo>
                  <a:lnTo>
                    <a:pt x="23139" y="43194"/>
                  </a:lnTo>
                  <a:lnTo>
                    <a:pt x="23608" y="43292"/>
                  </a:lnTo>
                  <a:lnTo>
                    <a:pt x="24175" y="43366"/>
                  </a:lnTo>
                  <a:lnTo>
                    <a:pt x="24767" y="43416"/>
                  </a:lnTo>
                  <a:lnTo>
                    <a:pt x="25359" y="43465"/>
                  </a:lnTo>
                  <a:lnTo>
                    <a:pt x="25926" y="43465"/>
                  </a:lnTo>
                  <a:lnTo>
                    <a:pt x="26173" y="43440"/>
                  </a:lnTo>
                  <a:lnTo>
                    <a:pt x="26395" y="43391"/>
                  </a:lnTo>
                  <a:lnTo>
                    <a:pt x="26790" y="43292"/>
                  </a:lnTo>
                  <a:lnTo>
                    <a:pt x="27184" y="43144"/>
                  </a:lnTo>
                  <a:lnTo>
                    <a:pt x="27579" y="42972"/>
                  </a:lnTo>
                  <a:lnTo>
                    <a:pt x="27949" y="42774"/>
                  </a:lnTo>
                  <a:lnTo>
                    <a:pt x="28319" y="42528"/>
                  </a:lnTo>
                  <a:lnTo>
                    <a:pt x="28615" y="42256"/>
                  </a:lnTo>
                  <a:lnTo>
                    <a:pt x="28763" y="42108"/>
                  </a:lnTo>
                  <a:lnTo>
                    <a:pt x="28886" y="41936"/>
                  </a:lnTo>
                  <a:lnTo>
                    <a:pt x="29010" y="41763"/>
                  </a:lnTo>
                  <a:lnTo>
                    <a:pt x="29084" y="41590"/>
                  </a:lnTo>
                  <a:lnTo>
                    <a:pt x="29158" y="41393"/>
                  </a:lnTo>
                  <a:lnTo>
                    <a:pt x="29232" y="41196"/>
                  </a:lnTo>
                  <a:lnTo>
                    <a:pt x="29256" y="41023"/>
                  </a:lnTo>
                  <a:lnTo>
                    <a:pt x="29281" y="40826"/>
                  </a:lnTo>
                  <a:lnTo>
                    <a:pt x="29281" y="40628"/>
                  </a:lnTo>
                  <a:lnTo>
                    <a:pt x="29256" y="40431"/>
                  </a:lnTo>
                  <a:lnTo>
                    <a:pt x="29207" y="40258"/>
                  </a:lnTo>
                  <a:lnTo>
                    <a:pt x="29158" y="40061"/>
                  </a:lnTo>
                  <a:lnTo>
                    <a:pt x="29084" y="39888"/>
                  </a:lnTo>
                  <a:lnTo>
                    <a:pt x="28985" y="39740"/>
                  </a:lnTo>
                  <a:lnTo>
                    <a:pt x="28862" y="39592"/>
                  </a:lnTo>
                  <a:lnTo>
                    <a:pt x="28738" y="39444"/>
                  </a:lnTo>
                  <a:lnTo>
                    <a:pt x="28590" y="39321"/>
                  </a:lnTo>
                  <a:lnTo>
                    <a:pt x="28442" y="39197"/>
                  </a:lnTo>
                  <a:lnTo>
                    <a:pt x="28270" y="39099"/>
                  </a:lnTo>
                  <a:lnTo>
                    <a:pt x="28072" y="39025"/>
                  </a:lnTo>
                  <a:lnTo>
                    <a:pt x="27776" y="38951"/>
                  </a:lnTo>
                  <a:lnTo>
                    <a:pt x="27184" y="38951"/>
                  </a:lnTo>
                  <a:lnTo>
                    <a:pt x="26864" y="39025"/>
                  </a:lnTo>
                  <a:lnTo>
                    <a:pt x="26518" y="39123"/>
                  </a:lnTo>
                  <a:lnTo>
                    <a:pt x="26198" y="39247"/>
                  </a:lnTo>
                  <a:lnTo>
                    <a:pt x="25877" y="39395"/>
                  </a:lnTo>
                  <a:lnTo>
                    <a:pt x="25556" y="39567"/>
                  </a:lnTo>
                  <a:lnTo>
                    <a:pt x="25236" y="39765"/>
                  </a:lnTo>
                  <a:lnTo>
                    <a:pt x="24915" y="39987"/>
                  </a:lnTo>
                  <a:lnTo>
                    <a:pt x="24644" y="40209"/>
                  </a:lnTo>
                  <a:lnTo>
                    <a:pt x="24372" y="40431"/>
                  </a:lnTo>
                  <a:lnTo>
                    <a:pt x="24101" y="40653"/>
                  </a:lnTo>
                  <a:lnTo>
                    <a:pt x="23879" y="40900"/>
                  </a:lnTo>
                  <a:lnTo>
                    <a:pt x="23682" y="41122"/>
                  </a:lnTo>
                  <a:lnTo>
                    <a:pt x="23509" y="41344"/>
                  </a:lnTo>
                  <a:lnTo>
                    <a:pt x="22720" y="42676"/>
                  </a:lnTo>
                  <a:lnTo>
                    <a:pt x="22720" y="42676"/>
                  </a:lnTo>
                  <a:lnTo>
                    <a:pt x="23090" y="41738"/>
                  </a:lnTo>
                  <a:lnTo>
                    <a:pt x="23435" y="40752"/>
                  </a:lnTo>
                  <a:lnTo>
                    <a:pt x="23780" y="39740"/>
                  </a:lnTo>
                  <a:lnTo>
                    <a:pt x="24076" y="38704"/>
                  </a:lnTo>
                  <a:lnTo>
                    <a:pt x="24224" y="38161"/>
                  </a:lnTo>
                  <a:lnTo>
                    <a:pt x="24372" y="37619"/>
                  </a:lnTo>
                  <a:lnTo>
                    <a:pt x="24644" y="36336"/>
                  </a:lnTo>
                  <a:lnTo>
                    <a:pt x="24866" y="35029"/>
                  </a:lnTo>
                  <a:lnTo>
                    <a:pt x="25532" y="35251"/>
                  </a:lnTo>
                  <a:lnTo>
                    <a:pt x="26000" y="35399"/>
                  </a:lnTo>
                  <a:lnTo>
                    <a:pt x="26494" y="35547"/>
                  </a:lnTo>
                  <a:lnTo>
                    <a:pt x="27036" y="35695"/>
                  </a:lnTo>
                  <a:lnTo>
                    <a:pt x="27554" y="35793"/>
                  </a:lnTo>
                  <a:lnTo>
                    <a:pt x="28072" y="35867"/>
                  </a:lnTo>
                  <a:lnTo>
                    <a:pt x="28492" y="35867"/>
                  </a:lnTo>
                  <a:lnTo>
                    <a:pt x="28886" y="35818"/>
                  </a:lnTo>
                  <a:lnTo>
                    <a:pt x="29306" y="35744"/>
                  </a:lnTo>
                  <a:lnTo>
                    <a:pt x="29725" y="35645"/>
                  </a:lnTo>
                  <a:lnTo>
                    <a:pt x="30120" y="35497"/>
                  </a:lnTo>
                  <a:lnTo>
                    <a:pt x="30515" y="35300"/>
                  </a:lnTo>
                  <a:lnTo>
                    <a:pt x="30860" y="35078"/>
                  </a:lnTo>
                  <a:lnTo>
                    <a:pt x="31033" y="34955"/>
                  </a:lnTo>
                  <a:lnTo>
                    <a:pt x="31181" y="34807"/>
                  </a:lnTo>
                  <a:lnTo>
                    <a:pt x="31329" y="34659"/>
                  </a:lnTo>
                  <a:lnTo>
                    <a:pt x="31427" y="34486"/>
                  </a:lnTo>
                  <a:lnTo>
                    <a:pt x="31526" y="34313"/>
                  </a:lnTo>
                  <a:lnTo>
                    <a:pt x="31625" y="34141"/>
                  </a:lnTo>
                  <a:lnTo>
                    <a:pt x="31674" y="33943"/>
                  </a:lnTo>
                  <a:lnTo>
                    <a:pt x="31723" y="33746"/>
                  </a:lnTo>
                  <a:lnTo>
                    <a:pt x="31748" y="33573"/>
                  </a:lnTo>
                  <a:lnTo>
                    <a:pt x="31773" y="33376"/>
                  </a:lnTo>
                  <a:lnTo>
                    <a:pt x="31748" y="33179"/>
                  </a:lnTo>
                  <a:lnTo>
                    <a:pt x="31723" y="33006"/>
                  </a:lnTo>
                  <a:lnTo>
                    <a:pt x="31674" y="32809"/>
                  </a:lnTo>
                  <a:lnTo>
                    <a:pt x="31600" y="32636"/>
                  </a:lnTo>
                  <a:lnTo>
                    <a:pt x="31526" y="32463"/>
                  </a:lnTo>
                  <a:lnTo>
                    <a:pt x="31427" y="32315"/>
                  </a:lnTo>
                  <a:lnTo>
                    <a:pt x="31304" y="32167"/>
                  </a:lnTo>
                  <a:lnTo>
                    <a:pt x="31156" y="32019"/>
                  </a:lnTo>
                  <a:lnTo>
                    <a:pt x="30983" y="31921"/>
                  </a:lnTo>
                  <a:lnTo>
                    <a:pt x="30811" y="31797"/>
                  </a:lnTo>
                  <a:lnTo>
                    <a:pt x="30539" y="31699"/>
                  </a:lnTo>
                  <a:lnTo>
                    <a:pt x="30243" y="31625"/>
                  </a:lnTo>
                  <a:lnTo>
                    <a:pt x="29947" y="31600"/>
                  </a:lnTo>
                  <a:lnTo>
                    <a:pt x="29602" y="31625"/>
                  </a:lnTo>
                  <a:lnTo>
                    <a:pt x="29281" y="31649"/>
                  </a:lnTo>
                  <a:lnTo>
                    <a:pt x="28936" y="31723"/>
                  </a:lnTo>
                  <a:lnTo>
                    <a:pt x="28590" y="31847"/>
                  </a:lnTo>
                  <a:lnTo>
                    <a:pt x="28245" y="31970"/>
                  </a:lnTo>
                  <a:lnTo>
                    <a:pt x="27900" y="32118"/>
                  </a:lnTo>
                  <a:lnTo>
                    <a:pt x="27554" y="32266"/>
                  </a:lnTo>
                  <a:lnTo>
                    <a:pt x="27234" y="32439"/>
                  </a:lnTo>
                  <a:lnTo>
                    <a:pt x="26938" y="32636"/>
                  </a:lnTo>
                  <a:lnTo>
                    <a:pt x="26642" y="32809"/>
                  </a:lnTo>
                  <a:lnTo>
                    <a:pt x="26395" y="33006"/>
                  </a:lnTo>
                  <a:lnTo>
                    <a:pt x="26148" y="33203"/>
                  </a:lnTo>
                  <a:lnTo>
                    <a:pt x="25951" y="33401"/>
                  </a:lnTo>
                  <a:lnTo>
                    <a:pt x="25532" y="33894"/>
                  </a:lnTo>
                  <a:lnTo>
                    <a:pt x="24915" y="34683"/>
                  </a:lnTo>
                  <a:lnTo>
                    <a:pt x="25038" y="33894"/>
                  </a:lnTo>
                  <a:lnTo>
                    <a:pt x="25162" y="33080"/>
                  </a:lnTo>
                  <a:lnTo>
                    <a:pt x="25408" y="30761"/>
                  </a:lnTo>
                  <a:lnTo>
                    <a:pt x="25655" y="28393"/>
                  </a:lnTo>
                  <a:lnTo>
                    <a:pt x="25803" y="26962"/>
                  </a:lnTo>
                  <a:lnTo>
                    <a:pt x="26296" y="27135"/>
                  </a:lnTo>
                  <a:lnTo>
                    <a:pt x="26765" y="27283"/>
                  </a:lnTo>
                  <a:lnTo>
                    <a:pt x="27308" y="27456"/>
                  </a:lnTo>
                  <a:lnTo>
                    <a:pt x="27900" y="27604"/>
                  </a:lnTo>
                  <a:lnTo>
                    <a:pt x="28492" y="27752"/>
                  </a:lnTo>
                  <a:lnTo>
                    <a:pt x="29059" y="27826"/>
                  </a:lnTo>
                  <a:lnTo>
                    <a:pt x="29306" y="27850"/>
                  </a:lnTo>
                  <a:lnTo>
                    <a:pt x="29553" y="27826"/>
                  </a:lnTo>
                  <a:lnTo>
                    <a:pt x="29947" y="27801"/>
                  </a:lnTo>
                  <a:lnTo>
                    <a:pt x="30367" y="27727"/>
                  </a:lnTo>
                  <a:lnTo>
                    <a:pt x="30761" y="27604"/>
                  </a:lnTo>
                  <a:lnTo>
                    <a:pt x="31181" y="27456"/>
                  </a:lnTo>
                  <a:lnTo>
                    <a:pt x="31575" y="27283"/>
                  </a:lnTo>
                  <a:lnTo>
                    <a:pt x="31921" y="27061"/>
                  </a:lnTo>
                  <a:lnTo>
                    <a:pt x="32093" y="26913"/>
                  </a:lnTo>
                  <a:lnTo>
                    <a:pt x="32241" y="26790"/>
                  </a:lnTo>
                  <a:lnTo>
                    <a:pt x="32365" y="26617"/>
                  </a:lnTo>
                  <a:lnTo>
                    <a:pt x="32488" y="26469"/>
                  </a:lnTo>
                  <a:lnTo>
                    <a:pt x="32587" y="26296"/>
                  </a:lnTo>
                  <a:lnTo>
                    <a:pt x="32661" y="26099"/>
                  </a:lnTo>
                  <a:lnTo>
                    <a:pt x="32735" y="25926"/>
                  </a:lnTo>
                  <a:lnTo>
                    <a:pt x="32784" y="25729"/>
                  </a:lnTo>
                  <a:lnTo>
                    <a:pt x="32809" y="25532"/>
                  </a:lnTo>
                  <a:lnTo>
                    <a:pt x="32809" y="25359"/>
                  </a:lnTo>
                  <a:lnTo>
                    <a:pt x="32809" y="25162"/>
                  </a:lnTo>
                  <a:lnTo>
                    <a:pt x="32784" y="24964"/>
                  </a:lnTo>
                  <a:lnTo>
                    <a:pt x="32735" y="24792"/>
                  </a:lnTo>
                  <a:lnTo>
                    <a:pt x="32661" y="24619"/>
                  </a:lnTo>
                  <a:lnTo>
                    <a:pt x="32562" y="24446"/>
                  </a:lnTo>
                  <a:lnTo>
                    <a:pt x="32463" y="24298"/>
                  </a:lnTo>
                  <a:lnTo>
                    <a:pt x="32340" y="24150"/>
                  </a:lnTo>
                  <a:lnTo>
                    <a:pt x="32217" y="24002"/>
                  </a:lnTo>
                  <a:lnTo>
                    <a:pt x="32044" y="23879"/>
                  </a:lnTo>
                  <a:lnTo>
                    <a:pt x="31871" y="23780"/>
                  </a:lnTo>
                  <a:lnTo>
                    <a:pt x="31600" y="23657"/>
                  </a:lnTo>
                  <a:lnTo>
                    <a:pt x="31304" y="23608"/>
                  </a:lnTo>
                  <a:lnTo>
                    <a:pt x="30983" y="23583"/>
                  </a:lnTo>
                  <a:lnTo>
                    <a:pt x="30663" y="23583"/>
                  </a:lnTo>
                  <a:lnTo>
                    <a:pt x="30317" y="23632"/>
                  </a:lnTo>
                  <a:lnTo>
                    <a:pt x="29972" y="23706"/>
                  </a:lnTo>
                  <a:lnTo>
                    <a:pt x="29627" y="23805"/>
                  </a:lnTo>
                  <a:lnTo>
                    <a:pt x="29281" y="23928"/>
                  </a:lnTo>
                  <a:lnTo>
                    <a:pt x="28936" y="24076"/>
                  </a:lnTo>
                  <a:lnTo>
                    <a:pt x="28615" y="24249"/>
                  </a:lnTo>
                  <a:lnTo>
                    <a:pt x="28294" y="24422"/>
                  </a:lnTo>
                  <a:lnTo>
                    <a:pt x="27974" y="24594"/>
                  </a:lnTo>
                  <a:lnTo>
                    <a:pt x="27702" y="24792"/>
                  </a:lnTo>
                  <a:lnTo>
                    <a:pt x="27431" y="24989"/>
                  </a:lnTo>
                  <a:lnTo>
                    <a:pt x="27209" y="25186"/>
                  </a:lnTo>
                  <a:lnTo>
                    <a:pt x="27012" y="25359"/>
                  </a:lnTo>
                  <a:lnTo>
                    <a:pt x="26469" y="26025"/>
                  </a:lnTo>
                  <a:lnTo>
                    <a:pt x="25803" y="26864"/>
                  </a:lnTo>
                  <a:lnTo>
                    <a:pt x="25803" y="26864"/>
                  </a:lnTo>
                  <a:lnTo>
                    <a:pt x="25976" y="25285"/>
                  </a:lnTo>
                  <a:lnTo>
                    <a:pt x="26198" y="23731"/>
                  </a:lnTo>
                  <a:lnTo>
                    <a:pt x="26370" y="22670"/>
                  </a:lnTo>
                  <a:lnTo>
                    <a:pt x="26592" y="21634"/>
                  </a:lnTo>
                  <a:lnTo>
                    <a:pt x="26839" y="20623"/>
                  </a:lnTo>
                  <a:lnTo>
                    <a:pt x="27110" y="19611"/>
                  </a:lnTo>
                  <a:lnTo>
                    <a:pt x="27554" y="19784"/>
                  </a:lnTo>
                  <a:lnTo>
                    <a:pt x="28023" y="19932"/>
                  </a:lnTo>
                  <a:lnTo>
                    <a:pt x="28566" y="20105"/>
                  </a:lnTo>
                  <a:lnTo>
                    <a:pt x="29182" y="20253"/>
                  </a:lnTo>
                  <a:lnTo>
                    <a:pt x="29775" y="20401"/>
                  </a:lnTo>
                  <a:lnTo>
                    <a:pt x="30367" y="20475"/>
                  </a:lnTo>
                  <a:lnTo>
                    <a:pt x="30638" y="20500"/>
                  </a:lnTo>
                  <a:lnTo>
                    <a:pt x="30860" y="20500"/>
                  </a:lnTo>
                  <a:lnTo>
                    <a:pt x="31279" y="20450"/>
                  </a:lnTo>
                  <a:lnTo>
                    <a:pt x="31674" y="20376"/>
                  </a:lnTo>
                  <a:lnTo>
                    <a:pt x="32093" y="20278"/>
                  </a:lnTo>
                  <a:lnTo>
                    <a:pt x="32513" y="20130"/>
                  </a:lnTo>
                  <a:lnTo>
                    <a:pt x="32883" y="19932"/>
                  </a:lnTo>
                  <a:lnTo>
                    <a:pt x="33253" y="19710"/>
                  </a:lnTo>
                  <a:lnTo>
                    <a:pt x="33401" y="19587"/>
                  </a:lnTo>
                  <a:lnTo>
                    <a:pt x="33549" y="19439"/>
                  </a:lnTo>
                  <a:lnTo>
                    <a:pt x="33697" y="19291"/>
                  </a:lnTo>
                  <a:lnTo>
                    <a:pt x="33820" y="19118"/>
                  </a:lnTo>
                  <a:lnTo>
                    <a:pt x="33919" y="18945"/>
                  </a:lnTo>
                  <a:lnTo>
                    <a:pt x="33993" y="18773"/>
                  </a:lnTo>
                  <a:lnTo>
                    <a:pt x="34067" y="18575"/>
                  </a:lnTo>
                  <a:lnTo>
                    <a:pt x="34091" y="18378"/>
                  </a:lnTo>
                  <a:lnTo>
                    <a:pt x="34141" y="18205"/>
                  </a:lnTo>
                  <a:lnTo>
                    <a:pt x="34141" y="18008"/>
                  </a:lnTo>
                  <a:lnTo>
                    <a:pt x="34116" y="17811"/>
                  </a:lnTo>
                  <a:lnTo>
                    <a:pt x="34091" y="17638"/>
                  </a:lnTo>
                  <a:lnTo>
                    <a:pt x="34042" y="17441"/>
                  </a:lnTo>
                  <a:lnTo>
                    <a:pt x="33993" y="17268"/>
                  </a:lnTo>
                  <a:lnTo>
                    <a:pt x="33894" y="17095"/>
                  </a:lnTo>
                  <a:lnTo>
                    <a:pt x="33795" y="16947"/>
                  </a:lnTo>
                  <a:lnTo>
                    <a:pt x="33672" y="16799"/>
                  </a:lnTo>
                  <a:lnTo>
                    <a:pt x="33524" y="16676"/>
                  </a:lnTo>
                  <a:lnTo>
                    <a:pt x="33376" y="16553"/>
                  </a:lnTo>
                  <a:lnTo>
                    <a:pt x="33179" y="16429"/>
                  </a:lnTo>
                  <a:lnTo>
                    <a:pt x="32907" y="16331"/>
                  </a:lnTo>
                  <a:lnTo>
                    <a:pt x="32611" y="16257"/>
                  </a:lnTo>
                  <a:lnTo>
                    <a:pt x="32315" y="16232"/>
                  </a:lnTo>
                  <a:lnTo>
                    <a:pt x="31995" y="16257"/>
                  </a:lnTo>
                  <a:lnTo>
                    <a:pt x="31649" y="16281"/>
                  </a:lnTo>
                  <a:lnTo>
                    <a:pt x="31304" y="16355"/>
                  </a:lnTo>
                  <a:lnTo>
                    <a:pt x="30959" y="16479"/>
                  </a:lnTo>
                  <a:lnTo>
                    <a:pt x="30613" y="16602"/>
                  </a:lnTo>
                  <a:lnTo>
                    <a:pt x="30268" y="16750"/>
                  </a:lnTo>
                  <a:lnTo>
                    <a:pt x="29923" y="16898"/>
                  </a:lnTo>
                  <a:lnTo>
                    <a:pt x="29602" y="17071"/>
                  </a:lnTo>
                  <a:lnTo>
                    <a:pt x="29306" y="17268"/>
                  </a:lnTo>
                  <a:lnTo>
                    <a:pt x="29034" y="17441"/>
                  </a:lnTo>
                  <a:lnTo>
                    <a:pt x="28763" y="17638"/>
                  </a:lnTo>
                  <a:lnTo>
                    <a:pt x="28516" y="17835"/>
                  </a:lnTo>
                  <a:lnTo>
                    <a:pt x="28319" y="18033"/>
                  </a:lnTo>
                  <a:lnTo>
                    <a:pt x="27752" y="18723"/>
                  </a:lnTo>
                  <a:lnTo>
                    <a:pt x="27110" y="19562"/>
                  </a:lnTo>
                  <a:lnTo>
                    <a:pt x="27184" y="19315"/>
                  </a:lnTo>
                  <a:lnTo>
                    <a:pt x="27357" y="18797"/>
                  </a:lnTo>
                  <a:lnTo>
                    <a:pt x="27530" y="18279"/>
                  </a:lnTo>
                  <a:lnTo>
                    <a:pt x="27924" y="17293"/>
                  </a:lnTo>
                  <a:lnTo>
                    <a:pt x="28368" y="16331"/>
                  </a:lnTo>
                  <a:lnTo>
                    <a:pt x="28812" y="15418"/>
                  </a:lnTo>
                  <a:lnTo>
                    <a:pt x="29084" y="14900"/>
                  </a:lnTo>
                  <a:lnTo>
                    <a:pt x="29355" y="14407"/>
                  </a:lnTo>
                  <a:lnTo>
                    <a:pt x="29923" y="13445"/>
                  </a:lnTo>
                  <a:lnTo>
                    <a:pt x="30515" y="13741"/>
                  </a:lnTo>
                  <a:lnTo>
                    <a:pt x="30959" y="13938"/>
                  </a:lnTo>
                  <a:lnTo>
                    <a:pt x="31477" y="14160"/>
                  </a:lnTo>
                  <a:lnTo>
                    <a:pt x="31995" y="14357"/>
                  </a:lnTo>
                  <a:lnTo>
                    <a:pt x="32537" y="14530"/>
                  </a:lnTo>
                  <a:lnTo>
                    <a:pt x="33055" y="14653"/>
                  </a:lnTo>
                  <a:lnTo>
                    <a:pt x="33277" y="14678"/>
                  </a:lnTo>
                  <a:lnTo>
                    <a:pt x="33499" y="14703"/>
                  </a:lnTo>
                  <a:lnTo>
                    <a:pt x="33894" y="14703"/>
                  </a:lnTo>
                  <a:lnTo>
                    <a:pt x="34313" y="14678"/>
                  </a:lnTo>
                  <a:lnTo>
                    <a:pt x="34733" y="14629"/>
                  </a:lnTo>
                  <a:lnTo>
                    <a:pt x="35152" y="14530"/>
                  </a:lnTo>
                  <a:lnTo>
                    <a:pt x="35571" y="14382"/>
                  </a:lnTo>
                  <a:lnTo>
                    <a:pt x="35941" y="14185"/>
                  </a:lnTo>
                  <a:lnTo>
                    <a:pt x="36114" y="14086"/>
                  </a:lnTo>
                  <a:lnTo>
                    <a:pt x="36287" y="13963"/>
                  </a:lnTo>
                  <a:lnTo>
                    <a:pt x="36435" y="13815"/>
                  </a:lnTo>
                  <a:lnTo>
                    <a:pt x="36583" y="13667"/>
                  </a:lnTo>
                  <a:lnTo>
                    <a:pt x="36681" y="13494"/>
                  </a:lnTo>
                  <a:lnTo>
                    <a:pt x="36805" y="13321"/>
                  </a:lnTo>
                  <a:lnTo>
                    <a:pt x="36879" y="13149"/>
                  </a:lnTo>
                  <a:lnTo>
                    <a:pt x="36953" y="12976"/>
                  </a:lnTo>
                  <a:lnTo>
                    <a:pt x="36977" y="12779"/>
                  </a:lnTo>
                  <a:lnTo>
                    <a:pt x="37027" y="12606"/>
                  </a:lnTo>
                  <a:lnTo>
                    <a:pt x="37027" y="12409"/>
                  </a:lnTo>
                  <a:lnTo>
                    <a:pt x="37027" y="12211"/>
                  </a:lnTo>
                  <a:lnTo>
                    <a:pt x="37002" y="12039"/>
                  </a:lnTo>
                  <a:lnTo>
                    <a:pt x="36953" y="11841"/>
                  </a:lnTo>
                  <a:lnTo>
                    <a:pt x="36879" y="11669"/>
                  </a:lnTo>
                  <a:lnTo>
                    <a:pt x="36780" y="11496"/>
                  </a:lnTo>
                  <a:lnTo>
                    <a:pt x="36681" y="11348"/>
                  </a:lnTo>
                  <a:lnTo>
                    <a:pt x="36558" y="11200"/>
                  </a:lnTo>
                  <a:lnTo>
                    <a:pt x="36410" y="11052"/>
                  </a:lnTo>
                  <a:lnTo>
                    <a:pt x="36237" y="10929"/>
                  </a:lnTo>
                  <a:lnTo>
                    <a:pt x="35991" y="10781"/>
                  </a:lnTo>
                  <a:lnTo>
                    <a:pt x="35695" y="10682"/>
                  </a:lnTo>
                  <a:lnTo>
                    <a:pt x="35399" y="10633"/>
                  </a:lnTo>
                  <a:lnTo>
                    <a:pt x="35078" y="10608"/>
                  </a:lnTo>
                  <a:lnTo>
                    <a:pt x="34733" y="10608"/>
                  </a:lnTo>
                  <a:lnTo>
                    <a:pt x="34387" y="10657"/>
                  </a:lnTo>
                  <a:lnTo>
                    <a:pt x="34017" y="10707"/>
                  </a:lnTo>
                  <a:lnTo>
                    <a:pt x="33672" y="10805"/>
                  </a:lnTo>
                  <a:lnTo>
                    <a:pt x="33302" y="10904"/>
                  </a:lnTo>
                  <a:lnTo>
                    <a:pt x="32957" y="11027"/>
                  </a:lnTo>
                  <a:lnTo>
                    <a:pt x="32611" y="11175"/>
                  </a:lnTo>
                  <a:lnTo>
                    <a:pt x="32291" y="11323"/>
                  </a:lnTo>
                  <a:lnTo>
                    <a:pt x="31995" y="11471"/>
                  </a:lnTo>
                  <a:lnTo>
                    <a:pt x="31723" y="11644"/>
                  </a:lnTo>
                  <a:lnTo>
                    <a:pt x="31452" y="11817"/>
                  </a:lnTo>
                  <a:lnTo>
                    <a:pt x="31230" y="11965"/>
                  </a:lnTo>
                  <a:lnTo>
                    <a:pt x="30243" y="12976"/>
                  </a:lnTo>
                  <a:lnTo>
                    <a:pt x="30761" y="12137"/>
                  </a:lnTo>
                  <a:lnTo>
                    <a:pt x="31255" y="11422"/>
                  </a:lnTo>
                  <a:lnTo>
                    <a:pt x="31748" y="10756"/>
                  </a:lnTo>
                  <a:lnTo>
                    <a:pt x="32661" y="9547"/>
                  </a:lnTo>
                  <a:lnTo>
                    <a:pt x="33623" y="8388"/>
                  </a:lnTo>
                  <a:lnTo>
                    <a:pt x="34289" y="8363"/>
                  </a:lnTo>
                  <a:lnTo>
                    <a:pt x="34782" y="8338"/>
                  </a:lnTo>
                  <a:lnTo>
                    <a:pt x="35325" y="8289"/>
                  </a:lnTo>
                  <a:lnTo>
                    <a:pt x="35892" y="8215"/>
                  </a:lnTo>
                  <a:lnTo>
                    <a:pt x="36435" y="8116"/>
                  </a:lnTo>
                  <a:lnTo>
                    <a:pt x="36928" y="7993"/>
                  </a:lnTo>
                  <a:lnTo>
                    <a:pt x="37150" y="7944"/>
                  </a:lnTo>
                  <a:lnTo>
                    <a:pt x="37347" y="7845"/>
                  </a:lnTo>
                  <a:lnTo>
                    <a:pt x="37693" y="7672"/>
                  </a:lnTo>
                  <a:lnTo>
                    <a:pt x="38063" y="7450"/>
                  </a:lnTo>
                  <a:lnTo>
                    <a:pt x="38408" y="7204"/>
                  </a:lnTo>
                  <a:lnTo>
                    <a:pt x="38729" y="6908"/>
                  </a:lnTo>
                  <a:lnTo>
                    <a:pt x="39025" y="6612"/>
                  </a:lnTo>
                  <a:lnTo>
                    <a:pt x="39271" y="6266"/>
                  </a:lnTo>
                  <a:lnTo>
                    <a:pt x="39370" y="6094"/>
                  </a:lnTo>
                  <a:lnTo>
                    <a:pt x="39469" y="5896"/>
                  </a:lnTo>
                  <a:lnTo>
                    <a:pt x="39543" y="5699"/>
                  </a:lnTo>
                  <a:lnTo>
                    <a:pt x="39592" y="5502"/>
                  </a:lnTo>
                  <a:lnTo>
                    <a:pt x="39617" y="5304"/>
                  </a:lnTo>
                  <a:lnTo>
                    <a:pt x="39641" y="5107"/>
                  </a:lnTo>
                  <a:lnTo>
                    <a:pt x="39617" y="4910"/>
                  </a:lnTo>
                  <a:lnTo>
                    <a:pt x="39592" y="4712"/>
                  </a:lnTo>
                  <a:lnTo>
                    <a:pt x="39567" y="4540"/>
                  </a:lnTo>
                  <a:lnTo>
                    <a:pt x="39493" y="4342"/>
                  </a:lnTo>
                  <a:lnTo>
                    <a:pt x="39419" y="4170"/>
                  </a:lnTo>
                  <a:lnTo>
                    <a:pt x="39321" y="4022"/>
                  </a:lnTo>
                  <a:lnTo>
                    <a:pt x="39222" y="3874"/>
                  </a:lnTo>
                  <a:lnTo>
                    <a:pt x="39074" y="3726"/>
                  </a:lnTo>
                  <a:lnTo>
                    <a:pt x="38951" y="3602"/>
                  </a:lnTo>
                  <a:lnTo>
                    <a:pt x="38803" y="3479"/>
                  </a:lnTo>
                  <a:lnTo>
                    <a:pt x="38630" y="3380"/>
                  </a:lnTo>
                  <a:lnTo>
                    <a:pt x="38433" y="3306"/>
                  </a:lnTo>
                  <a:lnTo>
                    <a:pt x="38260" y="3257"/>
                  </a:lnTo>
                  <a:lnTo>
                    <a:pt x="38038" y="3232"/>
                  </a:lnTo>
                  <a:lnTo>
                    <a:pt x="37742" y="3232"/>
                  </a:lnTo>
                  <a:lnTo>
                    <a:pt x="37446" y="3257"/>
                  </a:lnTo>
                  <a:lnTo>
                    <a:pt x="37150" y="3356"/>
                  </a:lnTo>
                  <a:lnTo>
                    <a:pt x="36854" y="3479"/>
                  </a:lnTo>
                  <a:lnTo>
                    <a:pt x="36558" y="3652"/>
                  </a:lnTo>
                  <a:lnTo>
                    <a:pt x="36262" y="3849"/>
                  </a:lnTo>
                  <a:lnTo>
                    <a:pt x="35966" y="4071"/>
                  </a:lnTo>
                  <a:lnTo>
                    <a:pt x="35695" y="4293"/>
                  </a:lnTo>
                  <a:lnTo>
                    <a:pt x="35423" y="4564"/>
                  </a:lnTo>
                  <a:lnTo>
                    <a:pt x="35177" y="4836"/>
                  </a:lnTo>
                  <a:lnTo>
                    <a:pt x="34930" y="5107"/>
                  </a:lnTo>
                  <a:lnTo>
                    <a:pt x="34733" y="5403"/>
                  </a:lnTo>
                  <a:lnTo>
                    <a:pt x="34535" y="5674"/>
                  </a:lnTo>
                  <a:lnTo>
                    <a:pt x="34338" y="5946"/>
                  </a:lnTo>
                  <a:lnTo>
                    <a:pt x="34190" y="6217"/>
                  </a:lnTo>
                  <a:lnTo>
                    <a:pt x="34091" y="6464"/>
                  </a:lnTo>
                  <a:lnTo>
                    <a:pt x="33746" y="7475"/>
                  </a:lnTo>
                  <a:lnTo>
                    <a:pt x="33573" y="8092"/>
                  </a:lnTo>
                  <a:lnTo>
                    <a:pt x="33499" y="8388"/>
                  </a:lnTo>
                  <a:lnTo>
                    <a:pt x="33524" y="8388"/>
                  </a:lnTo>
                  <a:lnTo>
                    <a:pt x="32587" y="9473"/>
                  </a:lnTo>
                  <a:lnTo>
                    <a:pt x="31625" y="10682"/>
                  </a:lnTo>
                  <a:lnTo>
                    <a:pt x="31131" y="11348"/>
                  </a:lnTo>
                  <a:lnTo>
                    <a:pt x="30613" y="12039"/>
                  </a:lnTo>
                  <a:lnTo>
                    <a:pt x="30120" y="12803"/>
                  </a:lnTo>
                  <a:lnTo>
                    <a:pt x="29602" y="13593"/>
                  </a:lnTo>
                  <a:lnTo>
                    <a:pt x="29084" y="14407"/>
                  </a:lnTo>
                  <a:lnTo>
                    <a:pt x="28590" y="15295"/>
                  </a:lnTo>
                  <a:lnTo>
                    <a:pt x="28097" y="16207"/>
                  </a:lnTo>
                  <a:lnTo>
                    <a:pt x="27653" y="17169"/>
                  </a:lnTo>
                  <a:lnTo>
                    <a:pt x="27234" y="18156"/>
                  </a:lnTo>
                  <a:lnTo>
                    <a:pt x="27036" y="18674"/>
                  </a:lnTo>
                  <a:lnTo>
                    <a:pt x="26839" y="19217"/>
                  </a:lnTo>
                  <a:lnTo>
                    <a:pt x="26839" y="18205"/>
                  </a:lnTo>
                  <a:lnTo>
                    <a:pt x="26814" y="17416"/>
                  </a:lnTo>
                  <a:lnTo>
                    <a:pt x="26765" y="17145"/>
                  </a:lnTo>
                  <a:lnTo>
                    <a:pt x="26691" y="16849"/>
                  </a:lnTo>
                  <a:lnTo>
                    <a:pt x="26617" y="16553"/>
                  </a:lnTo>
                  <a:lnTo>
                    <a:pt x="26494" y="16207"/>
                  </a:lnTo>
                  <a:lnTo>
                    <a:pt x="26370" y="15887"/>
                  </a:lnTo>
                  <a:lnTo>
                    <a:pt x="26222" y="15541"/>
                  </a:lnTo>
                  <a:lnTo>
                    <a:pt x="26050" y="15221"/>
                  </a:lnTo>
                  <a:lnTo>
                    <a:pt x="25877" y="14900"/>
                  </a:lnTo>
                  <a:lnTo>
                    <a:pt x="25680" y="14579"/>
                  </a:lnTo>
                  <a:lnTo>
                    <a:pt x="25482" y="14283"/>
                  </a:lnTo>
                  <a:lnTo>
                    <a:pt x="25236" y="14012"/>
                  </a:lnTo>
                  <a:lnTo>
                    <a:pt x="25014" y="13765"/>
                  </a:lnTo>
                  <a:lnTo>
                    <a:pt x="24742" y="13568"/>
                  </a:lnTo>
                  <a:lnTo>
                    <a:pt x="24496" y="13395"/>
                  </a:lnTo>
                  <a:lnTo>
                    <a:pt x="24224" y="13272"/>
                  </a:lnTo>
                  <a:lnTo>
                    <a:pt x="23928" y="13198"/>
                  </a:lnTo>
                  <a:lnTo>
                    <a:pt x="23731" y="13173"/>
                  </a:lnTo>
                  <a:lnTo>
                    <a:pt x="23534" y="13149"/>
                  </a:lnTo>
                  <a:lnTo>
                    <a:pt x="23336" y="13173"/>
                  </a:lnTo>
                  <a:lnTo>
                    <a:pt x="23139" y="13223"/>
                  </a:lnTo>
                  <a:lnTo>
                    <a:pt x="22966" y="13272"/>
                  </a:lnTo>
                  <a:lnTo>
                    <a:pt x="22794" y="13371"/>
                  </a:lnTo>
                  <a:lnTo>
                    <a:pt x="22646" y="13469"/>
                  </a:lnTo>
                  <a:lnTo>
                    <a:pt x="22473" y="13568"/>
                  </a:lnTo>
                  <a:lnTo>
                    <a:pt x="22350" y="13716"/>
                  </a:lnTo>
                  <a:lnTo>
                    <a:pt x="22226" y="13839"/>
                  </a:lnTo>
                  <a:lnTo>
                    <a:pt x="22103" y="14012"/>
                  </a:lnTo>
                  <a:lnTo>
                    <a:pt x="22004" y="14185"/>
                  </a:lnTo>
                  <a:lnTo>
                    <a:pt x="21930" y="14357"/>
                  </a:lnTo>
                  <a:lnTo>
                    <a:pt x="21881" y="14530"/>
                  </a:lnTo>
                  <a:lnTo>
                    <a:pt x="21832" y="14727"/>
                  </a:lnTo>
                  <a:lnTo>
                    <a:pt x="21807" y="14925"/>
                  </a:lnTo>
                  <a:lnTo>
                    <a:pt x="21782" y="15122"/>
                  </a:lnTo>
                  <a:lnTo>
                    <a:pt x="21807" y="15344"/>
                  </a:lnTo>
                  <a:lnTo>
                    <a:pt x="21832" y="15541"/>
                  </a:lnTo>
                  <a:lnTo>
                    <a:pt x="21881" y="15739"/>
                  </a:lnTo>
                  <a:lnTo>
                    <a:pt x="22029" y="16133"/>
                  </a:lnTo>
                  <a:lnTo>
                    <a:pt x="22226" y="16528"/>
                  </a:lnTo>
                  <a:lnTo>
                    <a:pt x="22448" y="16898"/>
                  </a:lnTo>
                  <a:lnTo>
                    <a:pt x="22720" y="17219"/>
                  </a:lnTo>
                  <a:lnTo>
                    <a:pt x="22991" y="17539"/>
                  </a:lnTo>
                  <a:lnTo>
                    <a:pt x="23287" y="17811"/>
                  </a:lnTo>
                  <a:lnTo>
                    <a:pt x="23460" y="17959"/>
                  </a:lnTo>
                  <a:lnTo>
                    <a:pt x="23682" y="18107"/>
                  </a:lnTo>
                  <a:lnTo>
                    <a:pt x="24175" y="18403"/>
                  </a:lnTo>
                  <a:lnTo>
                    <a:pt x="24718" y="18649"/>
                  </a:lnTo>
                  <a:lnTo>
                    <a:pt x="25285" y="18896"/>
                  </a:lnTo>
                  <a:lnTo>
                    <a:pt x="25828" y="19093"/>
                  </a:lnTo>
                  <a:lnTo>
                    <a:pt x="26272" y="19266"/>
                  </a:lnTo>
                  <a:lnTo>
                    <a:pt x="26790" y="19414"/>
                  </a:lnTo>
                  <a:lnTo>
                    <a:pt x="26469" y="20450"/>
                  </a:lnTo>
                  <a:lnTo>
                    <a:pt x="26198" y="21511"/>
                  </a:lnTo>
                  <a:lnTo>
                    <a:pt x="25976" y="22572"/>
                  </a:lnTo>
                  <a:lnTo>
                    <a:pt x="25754" y="23657"/>
                  </a:lnTo>
                  <a:lnTo>
                    <a:pt x="25556" y="24915"/>
                  </a:lnTo>
                  <a:lnTo>
                    <a:pt x="25384" y="26198"/>
                  </a:lnTo>
                  <a:lnTo>
                    <a:pt x="25359" y="25384"/>
                  </a:lnTo>
                  <a:lnTo>
                    <a:pt x="25310" y="25112"/>
                  </a:lnTo>
                  <a:lnTo>
                    <a:pt x="25236" y="24816"/>
                  </a:lnTo>
                  <a:lnTo>
                    <a:pt x="25162" y="24520"/>
                  </a:lnTo>
                  <a:lnTo>
                    <a:pt x="25038" y="24200"/>
                  </a:lnTo>
                  <a:lnTo>
                    <a:pt x="24915" y="23854"/>
                  </a:lnTo>
                  <a:lnTo>
                    <a:pt x="24767" y="23534"/>
                  </a:lnTo>
                  <a:lnTo>
                    <a:pt x="24594" y="23188"/>
                  </a:lnTo>
                  <a:lnTo>
                    <a:pt x="24422" y="22868"/>
                  </a:lnTo>
                  <a:lnTo>
                    <a:pt x="24224" y="22547"/>
                  </a:lnTo>
                  <a:lnTo>
                    <a:pt x="24002" y="22251"/>
                  </a:lnTo>
                  <a:lnTo>
                    <a:pt x="23780" y="21980"/>
                  </a:lnTo>
                  <a:lnTo>
                    <a:pt x="23558" y="21758"/>
                  </a:lnTo>
                  <a:lnTo>
                    <a:pt x="23287" y="21536"/>
                  </a:lnTo>
                  <a:lnTo>
                    <a:pt x="23040" y="21363"/>
                  </a:lnTo>
                  <a:lnTo>
                    <a:pt x="22769" y="21240"/>
                  </a:lnTo>
                  <a:lnTo>
                    <a:pt x="22473" y="21166"/>
                  </a:lnTo>
                  <a:lnTo>
                    <a:pt x="22276" y="21141"/>
                  </a:lnTo>
                  <a:lnTo>
                    <a:pt x="22078" y="21141"/>
                  </a:lnTo>
                  <a:lnTo>
                    <a:pt x="21881" y="21166"/>
                  </a:lnTo>
                  <a:lnTo>
                    <a:pt x="21684" y="21190"/>
                  </a:lnTo>
                  <a:lnTo>
                    <a:pt x="21511" y="21264"/>
                  </a:lnTo>
                  <a:lnTo>
                    <a:pt x="21338" y="21338"/>
                  </a:lnTo>
                  <a:lnTo>
                    <a:pt x="21190" y="21437"/>
                  </a:lnTo>
                  <a:lnTo>
                    <a:pt x="21018" y="21560"/>
                  </a:lnTo>
                  <a:lnTo>
                    <a:pt x="20894" y="21684"/>
                  </a:lnTo>
                  <a:lnTo>
                    <a:pt x="20771" y="21832"/>
                  </a:lnTo>
                  <a:lnTo>
                    <a:pt x="20648" y="21980"/>
                  </a:lnTo>
                  <a:lnTo>
                    <a:pt x="20549" y="22152"/>
                  </a:lnTo>
                  <a:lnTo>
                    <a:pt x="20475" y="22325"/>
                  </a:lnTo>
                  <a:lnTo>
                    <a:pt x="20426" y="22498"/>
                  </a:lnTo>
                  <a:lnTo>
                    <a:pt x="20376" y="22695"/>
                  </a:lnTo>
                  <a:lnTo>
                    <a:pt x="20352" y="22892"/>
                  </a:lnTo>
                  <a:lnTo>
                    <a:pt x="20327" y="23114"/>
                  </a:lnTo>
                  <a:lnTo>
                    <a:pt x="20352" y="23312"/>
                  </a:lnTo>
                  <a:lnTo>
                    <a:pt x="20376" y="23509"/>
                  </a:lnTo>
                  <a:lnTo>
                    <a:pt x="20426" y="23706"/>
                  </a:lnTo>
                  <a:lnTo>
                    <a:pt x="20574" y="24126"/>
                  </a:lnTo>
                  <a:lnTo>
                    <a:pt x="20771" y="24496"/>
                  </a:lnTo>
                  <a:lnTo>
                    <a:pt x="20993" y="24866"/>
                  </a:lnTo>
                  <a:lnTo>
                    <a:pt x="21264" y="25211"/>
                  </a:lnTo>
                  <a:lnTo>
                    <a:pt x="21536" y="25507"/>
                  </a:lnTo>
                  <a:lnTo>
                    <a:pt x="21832" y="25803"/>
                  </a:lnTo>
                  <a:lnTo>
                    <a:pt x="21980" y="25926"/>
                  </a:lnTo>
                  <a:lnTo>
                    <a:pt x="22177" y="26050"/>
                  </a:lnTo>
                  <a:lnTo>
                    <a:pt x="22621" y="26321"/>
                  </a:lnTo>
                  <a:lnTo>
                    <a:pt x="23114" y="26543"/>
                  </a:lnTo>
                  <a:lnTo>
                    <a:pt x="23608" y="26765"/>
                  </a:lnTo>
                  <a:lnTo>
                    <a:pt x="24126" y="26962"/>
                  </a:lnTo>
                  <a:lnTo>
                    <a:pt x="24570" y="27135"/>
                  </a:lnTo>
                  <a:lnTo>
                    <a:pt x="25236" y="27357"/>
                  </a:lnTo>
                  <a:lnTo>
                    <a:pt x="25112" y="28344"/>
                  </a:lnTo>
                  <a:lnTo>
                    <a:pt x="24816" y="30687"/>
                  </a:lnTo>
                  <a:lnTo>
                    <a:pt x="24520" y="33006"/>
                  </a:lnTo>
                  <a:lnTo>
                    <a:pt x="24372" y="33795"/>
                  </a:lnTo>
                  <a:lnTo>
                    <a:pt x="24249" y="34585"/>
                  </a:lnTo>
                  <a:lnTo>
                    <a:pt x="24224" y="33894"/>
                  </a:lnTo>
                  <a:lnTo>
                    <a:pt x="24175" y="33623"/>
                  </a:lnTo>
                  <a:lnTo>
                    <a:pt x="24101" y="33327"/>
                  </a:lnTo>
                  <a:lnTo>
                    <a:pt x="24027" y="33031"/>
                  </a:lnTo>
                  <a:lnTo>
                    <a:pt x="23904" y="32710"/>
                  </a:lnTo>
                  <a:lnTo>
                    <a:pt x="23780" y="32365"/>
                  </a:lnTo>
                  <a:lnTo>
                    <a:pt x="23632" y="32019"/>
                  </a:lnTo>
                  <a:lnTo>
                    <a:pt x="23484" y="31699"/>
                  </a:lnTo>
                  <a:lnTo>
                    <a:pt x="23287" y="31378"/>
                  </a:lnTo>
                  <a:lnTo>
                    <a:pt x="23090" y="31057"/>
                  </a:lnTo>
                  <a:lnTo>
                    <a:pt x="22892" y="30761"/>
                  </a:lnTo>
                  <a:lnTo>
                    <a:pt x="22670" y="30490"/>
                  </a:lnTo>
                  <a:lnTo>
                    <a:pt x="22424" y="30268"/>
                  </a:lnTo>
                  <a:lnTo>
                    <a:pt x="22177" y="30046"/>
                  </a:lnTo>
                  <a:lnTo>
                    <a:pt x="21906" y="29873"/>
                  </a:lnTo>
                  <a:lnTo>
                    <a:pt x="21634" y="29750"/>
                  </a:lnTo>
                  <a:lnTo>
                    <a:pt x="21338" y="29676"/>
                  </a:lnTo>
                  <a:lnTo>
                    <a:pt x="21141" y="29651"/>
                  </a:lnTo>
                  <a:lnTo>
                    <a:pt x="20746" y="29651"/>
                  </a:lnTo>
                  <a:lnTo>
                    <a:pt x="20549" y="29700"/>
                  </a:lnTo>
                  <a:lnTo>
                    <a:pt x="20376" y="29774"/>
                  </a:lnTo>
                  <a:lnTo>
                    <a:pt x="20204" y="29848"/>
                  </a:lnTo>
                  <a:lnTo>
                    <a:pt x="20056" y="29947"/>
                  </a:lnTo>
                  <a:lnTo>
                    <a:pt x="19908" y="30046"/>
                  </a:lnTo>
                  <a:lnTo>
                    <a:pt x="19760" y="30194"/>
                  </a:lnTo>
                  <a:lnTo>
                    <a:pt x="19636" y="30342"/>
                  </a:lnTo>
                  <a:lnTo>
                    <a:pt x="19538" y="30490"/>
                  </a:lnTo>
                  <a:lnTo>
                    <a:pt x="19439" y="30663"/>
                  </a:lnTo>
                  <a:lnTo>
                    <a:pt x="19340" y="30835"/>
                  </a:lnTo>
                  <a:lnTo>
                    <a:pt x="19291" y="31008"/>
                  </a:lnTo>
                  <a:lnTo>
                    <a:pt x="19242" y="31205"/>
                  </a:lnTo>
                  <a:lnTo>
                    <a:pt x="19217" y="31403"/>
                  </a:lnTo>
                  <a:lnTo>
                    <a:pt x="19217" y="31625"/>
                  </a:lnTo>
                  <a:lnTo>
                    <a:pt x="19217" y="31822"/>
                  </a:lnTo>
                  <a:lnTo>
                    <a:pt x="19242" y="32019"/>
                  </a:lnTo>
                  <a:lnTo>
                    <a:pt x="19291" y="32217"/>
                  </a:lnTo>
                  <a:lnTo>
                    <a:pt x="19439" y="32611"/>
                  </a:lnTo>
                  <a:lnTo>
                    <a:pt x="19636" y="33006"/>
                  </a:lnTo>
                  <a:lnTo>
                    <a:pt x="19858" y="33376"/>
                  </a:lnTo>
                  <a:lnTo>
                    <a:pt x="20130" y="33721"/>
                  </a:lnTo>
                  <a:lnTo>
                    <a:pt x="20401" y="34017"/>
                  </a:lnTo>
                  <a:lnTo>
                    <a:pt x="20697" y="34289"/>
                  </a:lnTo>
                  <a:lnTo>
                    <a:pt x="20845" y="34437"/>
                  </a:lnTo>
                  <a:lnTo>
                    <a:pt x="21042" y="34560"/>
                  </a:lnTo>
                  <a:lnTo>
                    <a:pt x="21437" y="34782"/>
                  </a:lnTo>
                  <a:lnTo>
                    <a:pt x="21906" y="35029"/>
                  </a:lnTo>
                  <a:lnTo>
                    <a:pt x="22399" y="35251"/>
                  </a:lnTo>
                  <a:lnTo>
                    <a:pt x="23312" y="35596"/>
                  </a:lnTo>
                  <a:lnTo>
                    <a:pt x="24002" y="35843"/>
                  </a:lnTo>
                  <a:lnTo>
                    <a:pt x="23830" y="36632"/>
                  </a:lnTo>
                  <a:lnTo>
                    <a:pt x="23632" y="37421"/>
                  </a:lnTo>
                  <a:lnTo>
                    <a:pt x="23509" y="37939"/>
                  </a:lnTo>
                  <a:lnTo>
                    <a:pt x="23336" y="38482"/>
                  </a:lnTo>
                  <a:lnTo>
                    <a:pt x="23016" y="39493"/>
                  </a:lnTo>
                  <a:lnTo>
                    <a:pt x="22646" y="40480"/>
                  </a:lnTo>
                  <a:lnTo>
                    <a:pt x="22300" y="41442"/>
                  </a:lnTo>
                  <a:lnTo>
                    <a:pt x="21782" y="42700"/>
                  </a:lnTo>
                  <a:lnTo>
                    <a:pt x="21930" y="41689"/>
                  </a:lnTo>
                  <a:lnTo>
                    <a:pt x="22029" y="41023"/>
                  </a:lnTo>
                  <a:lnTo>
                    <a:pt x="22004" y="40653"/>
                  </a:lnTo>
                  <a:lnTo>
                    <a:pt x="21980" y="40233"/>
                  </a:lnTo>
                  <a:lnTo>
                    <a:pt x="21906" y="39789"/>
                  </a:lnTo>
                  <a:lnTo>
                    <a:pt x="21807" y="39321"/>
                  </a:lnTo>
                  <a:lnTo>
                    <a:pt x="21659" y="38852"/>
                  </a:lnTo>
                  <a:lnTo>
                    <a:pt x="21486" y="38383"/>
                  </a:lnTo>
                  <a:lnTo>
                    <a:pt x="21289" y="37939"/>
                  </a:lnTo>
                  <a:lnTo>
                    <a:pt x="21067" y="37520"/>
                  </a:lnTo>
                  <a:lnTo>
                    <a:pt x="21067" y="37323"/>
                  </a:lnTo>
                  <a:lnTo>
                    <a:pt x="21042" y="37125"/>
                  </a:lnTo>
                  <a:lnTo>
                    <a:pt x="20993" y="36928"/>
                  </a:lnTo>
                  <a:lnTo>
                    <a:pt x="20944" y="36731"/>
                  </a:lnTo>
                  <a:lnTo>
                    <a:pt x="20845" y="36558"/>
                  </a:lnTo>
                  <a:lnTo>
                    <a:pt x="20771" y="36385"/>
                  </a:lnTo>
                  <a:lnTo>
                    <a:pt x="20648" y="36213"/>
                  </a:lnTo>
                  <a:lnTo>
                    <a:pt x="20524" y="36065"/>
                  </a:lnTo>
                  <a:lnTo>
                    <a:pt x="20401" y="35941"/>
                  </a:lnTo>
                  <a:lnTo>
                    <a:pt x="20253" y="35818"/>
                  </a:lnTo>
                  <a:lnTo>
                    <a:pt x="20080" y="35719"/>
                  </a:lnTo>
                  <a:lnTo>
                    <a:pt x="19932" y="35645"/>
                  </a:lnTo>
                  <a:lnTo>
                    <a:pt x="19760" y="35571"/>
                  </a:lnTo>
                  <a:lnTo>
                    <a:pt x="19562" y="35522"/>
                  </a:lnTo>
                  <a:lnTo>
                    <a:pt x="19365" y="35497"/>
                  </a:lnTo>
                  <a:lnTo>
                    <a:pt x="18970" y="35497"/>
                  </a:lnTo>
                  <a:lnTo>
                    <a:pt x="18773" y="35547"/>
                  </a:lnTo>
                  <a:lnTo>
                    <a:pt x="18501" y="35645"/>
                  </a:lnTo>
                  <a:lnTo>
                    <a:pt x="18230" y="35793"/>
                  </a:lnTo>
                  <a:lnTo>
                    <a:pt x="17983" y="35991"/>
                  </a:lnTo>
                  <a:lnTo>
                    <a:pt x="17761" y="36213"/>
                  </a:lnTo>
                  <a:lnTo>
                    <a:pt x="17539" y="36484"/>
                  </a:lnTo>
                  <a:lnTo>
                    <a:pt x="17317" y="36755"/>
                  </a:lnTo>
                  <a:lnTo>
                    <a:pt x="17145" y="37076"/>
                  </a:lnTo>
                  <a:lnTo>
                    <a:pt x="16972" y="37397"/>
                  </a:lnTo>
                  <a:lnTo>
                    <a:pt x="16824" y="37742"/>
                  </a:lnTo>
                  <a:lnTo>
                    <a:pt x="16676" y="38087"/>
                  </a:lnTo>
                  <a:lnTo>
                    <a:pt x="16553" y="38433"/>
                  </a:lnTo>
                  <a:lnTo>
                    <a:pt x="16454" y="38778"/>
                  </a:lnTo>
                  <a:lnTo>
                    <a:pt x="16380" y="39099"/>
                  </a:lnTo>
                  <a:lnTo>
                    <a:pt x="16306" y="39419"/>
                  </a:lnTo>
                  <a:lnTo>
                    <a:pt x="16257" y="39715"/>
                  </a:lnTo>
                  <a:lnTo>
                    <a:pt x="16232" y="39987"/>
                  </a:lnTo>
                  <a:lnTo>
                    <a:pt x="16331" y="41541"/>
                  </a:lnTo>
                  <a:lnTo>
                    <a:pt x="16331" y="41541"/>
                  </a:lnTo>
                  <a:lnTo>
                    <a:pt x="16109" y="40554"/>
                  </a:lnTo>
                  <a:lnTo>
                    <a:pt x="15862" y="39543"/>
                  </a:lnTo>
                  <a:lnTo>
                    <a:pt x="15566" y="38507"/>
                  </a:lnTo>
                  <a:lnTo>
                    <a:pt x="15270" y="37471"/>
                  </a:lnTo>
                  <a:lnTo>
                    <a:pt x="15097" y="36953"/>
                  </a:lnTo>
                  <a:lnTo>
                    <a:pt x="14900" y="36410"/>
                  </a:lnTo>
                  <a:lnTo>
                    <a:pt x="14431" y="35201"/>
                  </a:lnTo>
                  <a:lnTo>
                    <a:pt x="13889" y="33993"/>
                  </a:lnTo>
                  <a:lnTo>
                    <a:pt x="14579" y="33820"/>
                  </a:lnTo>
                  <a:lnTo>
                    <a:pt x="15048" y="33672"/>
                  </a:lnTo>
                  <a:lnTo>
                    <a:pt x="15541" y="33524"/>
                  </a:lnTo>
                  <a:lnTo>
                    <a:pt x="16059" y="33327"/>
                  </a:lnTo>
                  <a:lnTo>
                    <a:pt x="16577" y="33129"/>
                  </a:lnTo>
                  <a:lnTo>
                    <a:pt x="17021" y="32907"/>
                  </a:lnTo>
                  <a:lnTo>
                    <a:pt x="17219" y="32784"/>
                  </a:lnTo>
                  <a:lnTo>
                    <a:pt x="17367" y="32685"/>
                  </a:lnTo>
                  <a:lnTo>
                    <a:pt x="17687" y="32414"/>
                  </a:lnTo>
                  <a:lnTo>
                    <a:pt x="17983" y="32143"/>
                  </a:lnTo>
                  <a:lnTo>
                    <a:pt x="18279" y="31822"/>
                  </a:lnTo>
                  <a:lnTo>
                    <a:pt x="18551" y="31477"/>
                  </a:lnTo>
                  <a:lnTo>
                    <a:pt x="18748" y="31107"/>
                  </a:lnTo>
                  <a:lnTo>
                    <a:pt x="18921" y="30712"/>
                  </a:lnTo>
                  <a:lnTo>
                    <a:pt x="18995" y="30515"/>
                  </a:lnTo>
                  <a:lnTo>
                    <a:pt x="19044" y="30317"/>
                  </a:lnTo>
                  <a:lnTo>
                    <a:pt x="19069" y="30120"/>
                  </a:lnTo>
                  <a:lnTo>
                    <a:pt x="19069" y="29898"/>
                  </a:lnTo>
                  <a:lnTo>
                    <a:pt x="19069" y="29700"/>
                  </a:lnTo>
                  <a:lnTo>
                    <a:pt x="19044" y="29503"/>
                  </a:lnTo>
                  <a:lnTo>
                    <a:pt x="18995" y="29306"/>
                  </a:lnTo>
                  <a:lnTo>
                    <a:pt x="18921" y="29133"/>
                  </a:lnTo>
                  <a:lnTo>
                    <a:pt x="18822" y="28960"/>
                  </a:lnTo>
                  <a:lnTo>
                    <a:pt x="18724" y="28788"/>
                  </a:lnTo>
                  <a:lnTo>
                    <a:pt x="18625" y="28640"/>
                  </a:lnTo>
                  <a:lnTo>
                    <a:pt x="18501" y="28516"/>
                  </a:lnTo>
                  <a:lnTo>
                    <a:pt x="18353" y="28393"/>
                  </a:lnTo>
                  <a:lnTo>
                    <a:pt x="18205" y="28270"/>
                  </a:lnTo>
                  <a:lnTo>
                    <a:pt x="18033" y="28171"/>
                  </a:lnTo>
                  <a:lnTo>
                    <a:pt x="17860" y="28097"/>
                  </a:lnTo>
                  <a:lnTo>
                    <a:pt x="17687" y="28048"/>
                  </a:lnTo>
                  <a:lnTo>
                    <a:pt x="17490" y="28023"/>
                  </a:lnTo>
                  <a:lnTo>
                    <a:pt x="17293" y="27998"/>
                  </a:lnTo>
                  <a:lnTo>
                    <a:pt x="17071" y="28023"/>
                  </a:lnTo>
                  <a:lnTo>
                    <a:pt x="16799" y="28072"/>
                  </a:lnTo>
                  <a:lnTo>
                    <a:pt x="16503" y="28171"/>
                  </a:lnTo>
                  <a:lnTo>
                    <a:pt x="16232" y="28319"/>
                  </a:lnTo>
                  <a:lnTo>
                    <a:pt x="15961" y="28516"/>
                  </a:lnTo>
                  <a:lnTo>
                    <a:pt x="15714" y="28738"/>
                  </a:lnTo>
                  <a:lnTo>
                    <a:pt x="15467" y="28985"/>
                  </a:lnTo>
                  <a:lnTo>
                    <a:pt x="15221" y="29281"/>
                  </a:lnTo>
                  <a:lnTo>
                    <a:pt x="14999" y="29577"/>
                  </a:lnTo>
                  <a:lnTo>
                    <a:pt x="14801" y="29873"/>
                  </a:lnTo>
                  <a:lnTo>
                    <a:pt x="14629" y="30194"/>
                  </a:lnTo>
                  <a:lnTo>
                    <a:pt x="14456" y="30515"/>
                  </a:lnTo>
                  <a:lnTo>
                    <a:pt x="14283" y="30835"/>
                  </a:lnTo>
                  <a:lnTo>
                    <a:pt x="14160" y="31156"/>
                  </a:lnTo>
                  <a:lnTo>
                    <a:pt x="14061" y="31452"/>
                  </a:lnTo>
                  <a:lnTo>
                    <a:pt x="13963" y="31748"/>
                  </a:lnTo>
                  <a:lnTo>
                    <a:pt x="13889" y="32019"/>
                  </a:lnTo>
                  <a:lnTo>
                    <a:pt x="13839" y="32661"/>
                  </a:lnTo>
                  <a:lnTo>
                    <a:pt x="13741" y="33647"/>
                  </a:lnTo>
                  <a:lnTo>
                    <a:pt x="13420" y="32932"/>
                  </a:lnTo>
                  <a:lnTo>
                    <a:pt x="13075" y="32192"/>
                  </a:lnTo>
                  <a:lnTo>
                    <a:pt x="11989" y="30120"/>
                  </a:lnTo>
                  <a:lnTo>
                    <a:pt x="10879" y="28023"/>
                  </a:lnTo>
                  <a:lnTo>
                    <a:pt x="10213" y="26740"/>
                  </a:lnTo>
                  <a:lnTo>
                    <a:pt x="10731" y="26617"/>
                  </a:lnTo>
                  <a:lnTo>
                    <a:pt x="11200" y="26494"/>
                  </a:lnTo>
                  <a:lnTo>
                    <a:pt x="11743" y="26321"/>
                  </a:lnTo>
                  <a:lnTo>
                    <a:pt x="12335" y="26124"/>
                  </a:lnTo>
                  <a:lnTo>
                    <a:pt x="12902" y="25902"/>
                  </a:lnTo>
                  <a:lnTo>
                    <a:pt x="13420" y="25655"/>
                  </a:lnTo>
                  <a:lnTo>
                    <a:pt x="13642" y="25532"/>
                  </a:lnTo>
                  <a:lnTo>
                    <a:pt x="13839" y="25408"/>
                  </a:lnTo>
                  <a:lnTo>
                    <a:pt x="14135" y="25137"/>
                  </a:lnTo>
                  <a:lnTo>
                    <a:pt x="14431" y="24866"/>
                  </a:lnTo>
                  <a:lnTo>
                    <a:pt x="14727" y="24545"/>
                  </a:lnTo>
                  <a:lnTo>
                    <a:pt x="14999" y="24200"/>
                  </a:lnTo>
                  <a:lnTo>
                    <a:pt x="15196" y="23830"/>
                  </a:lnTo>
                  <a:lnTo>
                    <a:pt x="15369" y="23435"/>
                  </a:lnTo>
                  <a:lnTo>
                    <a:pt x="15443" y="23238"/>
                  </a:lnTo>
                  <a:lnTo>
                    <a:pt x="15492" y="23040"/>
                  </a:lnTo>
                  <a:lnTo>
                    <a:pt x="15517" y="22843"/>
                  </a:lnTo>
                  <a:lnTo>
                    <a:pt x="15517" y="22621"/>
                  </a:lnTo>
                  <a:lnTo>
                    <a:pt x="15517" y="22424"/>
                  </a:lnTo>
                  <a:lnTo>
                    <a:pt x="15492" y="22226"/>
                  </a:lnTo>
                  <a:lnTo>
                    <a:pt x="15443" y="22054"/>
                  </a:lnTo>
                  <a:lnTo>
                    <a:pt x="15369" y="21856"/>
                  </a:lnTo>
                  <a:lnTo>
                    <a:pt x="15270" y="21684"/>
                  </a:lnTo>
                  <a:lnTo>
                    <a:pt x="15171" y="21536"/>
                  </a:lnTo>
                  <a:lnTo>
                    <a:pt x="15073" y="21363"/>
                  </a:lnTo>
                  <a:lnTo>
                    <a:pt x="14949" y="21240"/>
                  </a:lnTo>
                  <a:lnTo>
                    <a:pt x="14801" y="21116"/>
                  </a:lnTo>
                  <a:lnTo>
                    <a:pt x="14653" y="20993"/>
                  </a:lnTo>
                  <a:lnTo>
                    <a:pt x="14481" y="20894"/>
                  </a:lnTo>
                  <a:lnTo>
                    <a:pt x="14308" y="20820"/>
                  </a:lnTo>
                  <a:lnTo>
                    <a:pt x="14135" y="20771"/>
                  </a:lnTo>
                  <a:lnTo>
                    <a:pt x="13938" y="20746"/>
                  </a:lnTo>
                  <a:lnTo>
                    <a:pt x="13741" y="20722"/>
                  </a:lnTo>
                  <a:lnTo>
                    <a:pt x="13519" y="20746"/>
                  </a:lnTo>
                  <a:lnTo>
                    <a:pt x="13247" y="20796"/>
                  </a:lnTo>
                  <a:lnTo>
                    <a:pt x="12951" y="20894"/>
                  </a:lnTo>
                  <a:lnTo>
                    <a:pt x="12680" y="21042"/>
                  </a:lnTo>
                  <a:lnTo>
                    <a:pt x="12409" y="21240"/>
                  </a:lnTo>
                  <a:lnTo>
                    <a:pt x="12162" y="21462"/>
                  </a:lnTo>
                  <a:lnTo>
                    <a:pt x="11915" y="21708"/>
                  </a:lnTo>
                  <a:lnTo>
                    <a:pt x="11669" y="22004"/>
                  </a:lnTo>
                  <a:lnTo>
                    <a:pt x="11447" y="22300"/>
                  </a:lnTo>
                  <a:lnTo>
                    <a:pt x="11249" y="22596"/>
                  </a:lnTo>
                  <a:lnTo>
                    <a:pt x="11077" y="22917"/>
                  </a:lnTo>
                  <a:lnTo>
                    <a:pt x="10904" y="23238"/>
                  </a:lnTo>
                  <a:lnTo>
                    <a:pt x="10731" y="23558"/>
                  </a:lnTo>
                  <a:lnTo>
                    <a:pt x="10608" y="23879"/>
                  </a:lnTo>
                  <a:lnTo>
                    <a:pt x="10509" y="24200"/>
                  </a:lnTo>
                  <a:lnTo>
                    <a:pt x="10411" y="24471"/>
                  </a:lnTo>
                  <a:lnTo>
                    <a:pt x="10337" y="24742"/>
                  </a:lnTo>
                  <a:lnTo>
                    <a:pt x="10263" y="25606"/>
                  </a:lnTo>
                  <a:lnTo>
                    <a:pt x="10189" y="26666"/>
                  </a:lnTo>
                  <a:lnTo>
                    <a:pt x="9449" y="25236"/>
                  </a:lnTo>
                  <a:lnTo>
                    <a:pt x="8783" y="23830"/>
                  </a:lnTo>
                  <a:lnTo>
                    <a:pt x="8339" y="22843"/>
                  </a:lnTo>
                  <a:lnTo>
                    <a:pt x="7944" y="21856"/>
                  </a:lnTo>
                  <a:lnTo>
                    <a:pt x="7574" y="20870"/>
                  </a:lnTo>
                  <a:lnTo>
                    <a:pt x="7253" y="19883"/>
                  </a:lnTo>
                  <a:lnTo>
                    <a:pt x="7722" y="19784"/>
                  </a:lnTo>
                  <a:lnTo>
                    <a:pt x="8191" y="19661"/>
                  </a:lnTo>
                  <a:lnTo>
                    <a:pt x="8758" y="19488"/>
                  </a:lnTo>
                  <a:lnTo>
                    <a:pt x="9350" y="19291"/>
                  </a:lnTo>
                  <a:lnTo>
                    <a:pt x="9917" y="19069"/>
                  </a:lnTo>
                  <a:lnTo>
                    <a:pt x="10460" y="18822"/>
                  </a:lnTo>
                  <a:lnTo>
                    <a:pt x="10682" y="18674"/>
                  </a:lnTo>
                  <a:lnTo>
                    <a:pt x="10879" y="18551"/>
                  </a:lnTo>
                  <a:lnTo>
                    <a:pt x="11200" y="18304"/>
                  </a:lnTo>
                  <a:lnTo>
                    <a:pt x="11496" y="18008"/>
                  </a:lnTo>
                  <a:lnTo>
                    <a:pt x="11792" y="17687"/>
                  </a:lnTo>
                  <a:lnTo>
                    <a:pt x="12039" y="17342"/>
                  </a:lnTo>
                  <a:lnTo>
                    <a:pt x="12261" y="16972"/>
                  </a:lnTo>
                  <a:lnTo>
                    <a:pt x="12433" y="16577"/>
                  </a:lnTo>
                  <a:lnTo>
                    <a:pt x="12483" y="16380"/>
                  </a:lnTo>
                  <a:lnTo>
                    <a:pt x="12532" y="16183"/>
                  </a:lnTo>
                  <a:lnTo>
                    <a:pt x="12557" y="15985"/>
                  </a:lnTo>
                  <a:lnTo>
                    <a:pt x="12581" y="15788"/>
                  </a:lnTo>
                  <a:lnTo>
                    <a:pt x="12557" y="15566"/>
                  </a:lnTo>
                  <a:lnTo>
                    <a:pt x="12532" y="15369"/>
                  </a:lnTo>
                  <a:lnTo>
                    <a:pt x="12483" y="15196"/>
                  </a:lnTo>
                  <a:lnTo>
                    <a:pt x="12409" y="14999"/>
                  </a:lnTo>
                  <a:lnTo>
                    <a:pt x="12335" y="14826"/>
                  </a:lnTo>
                  <a:lnTo>
                    <a:pt x="12236" y="14678"/>
                  </a:lnTo>
                  <a:lnTo>
                    <a:pt x="12113" y="14530"/>
                  </a:lnTo>
                  <a:lnTo>
                    <a:pt x="11989" y="14382"/>
                  </a:lnTo>
                  <a:lnTo>
                    <a:pt x="11866" y="14259"/>
                  </a:lnTo>
                  <a:lnTo>
                    <a:pt x="11693" y="14135"/>
                  </a:lnTo>
                  <a:lnTo>
                    <a:pt x="11545" y="14061"/>
                  </a:lnTo>
                  <a:lnTo>
                    <a:pt x="11373" y="13987"/>
                  </a:lnTo>
                  <a:lnTo>
                    <a:pt x="11175" y="13913"/>
                  </a:lnTo>
                  <a:lnTo>
                    <a:pt x="10978" y="13889"/>
                  </a:lnTo>
                  <a:lnTo>
                    <a:pt x="10781" y="13864"/>
                  </a:lnTo>
                  <a:lnTo>
                    <a:pt x="10583" y="13889"/>
                  </a:lnTo>
                  <a:lnTo>
                    <a:pt x="10287" y="13938"/>
                  </a:lnTo>
                  <a:lnTo>
                    <a:pt x="10016" y="14037"/>
                  </a:lnTo>
                  <a:lnTo>
                    <a:pt x="9745" y="14209"/>
                  </a:lnTo>
                  <a:lnTo>
                    <a:pt x="9473" y="14382"/>
                  </a:lnTo>
                  <a:lnTo>
                    <a:pt x="9202" y="14604"/>
                  </a:lnTo>
                  <a:lnTo>
                    <a:pt x="8955" y="14875"/>
                  </a:lnTo>
                  <a:lnTo>
                    <a:pt x="8733" y="15147"/>
                  </a:lnTo>
                  <a:lnTo>
                    <a:pt x="8511" y="15443"/>
                  </a:lnTo>
                  <a:lnTo>
                    <a:pt x="8314" y="15739"/>
                  </a:lnTo>
                  <a:lnTo>
                    <a:pt x="8117" y="16059"/>
                  </a:lnTo>
                  <a:lnTo>
                    <a:pt x="7944" y="16380"/>
                  </a:lnTo>
                  <a:lnTo>
                    <a:pt x="7796" y="16725"/>
                  </a:lnTo>
                  <a:lnTo>
                    <a:pt x="7672" y="17021"/>
                  </a:lnTo>
                  <a:lnTo>
                    <a:pt x="7549" y="17342"/>
                  </a:lnTo>
                  <a:lnTo>
                    <a:pt x="7475" y="17613"/>
                  </a:lnTo>
                  <a:lnTo>
                    <a:pt x="7401" y="17885"/>
                  </a:lnTo>
                  <a:lnTo>
                    <a:pt x="7302" y="18797"/>
                  </a:lnTo>
                  <a:lnTo>
                    <a:pt x="7228" y="19834"/>
                  </a:lnTo>
                  <a:lnTo>
                    <a:pt x="7154" y="19611"/>
                  </a:lnTo>
                  <a:lnTo>
                    <a:pt x="7006" y="19069"/>
                  </a:lnTo>
                  <a:lnTo>
                    <a:pt x="6883" y="18551"/>
                  </a:lnTo>
                  <a:lnTo>
                    <a:pt x="6661" y="17490"/>
                  </a:lnTo>
                  <a:lnTo>
                    <a:pt x="6488" y="16454"/>
                  </a:lnTo>
                  <a:lnTo>
                    <a:pt x="6365" y="15443"/>
                  </a:lnTo>
                  <a:lnTo>
                    <a:pt x="6316" y="14875"/>
                  </a:lnTo>
                  <a:lnTo>
                    <a:pt x="6266" y="14308"/>
                  </a:lnTo>
                  <a:lnTo>
                    <a:pt x="6217" y="13198"/>
                  </a:lnTo>
                  <a:lnTo>
                    <a:pt x="6858" y="13099"/>
                  </a:lnTo>
                  <a:lnTo>
                    <a:pt x="7352" y="13025"/>
                  </a:lnTo>
                  <a:lnTo>
                    <a:pt x="7870" y="12927"/>
                  </a:lnTo>
                  <a:lnTo>
                    <a:pt x="8437" y="12803"/>
                  </a:lnTo>
                  <a:lnTo>
                    <a:pt x="8980" y="12655"/>
                  </a:lnTo>
                  <a:lnTo>
                    <a:pt x="9473" y="12483"/>
                  </a:lnTo>
                  <a:lnTo>
                    <a:pt x="9695" y="12384"/>
                  </a:lnTo>
                  <a:lnTo>
                    <a:pt x="9868" y="12285"/>
                  </a:lnTo>
                  <a:lnTo>
                    <a:pt x="10213" y="12063"/>
                  </a:lnTo>
                  <a:lnTo>
                    <a:pt x="10559" y="11792"/>
                  </a:lnTo>
                  <a:lnTo>
                    <a:pt x="10879" y="11521"/>
                  </a:lnTo>
                  <a:lnTo>
                    <a:pt x="11175" y="11200"/>
                  </a:lnTo>
                  <a:lnTo>
                    <a:pt x="11422" y="10855"/>
                  </a:lnTo>
                  <a:lnTo>
                    <a:pt x="11644" y="10485"/>
                  </a:lnTo>
                  <a:lnTo>
                    <a:pt x="11718" y="10312"/>
                  </a:lnTo>
                  <a:lnTo>
                    <a:pt x="11792" y="10115"/>
                  </a:lnTo>
                  <a:lnTo>
                    <a:pt x="11841" y="9917"/>
                  </a:lnTo>
                  <a:lnTo>
                    <a:pt x="11866" y="9695"/>
                  </a:lnTo>
                  <a:lnTo>
                    <a:pt x="11891" y="9498"/>
                  </a:lnTo>
                  <a:lnTo>
                    <a:pt x="11866" y="9301"/>
                  </a:lnTo>
                  <a:lnTo>
                    <a:pt x="11841" y="9103"/>
                  </a:lnTo>
                  <a:lnTo>
                    <a:pt x="11792" y="8930"/>
                  </a:lnTo>
                  <a:lnTo>
                    <a:pt x="11743" y="8733"/>
                  </a:lnTo>
                  <a:lnTo>
                    <a:pt x="11644" y="8560"/>
                  </a:lnTo>
                  <a:lnTo>
                    <a:pt x="11545" y="8412"/>
                  </a:lnTo>
                  <a:lnTo>
                    <a:pt x="11447" y="8240"/>
                  </a:lnTo>
                  <a:lnTo>
                    <a:pt x="11323" y="8116"/>
                  </a:lnTo>
                  <a:lnTo>
                    <a:pt x="11175" y="7993"/>
                  </a:lnTo>
                  <a:lnTo>
                    <a:pt x="11027" y="7870"/>
                  </a:lnTo>
                  <a:lnTo>
                    <a:pt x="10855" y="7771"/>
                  </a:lnTo>
                  <a:lnTo>
                    <a:pt x="10682" y="7697"/>
                  </a:lnTo>
                  <a:lnTo>
                    <a:pt x="10485" y="7648"/>
                  </a:lnTo>
                  <a:lnTo>
                    <a:pt x="10287" y="7623"/>
                  </a:lnTo>
                  <a:lnTo>
                    <a:pt x="10090" y="7598"/>
                  </a:lnTo>
                  <a:lnTo>
                    <a:pt x="9794" y="7623"/>
                  </a:lnTo>
                  <a:lnTo>
                    <a:pt x="9498" y="7697"/>
                  </a:lnTo>
                  <a:lnTo>
                    <a:pt x="9227" y="7820"/>
                  </a:lnTo>
                  <a:lnTo>
                    <a:pt x="8931" y="7993"/>
                  </a:lnTo>
                  <a:lnTo>
                    <a:pt x="8659" y="8166"/>
                  </a:lnTo>
                  <a:lnTo>
                    <a:pt x="8388" y="8412"/>
                  </a:lnTo>
                  <a:lnTo>
                    <a:pt x="8117" y="8659"/>
                  </a:lnTo>
                  <a:lnTo>
                    <a:pt x="7870" y="8930"/>
                  </a:lnTo>
                  <a:lnTo>
                    <a:pt x="7623" y="9202"/>
                  </a:lnTo>
                  <a:lnTo>
                    <a:pt x="7401" y="9498"/>
                  </a:lnTo>
                  <a:lnTo>
                    <a:pt x="7204" y="9794"/>
                  </a:lnTo>
                  <a:lnTo>
                    <a:pt x="7006" y="10115"/>
                  </a:lnTo>
                  <a:lnTo>
                    <a:pt x="6858" y="10411"/>
                  </a:lnTo>
                  <a:lnTo>
                    <a:pt x="6710" y="10707"/>
                  </a:lnTo>
                  <a:lnTo>
                    <a:pt x="6587" y="10978"/>
                  </a:lnTo>
                  <a:lnTo>
                    <a:pt x="6488" y="11225"/>
                  </a:lnTo>
                  <a:lnTo>
                    <a:pt x="6192" y="12631"/>
                  </a:lnTo>
                  <a:lnTo>
                    <a:pt x="6192" y="11644"/>
                  </a:lnTo>
                  <a:lnTo>
                    <a:pt x="6192" y="10781"/>
                  </a:lnTo>
                  <a:lnTo>
                    <a:pt x="6242" y="9942"/>
                  </a:lnTo>
                  <a:lnTo>
                    <a:pt x="6340" y="8412"/>
                  </a:lnTo>
                  <a:lnTo>
                    <a:pt x="6488" y="6932"/>
                  </a:lnTo>
                  <a:lnTo>
                    <a:pt x="7056" y="6538"/>
                  </a:lnTo>
                  <a:lnTo>
                    <a:pt x="7426" y="6242"/>
                  </a:lnTo>
                  <a:lnTo>
                    <a:pt x="7870" y="5896"/>
                  </a:lnTo>
                  <a:lnTo>
                    <a:pt x="8289" y="5551"/>
                  </a:lnTo>
                  <a:lnTo>
                    <a:pt x="8684" y="5156"/>
                  </a:lnTo>
                  <a:lnTo>
                    <a:pt x="9054" y="4786"/>
                  </a:lnTo>
                  <a:lnTo>
                    <a:pt x="9177" y="4614"/>
                  </a:lnTo>
                  <a:lnTo>
                    <a:pt x="9301" y="4441"/>
                  </a:lnTo>
                  <a:lnTo>
                    <a:pt x="9498" y="4071"/>
                  </a:lnTo>
                  <a:lnTo>
                    <a:pt x="9695" y="3701"/>
                  </a:lnTo>
                  <a:lnTo>
                    <a:pt x="9843" y="3306"/>
                  </a:lnTo>
                  <a:lnTo>
                    <a:pt x="9942" y="2887"/>
                  </a:lnTo>
                  <a:lnTo>
                    <a:pt x="10016" y="2468"/>
                  </a:lnTo>
                  <a:lnTo>
                    <a:pt x="10041" y="2048"/>
                  </a:lnTo>
                  <a:lnTo>
                    <a:pt x="10041" y="1826"/>
                  </a:lnTo>
                  <a:lnTo>
                    <a:pt x="9991" y="1629"/>
                  </a:lnTo>
                  <a:lnTo>
                    <a:pt x="9942" y="1432"/>
                  </a:lnTo>
                  <a:lnTo>
                    <a:pt x="9893" y="1234"/>
                  </a:lnTo>
                  <a:lnTo>
                    <a:pt x="9794" y="1062"/>
                  </a:lnTo>
                  <a:lnTo>
                    <a:pt x="9695" y="889"/>
                  </a:lnTo>
                  <a:lnTo>
                    <a:pt x="9597" y="716"/>
                  </a:lnTo>
                  <a:lnTo>
                    <a:pt x="9473" y="568"/>
                  </a:lnTo>
                  <a:lnTo>
                    <a:pt x="9325" y="445"/>
                  </a:lnTo>
                  <a:lnTo>
                    <a:pt x="9177" y="322"/>
                  </a:lnTo>
                  <a:lnTo>
                    <a:pt x="9005" y="223"/>
                  </a:lnTo>
                  <a:lnTo>
                    <a:pt x="8832" y="149"/>
                  </a:lnTo>
                  <a:lnTo>
                    <a:pt x="8659" y="75"/>
                  </a:lnTo>
                  <a:lnTo>
                    <a:pt x="8487" y="26"/>
                  </a:lnTo>
                  <a:lnTo>
                    <a:pt x="828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2859475" y="5674700"/>
              <a:ext cx="108550" cy="174550"/>
            </a:xfrm>
            <a:custGeom>
              <a:avLst/>
              <a:gdLst/>
              <a:ahLst/>
              <a:cxnLst/>
              <a:rect l="l" t="t" r="r" b="b"/>
              <a:pathLst>
                <a:path w="4342" h="6982" extrusionOk="0">
                  <a:moveTo>
                    <a:pt x="1875" y="0"/>
                  </a:moveTo>
                  <a:lnTo>
                    <a:pt x="1702" y="25"/>
                  </a:lnTo>
                  <a:lnTo>
                    <a:pt x="1505" y="50"/>
                  </a:lnTo>
                  <a:lnTo>
                    <a:pt x="1332" y="99"/>
                  </a:lnTo>
                  <a:lnTo>
                    <a:pt x="1160" y="173"/>
                  </a:lnTo>
                  <a:lnTo>
                    <a:pt x="987" y="272"/>
                  </a:lnTo>
                  <a:lnTo>
                    <a:pt x="814" y="370"/>
                  </a:lnTo>
                  <a:lnTo>
                    <a:pt x="666" y="494"/>
                  </a:lnTo>
                  <a:lnTo>
                    <a:pt x="543" y="642"/>
                  </a:lnTo>
                  <a:lnTo>
                    <a:pt x="420" y="790"/>
                  </a:lnTo>
                  <a:lnTo>
                    <a:pt x="296" y="938"/>
                  </a:lnTo>
                  <a:lnTo>
                    <a:pt x="222" y="1110"/>
                  </a:lnTo>
                  <a:lnTo>
                    <a:pt x="124" y="1308"/>
                  </a:lnTo>
                  <a:lnTo>
                    <a:pt x="74" y="1505"/>
                  </a:lnTo>
                  <a:lnTo>
                    <a:pt x="25" y="1702"/>
                  </a:lnTo>
                  <a:lnTo>
                    <a:pt x="0" y="1900"/>
                  </a:lnTo>
                  <a:lnTo>
                    <a:pt x="0" y="2122"/>
                  </a:lnTo>
                  <a:lnTo>
                    <a:pt x="25" y="2541"/>
                  </a:lnTo>
                  <a:lnTo>
                    <a:pt x="124" y="2960"/>
                  </a:lnTo>
                  <a:lnTo>
                    <a:pt x="247" y="3355"/>
                  </a:lnTo>
                  <a:lnTo>
                    <a:pt x="395" y="3750"/>
                  </a:lnTo>
                  <a:lnTo>
                    <a:pt x="592" y="4145"/>
                  </a:lnTo>
                  <a:lnTo>
                    <a:pt x="814" y="4490"/>
                  </a:lnTo>
                  <a:lnTo>
                    <a:pt x="938" y="4687"/>
                  </a:lnTo>
                  <a:lnTo>
                    <a:pt x="1110" y="4885"/>
                  </a:lnTo>
                  <a:lnTo>
                    <a:pt x="1554" y="5304"/>
                  </a:lnTo>
                  <a:lnTo>
                    <a:pt x="2048" y="5723"/>
                  </a:lnTo>
                  <a:lnTo>
                    <a:pt x="2541" y="6118"/>
                  </a:lnTo>
                  <a:lnTo>
                    <a:pt x="3010" y="6463"/>
                  </a:lnTo>
                  <a:lnTo>
                    <a:pt x="3405" y="6735"/>
                  </a:lnTo>
                  <a:lnTo>
                    <a:pt x="3799" y="6981"/>
                  </a:lnTo>
                  <a:lnTo>
                    <a:pt x="3873" y="6685"/>
                  </a:lnTo>
                  <a:lnTo>
                    <a:pt x="4046" y="6044"/>
                  </a:lnTo>
                  <a:lnTo>
                    <a:pt x="4293" y="5033"/>
                  </a:lnTo>
                  <a:lnTo>
                    <a:pt x="4342" y="4761"/>
                  </a:lnTo>
                  <a:lnTo>
                    <a:pt x="4342" y="4441"/>
                  </a:lnTo>
                  <a:lnTo>
                    <a:pt x="4342" y="4120"/>
                  </a:lnTo>
                  <a:lnTo>
                    <a:pt x="4317" y="3775"/>
                  </a:lnTo>
                  <a:lnTo>
                    <a:pt x="4293" y="3429"/>
                  </a:lnTo>
                  <a:lnTo>
                    <a:pt x="4243" y="3059"/>
                  </a:lnTo>
                  <a:lnTo>
                    <a:pt x="4169" y="2714"/>
                  </a:lnTo>
                  <a:lnTo>
                    <a:pt x="4071" y="2344"/>
                  </a:lnTo>
                  <a:lnTo>
                    <a:pt x="3972" y="1998"/>
                  </a:lnTo>
                  <a:lnTo>
                    <a:pt x="3849" y="1653"/>
                  </a:lnTo>
                  <a:lnTo>
                    <a:pt x="3701" y="1332"/>
                  </a:lnTo>
                  <a:lnTo>
                    <a:pt x="3528" y="1036"/>
                  </a:lnTo>
                  <a:lnTo>
                    <a:pt x="3331" y="765"/>
                  </a:lnTo>
                  <a:lnTo>
                    <a:pt x="3133" y="543"/>
                  </a:lnTo>
                  <a:lnTo>
                    <a:pt x="2911" y="346"/>
                  </a:lnTo>
                  <a:lnTo>
                    <a:pt x="2640" y="198"/>
                  </a:lnTo>
                  <a:lnTo>
                    <a:pt x="2467" y="99"/>
                  </a:lnTo>
                  <a:lnTo>
                    <a:pt x="2270" y="50"/>
                  </a:lnTo>
                  <a:lnTo>
                    <a:pt x="2072" y="25"/>
                  </a:lnTo>
                  <a:lnTo>
                    <a:pt x="187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6" name="Google Shape;286;p34"/>
          <p:cNvGrpSpPr/>
          <p:nvPr/>
        </p:nvGrpSpPr>
        <p:grpSpPr>
          <a:xfrm flipH="1">
            <a:off x="10573879" y="5327769"/>
            <a:ext cx="1328454" cy="1530233"/>
            <a:chOff x="2202075" y="5519900"/>
            <a:chExt cx="996600" cy="1147675"/>
          </a:xfrm>
        </p:grpSpPr>
        <p:sp>
          <p:nvSpPr>
            <p:cNvPr id="287" name="Google Shape;287;p34"/>
            <p:cNvSpPr/>
            <p:nvPr/>
          </p:nvSpPr>
          <p:spPr>
            <a:xfrm>
              <a:off x="2202075" y="5718475"/>
              <a:ext cx="155450" cy="126450"/>
            </a:xfrm>
            <a:custGeom>
              <a:avLst/>
              <a:gdLst/>
              <a:ahLst/>
              <a:cxnLst/>
              <a:rect l="l" t="t" r="r" b="b"/>
              <a:pathLst>
                <a:path w="6218" h="5058" extrusionOk="0">
                  <a:moveTo>
                    <a:pt x="1826" y="1"/>
                  </a:moveTo>
                  <a:lnTo>
                    <a:pt x="1530" y="25"/>
                  </a:lnTo>
                  <a:lnTo>
                    <a:pt x="1333" y="50"/>
                  </a:lnTo>
                  <a:lnTo>
                    <a:pt x="1136" y="124"/>
                  </a:lnTo>
                  <a:lnTo>
                    <a:pt x="963" y="198"/>
                  </a:lnTo>
                  <a:lnTo>
                    <a:pt x="790" y="297"/>
                  </a:lnTo>
                  <a:lnTo>
                    <a:pt x="642" y="395"/>
                  </a:lnTo>
                  <a:lnTo>
                    <a:pt x="494" y="543"/>
                  </a:lnTo>
                  <a:lnTo>
                    <a:pt x="371" y="691"/>
                  </a:lnTo>
                  <a:lnTo>
                    <a:pt x="272" y="839"/>
                  </a:lnTo>
                  <a:lnTo>
                    <a:pt x="174" y="1012"/>
                  </a:lnTo>
                  <a:lnTo>
                    <a:pt x="100" y="1185"/>
                  </a:lnTo>
                  <a:lnTo>
                    <a:pt x="50" y="1358"/>
                  </a:lnTo>
                  <a:lnTo>
                    <a:pt x="26" y="1555"/>
                  </a:lnTo>
                  <a:lnTo>
                    <a:pt x="1" y="1752"/>
                  </a:lnTo>
                  <a:lnTo>
                    <a:pt x="1" y="1925"/>
                  </a:lnTo>
                  <a:lnTo>
                    <a:pt x="1" y="2122"/>
                  </a:lnTo>
                  <a:lnTo>
                    <a:pt x="50" y="2320"/>
                  </a:lnTo>
                  <a:lnTo>
                    <a:pt x="100" y="2517"/>
                  </a:lnTo>
                  <a:lnTo>
                    <a:pt x="174" y="2714"/>
                  </a:lnTo>
                  <a:lnTo>
                    <a:pt x="272" y="2912"/>
                  </a:lnTo>
                  <a:lnTo>
                    <a:pt x="371" y="3084"/>
                  </a:lnTo>
                  <a:lnTo>
                    <a:pt x="642" y="3405"/>
                  </a:lnTo>
                  <a:lnTo>
                    <a:pt x="938" y="3726"/>
                  </a:lnTo>
                  <a:lnTo>
                    <a:pt x="1284" y="3997"/>
                  </a:lnTo>
                  <a:lnTo>
                    <a:pt x="1629" y="4244"/>
                  </a:lnTo>
                  <a:lnTo>
                    <a:pt x="1999" y="4441"/>
                  </a:lnTo>
                  <a:lnTo>
                    <a:pt x="2344" y="4614"/>
                  </a:lnTo>
                  <a:lnTo>
                    <a:pt x="2591" y="4712"/>
                  </a:lnTo>
                  <a:lnTo>
                    <a:pt x="2838" y="4786"/>
                  </a:lnTo>
                  <a:lnTo>
                    <a:pt x="3430" y="4885"/>
                  </a:lnTo>
                  <a:lnTo>
                    <a:pt x="4071" y="4959"/>
                  </a:lnTo>
                  <a:lnTo>
                    <a:pt x="4712" y="5008"/>
                  </a:lnTo>
                  <a:lnTo>
                    <a:pt x="5304" y="5033"/>
                  </a:lnTo>
                  <a:lnTo>
                    <a:pt x="5773" y="5058"/>
                  </a:lnTo>
                  <a:lnTo>
                    <a:pt x="6217" y="5033"/>
                  </a:lnTo>
                  <a:lnTo>
                    <a:pt x="6143" y="4762"/>
                  </a:lnTo>
                  <a:lnTo>
                    <a:pt x="5921" y="4145"/>
                  </a:lnTo>
                  <a:lnTo>
                    <a:pt x="5576" y="3134"/>
                  </a:lnTo>
                  <a:lnTo>
                    <a:pt x="5452" y="2887"/>
                  </a:lnTo>
                  <a:lnTo>
                    <a:pt x="5304" y="2640"/>
                  </a:lnTo>
                  <a:lnTo>
                    <a:pt x="5107" y="2369"/>
                  </a:lnTo>
                  <a:lnTo>
                    <a:pt x="4910" y="2098"/>
                  </a:lnTo>
                  <a:lnTo>
                    <a:pt x="4688" y="1826"/>
                  </a:lnTo>
                  <a:lnTo>
                    <a:pt x="4441" y="1555"/>
                  </a:lnTo>
                  <a:lnTo>
                    <a:pt x="4170" y="1284"/>
                  </a:lnTo>
                  <a:lnTo>
                    <a:pt x="3898" y="1037"/>
                  </a:lnTo>
                  <a:lnTo>
                    <a:pt x="3627" y="790"/>
                  </a:lnTo>
                  <a:lnTo>
                    <a:pt x="3331" y="568"/>
                  </a:lnTo>
                  <a:lnTo>
                    <a:pt x="3035" y="395"/>
                  </a:lnTo>
                  <a:lnTo>
                    <a:pt x="2739" y="247"/>
                  </a:lnTo>
                  <a:lnTo>
                    <a:pt x="2418" y="124"/>
                  </a:lnTo>
                  <a:lnTo>
                    <a:pt x="2122" y="25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2207625" y="5519900"/>
              <a:ext cx="991050" cy="1147675"/>
            </a:xfrm>
            <a:custGeom>
              <a:avLst/>
              <a:gdLst/>
              <a:ahLst/>
              <a:cxnLst/>
              <a:rect l="l" t="t" r="r" b="b"/>
              <a:pathLst>
                <a:path w="39642" h="45907" extrusionOk="0">
                  <a:moveTo>
                    <a:pt x="7919" y="1"/>
                  </a:moveTo>
                  <a:lnTo>
                    <a:pt x="7722" y="50"/>
                  </a:lnTo>
                  <a:lnTo>
                    <a:pt x="7524" y="100"/>
                  </a:lnTo>
                  <a:lnTo>
                    <a:pt x="7352" y="198"/>
                  </a:lnTo>
                  <a:lnTo>
                    <a:pt x="7105" y="346"/>
                  </a:lnTo>
                  <a:lnTo>
                    <a:pt x="6858" y="544"/>
                  </a:lnTo>
                  <a:lnTo>
                    <a:pt x="6661" y="790"/>
                  </a:lnTo>
                  <a:lnTo>
                    <a:pt x="6488" y="1062"/>
                  </a:lnTo>
                  <a:lnTo>
                    <a:pt x="6340" y="1358"/>
                  </a:lnTo>
                  <a:lnTo>
                    <a:pt x="6192" y="1678"/>
                  </a:lnTo>
                  <a:lnTo>
                    <a:pt x="6069" y="2024"/>
                  </a:lnTo>
                  <a:lnTo>
                    <a:pt x="5970" y="2394"/>
                  </a:lnTo>
                  <a:lnTo>
                    <a:pt x="5896" y="2739"/>
                  </a:lnTo>
                  <a:lnTo>
                    <a:pt x="5847" y="3109"/>
                  </a:lnTo>
                  <a:lnTo>
                    <a:pt x="5798" y="3479"/>
                  </a:lnTo>
                  <a:lnTo>
                    <a:pt x="5773" y="3824"/>
                  </a:lnTo>
                  <a:lnTo>
                    <a:pt x="5748" y="4170"/>
                  </a:lnTo>
                  <a:lnTo>
                    <a:pt x="5773" y="4490"/>
                  </a:lnTo>
                  <a:lnTo>
                    <a:pt x="5773" y="4811"/>
                  </a:lnTo>
                  <a:lnTo>
                    <a:pt x="5822" y="5082"/>
                  </a:lnTo>
                  <a:lnTo>
                    <a:pt x="6094" y="6094"/>
                  </a:lnTo>
                  <a:lnTo>
                    <a:pt x="6291" y="6710"/>
                  </a:lnTo>
                  <a:lnTo>
                    <a:pt x="6390" y="7006"/>
                  </a:lnTo>
                  <a:lnTo>
                    <a:pt x="6414" y="6982"/>
                  </a:lnTo>
                  <a:lnTo>
                    <a:pt x="6414" y="6982"/>
                  </a:lnTo>
                  <a:lnTo>
                    <a:pt x="6242" y="8412"/>
                  </a:lnTo>
                  <a:lnTo>
                    <a:pt x="6094" y="9942"/>
                  </a:lnTo>
                  <a:lnTo>
                    <a:pt x="6044" y="10781"/>
                  </a:lnTo>
                  <a:lnTo>
                    <a:pt x="6020" y="11644"/>
                  </a:lnTo>
                  <a:lnTo>
                    <a:pt x="5995" y="12557"/>
                  </a:lnTo>
                  <a:lnTo>
                    <a:pt x="5995" y="13494"/>
                  </a:lnTo>
                  <a:lnTo>
                    <a:pt x="6044" y="14456"/>
                  </a:lnTo>
                  <a:lnTo>
                    <a:pt x="6118" y="15467"/>
                  </a:lnTo>
                  <a:lnTo>
                    <a:pt x="6217" y="16503"/>
                  </a:lnTo>
                  <a:lnTo>
                    <a:pt x="6365" y="17539"/>
                  </a:lnTo>
                  <a:lnTo>
                    <a:pt x="6562" y="18625"/>
                  </a:lnTo>
                  <a:lnTo>
                    <a:pt x="6686" y="19143"/>
                  </a:lnTo>
                  <a:lnTo>
                    <a:pt x="6809" y="19685"/>
                  </a:lnTo>
                  <a:lnTo>
                    <a:pt x="6834" y="19735"/>
                  </a:lnTo>
                  <a:lnTo>
                    <a:pt x="6834" y="19735"/>
                  </a:lnTo>
                  <a:lnTo>
                    <a:pt x="6242" y="18871"/>
                  </a:lnTo>
                  <a:lnTo>
                    <a:pt x="5798" y="18230"/>
                  </a:lnTo>
                  <a:lnTo>
                    <a:pt x="5600" y="18033"/>
                  </a:lnTo>
                  <a:lnTo>
                    <a:pt x="5403" y="17811"/>
                  </a:lnTo>
                  <a:lnTo>
                    <a:pt x="5156" y="17613"/>
                  </a:lnTo>
                  <a:lnTo>
                    <a:pt x="4885" y="17391"/>
                  </a:lnTo>
                  <a:lnTo>
                    <a:pt x="4589" y="17194"/>
                  </a:lnTo>
                  <a:lnTo>
                    <a:pt x="4268" y="16997"/>
                  </a:lnTo>
                  <a:lnTo>
                    <a:pt x="3972" y="16799"/>
                  </a:lnTo>
                  <a:lnTo>
                    <a:pt x="3627" y="16627"/>
                  </a:lnTo>
                  <a:lnTo>
                    <a:pt x="3306" y="16479"/>
                  </a:lnTo>
                  <a:lnTo>
                    <a:pt x="2961" y="16355"/>
                  </a:lnTo>
                  <a:lnTo>
                    <a:pt x="2616" y="16257"/>
                  </a:lnTo>
                  <a:lnTo>
                    <a:pt x="2295" y="16183"/>
                  </a:lnTo>
                  <a:lnTo>
                    <a:pt x="1950" y="16133"/>
                  </a:lnTo>
                  <a:lnTo>
                    <a:pt x="1654" y="16133"/>
                  </a:lnTo>
                  <a:lnTo>
                    <a:pt x="1358" y="16183"/>
                  </a:lnTo>
                  <a:lnTo>
                    <a:pt x="1062" y="16281"/>
                  </a:lnTo>
                  <a:lnTo>
                    <a:pt x="889" y="16380"/>
                  </a:lnTo>
                  <a:lnTo>
                    <a:pt x="716" y="16479"/>
                  </a:lnTo>
                  <a:lnTo>
                    <a:pt x="568" y="16602"/>
                  </a:lnTo>
                  <a:lnTo>
                    <a:pt x="420" y="16750"/>
                  </a:lnTo>
                  <a:lnTo>
                    <a:pt x="322" y="16898"/>
                  </a:lnTo>
                  <a:lnTo>
                    <a:pt x="223" y="17046"/>
                  </a:lnTo>
                  <a:lnTo>
                    <a:pt x="124" y="17219"/>
                  </a:lnTo>
                  <a:lnTo>
                    <a:pt x="75" y="17391"/>
                  </a:lnTo>
                  <a:lnTo>
                    <a:pt x="26" y="17589"/>
                  </a:lnTo>
                  <a:lnTo>
                    <a:pt x="1" y="17786"/>
                  </a:lnTo>
                  <a:lnTo>
                    <a:pt x="1" y="17959"/>
                  </a:lnTo>
                  <a:lnTo>
                    <a:pt x="1" y="18156"/>
                  </a:lnTo>
                  <a:lnTo>
                    <a:pt x="50" y="18353"/>
                  </a:lnTo>
                  <a:lnTo>
                    <a:pt x="100" y="18551"/>
                  </a:lnTo>
                  <a:lnTo>
                    <a:pt x="149" y="18723"/>
                  </a:lnTo>
                  <a:lnTo>
                    <a:pt x="248" y="18896"/>
                  </a:lnTo>
                  <a:lnTo>
                    <a:pt x="346" y="19093"/>
                  </a:lnTo>
                  <a:lnTo>
                    <a:pt x="470" y="19241"/>
                  </a:lnTo>
                  <a:lnTo>
                    <a:pt x="618" y="19389"/>
                  </a:lnTo>
                  <a:lnTo>
                    <a:pt x="766" y="19537"/>
                  </a:lnTo>
                  <a:lnTo>
                    <a:pt x="1111" y="19784"/>
                  </a:lnTo>
                  <a:lnTo>
                    <a:pt x="1481" y="20006"/>
                  </a:lnTo>
                  <a:lnTo>
                    <a:pt x="1876" y="20179"/>
                  </a:lnTo>
                  <a:lnTo>
                    <a:pt x="2270" y="20327"/>
                  </a:lnTo>
                  <a:lnTo>
                    <a:pt x="2690" y="20426"/>
                  </a:lnTo>
                  <a:lnTo>
                    <a:pt x="3084" y="20500"/>
                  </a:lnTo>
                  <a:lnTo>
                    <a:pt x="3306" y="20524"/>
                  </a:lnTo>
                  <a:lnTo>
                    <a:pt x="3578" y="20524"/>
                  </a:lnTo>
                  <a:lnTo>
                    <a:pt x="4145" y="20475"/>
                  </a:lnTo>
                  <a:lnTo>
                    <a:pt x="4737" y="20401"/>
                  </a:lnTo>
                  <a:lnTo>
                    <a:pt x="5354" y="20278"/>
                  </a:lnTo>
                  <a:lnTo>
                    <a:pt x="5896" y="20154"/>
                  </a:lnTo>
                  <a:lnTo>
                    <a:pt x="6365" y="20056"/>
                  </a:lnTo>
                  <a:lnTo>
                    <a:pt x="6883" y="19908"/>
                  </a:lnTo>
                  <a:lnTo>
                    <a:pt x="7204" y="20919"/>
                  </a:lnTo>
                  <a:lnTo>
                    <a:pt x="7549" y="21955"/>
                  </a:lnTo>
                  <a:lnTo>
                    <a:pt x="7944" y="22991"/>
                  </a:lnTo>
                  <a:lnTo>
                    <a:pt x="8363" y="24002"/>
                  </a:lnTo>
                  <a:lnTo>
                    <a:pt x="8881" y="25186"/>
                  </a:lnTo>
                  <a:lnTo>
                    <a:pt x="9449" y="26346"/>
                  </a:lnTo>
                  <a:lnTo>
                    <a:pt x="8980" y="25680"/>
                  </a:lnTo>
                  <a:lnTo>
                    <a:pt x="8807" y="25482"/>
                  </a:lnTo>
                  <a:lnTo>
                    <a:pt x="8585" y="25260"/>
                  </a:lnTo>
                  <a:lnTo>
                    <a:pt x="8339" y="25063"/>
                  </a:lnTo>
                  <a:lnTo>
                    <a:pt x="8067" y="24841"/>
                  </a:lnTo>
                  <a:lnTo>
                    <a:pt x="7771" y="24644"/>
                  </a:lnTo>
                  <a:lnTo>
                    <a:pt x="7475" y="24446"/>
                  </a:lnTo>
                  <a:lnTo>
                    <a:pt x="7154" y="24249"/>
                  </a:lnTo>
                  <a:lnTo>
                    <a:pt x="6809" y="24076"/>
                  </a:lnTo>
                  <a:lnTo>
                    <a:pt x="6488" y="23928"/>
                  </a:lnTo>
                  <a:lnTo>
                    <a:pt x="6143" y="23805"/>
                  </a:lnTo>
                  <a:lnTo>
                    <a:pt x="5798" y="23706"/>
                  </a:lnTo>
                  <a:lnTo>
                    <a:pt x="5477" y="23632"/>
                  </a:lnTo>
                  <a:lnTo>
                    <a:pt x="5132" y="23608"/>
                  </a:lnTo>
                  <a:lnTo>
                    <a:pt x="4836" y="23608"/>
                  </a:lnTo>
                  <a:lnTo>
                    <a:pt x="4540" y="23632"/>
                  </a:lnTo>
                  <a:lnTo>
                    <a:pt x="4244" y="23731"/>
                  </a:lnTo>
                  <a:lnTo>
                    <a:pt x="4071" y="23830"/>
                  </a:lnTo>
                  <a:lnTo>
                    <a:pt x="3898" y="23928"/>
                  </a:lnTo>
                  <a:lnTo>
                    <a:pt x="3750" y="24052"/>
                  </a:lnTo>
                  <a:lnTo>
                    <a:pt x="3602" y="24200"/>
                  </a:lnTo>
                  <a:lnTo>
                    <a:pt x="3504" y="24348"/>
                  </a:lnTo>
                  <a:lnTo>
                    <a:pt x="3405" y="24496"/>
                  </a:lnTo>
                  <a:lnTo>
                    <a:pt x="3331" y="24668"/>
                  </a:lnTo>
                  <a:lnTo>
                    <a:pt x="3257" y="24866"/>
                  </a:lnTo>
                  <a:lnTo>
                    <a:pt x="3208" y="25038"/>
                  </a:lnTo>
                  <a:lnTo>
                    <a:pt x="3183" y="25236"/>
                  </a:lnTo>
                  <a:lnTo>
                    <a:pt x="3183" y="25408"/>
                  </a:lnTo>
                  <a:lnTo>
                    <a:pt x="3183" y="25606"/>
                  </a:lnTo>
                  <a:lnTo>
                    <a:pt x="3232" y="25803"/>
                  </a:lnTo>
                  <a:lnTo>
                    <a:pt x="3282" y="26000"/>
                  </a:lnTo>
                  <a:lnTo>
                    <a:pt x="3356" y="26173"/>
                  </a:lnTo>
                  <a:lnTo>
                    <a:pt x="3430" y="26370"/>
                  </a:lnTo>
                  <a:lnTo>
                    <a:pt x="3528" y="26543"/>
                  </a:lnTo>
                  <a:lnTo>
                    <a:pt x="3652" y="26691"/>
                  </a:lnTo>
                  <a:lnTo>
                    <a:pt x="3800" y="26864"/>
                  </a:lnTo>
                  <a:lnTo>
                    <a:pt x="3948" y="26987"/>
                  </a:lnTo>
                  <a:lnTo>
                    <a:pt x="4293" y="27258"/>
                  </a:lnTo>
                  <a:lnTo>
                    <a:pt x="4663" y="27456"/>
                  </a:lnTo>
                  <a:lnTo>
                    <a:pt x="5058" y="27628"/>
                  </a:lnTo>
                  <a:lnTo>
                    <a:pt x="5452" y="27776"/>
                  </a:lnTo>
                  <a:lnTo>
                    <a:pt x="5872" y="27875"/>
                  </a:lnTo>
                  <a:lnTo>
                    <a:pt x="6266" y="27949"/>
                  </a:lnTo>
                  <a:lnTo>
                    <a:pt x="6464" y="27974"/>
                  </a:lnTo>
                  <a:lnTo>
                    <a:pt x="6710" y="27974"/>
                  </a:lnTo>
                  <a:lnTo>
                    <a:pt x="7204" y="27949"/>
                  </a:lnTo>
                  <a:lnTo>
                    <a:pt x="7746" y="27875"/>
                  </a:lnTo>
                  <a:lnTo>
                    <a:pt x="8289" y="27776"/>
                  </a:lnTo>
                  <a:lnTo>
                    <a:pt x="8832" y="27678"/>
                  </a:lnTo>
                  <a:lnTo>
                    <a:pt x="9301" y="27554"/>
                  </a:lnTo>
                  <a:lnTo>
                    <a:pt x="9967" y="27382"/>
                  </a:lnTo>
                  <a:lnTo>
                    <a:pt x="10411" y="28270"/>
                  </a:lnTo>
                  <a:lnTo>
                    <a:pt x="11447" y="30391"/>
                  </a:lnTo>
                  <a:lnTo>
                    <a:pt x="12483" y="32488"/>
                  </a:lnTo>
                  <a:lnTo>
                    <a:pt x="12803" y="33228"/>
                  </a:lnTo>
                  <a:lnTo>
                    <a:pt x="13124" y="33968"/>
                  </a:lnTo>
                  <a:lnTo>
                    <a:pt x="12729" y="33401"/>
                  </a:lnTo>
                  <a:lnTo>
                    <a:pt x="12557" y="33203"/>
                  </a:lnTo>
                  <a:lnTo>
                    <a:pt x="12335" y="32981"/>
                  </a:lnTo>
                  <a:lnTo>
                    <a:pt x="12088" y="32784"/>
                  </a:lnTo>
                  <a:lnTo>
                    <a:pt x="11817" y="32562"/>
                  </a:lnTo>
                  <a:lnTo>
                    <a:pt x="11521" y="32365"/>
                  </a:lnTo>
                  <a:lnTo>
                    <a:pt x="11225" y="32167"/>
                  </a:lnTo>
                  <a:lnTo>
                    <a:pt x="10904" y="31970"/>
                  </a:lnTo>
                  <a:lnTo>
                    <a:pt x="10559" y="31797"/>
                  </a:lnTo>
                  <a:lnTo>
                    <a:pt x="10238" y="31649"/>
                  </a:lnTo>
                  <a:lnTo>
                    <a:pt x="9893" y="31526"/>
                  </a:lnTo>
                  <a:lnTo>
                    <a:pt x="9547" y="31427"/>
                  </a:lnTo>
                  <a:lnTo>
                    <a:pt x="9227" y="31353"/>
                  </a:lnTo>
                  <a:lnTo>
                    <a:pt x="8906" y="31304"/>
                  </a:lnTo>
                  <a:lnTo>
                    <a:pt x="8585" y="31329"/>
                  </a:lnTo>
                  <a:lnTo>
                    <a:pt x="8289" y="31353"/>
                  </a:lnTo>
                  <a:lnTo>
                    <a:pt x="7993" y="31452"/>
                  </a:lnTo>
                  <a:lnTo>
                    <a:pt x="7820" y="31551"/>
                  </a:lnTo>
                  <a:lnTo>
                    <a:pt x="7648" y="31649"/>
                  </a:lnTo>
                  <a:lnTo>
                    <a:pt x="7500" y="31773"/>
                  </a:lnTo>
                  <a:lnTo>
                    <a:pt x="7352" y="31921"/>
                  </a:lnTo>
                  <a:lnTo>
                    <a:pt x="7253" y="32069"/>
                  </a:lnTo>
                  <a:lnTo>
                    <a:pt x="7154" y="32217"/>
                  </a:lnTo>
                  <a:lnTo>
                    <a:pt x="7080" y="32389"/>
                  </a:lnTo>
                  <a:lnTo>
                    <a:pt x="7006" y="32587"/>
                  </a:lnTo>
                  <a:lnTo>
                    <a:pt x="6957" y="32759"/>
                  </a:lnTo>
                  <a:lnTo>
                    <a:pt x="6932" y="32957"/>
                  </a:lnTo>
                  <a:lnTo>
                    <a:pt x="6932" y="33129"/>
                  </a:lnTo>
                  <a:lnTo>
                    <a:pt x="6957" y="33327"/>
                  </a:lnTo>
                  <a:lnTo>
                    <a:pt x="6982" y="33524"/>
                  </a:lnTo>
                  <a:lnTo>
                    <a:pt x="7031" y="33721"/>
                  </a:lnTo>
                  <a:lnTo>
                    <a:pt x="7105" y="33894"/>
                  </a:lnTo>
                  <a:lnTo>
                    <a:pt x="7179" y="34067"/>
                  </a:lnTo>
                  <a:lnTo>
                    <a:pt x="7302" y="34264"/>
                  </a:lnTo>
                  <a:lnTo>
                    <a:pt x="7426" y="34412"/>
                  </a:lnTo>
                  <a:lnTo>
                    <a:pt x="7549" y="34560"/>
                  </a:lnTo>
                  <a:lnTo>
                    <a:pt x="7697" y="34708"/>
                  </a:lnTo>
                  <a:lnTo>
                    <a:pt x="8043" y="34979"/>
                  </a:lnTo>
                  <a:lnTo>
                    <a:pt x="8413" y="35177"/>
                  </a:lnTo>
                  <a:lnTo>
                    <a:pt x="8807" y="35349"/>
                  </a:lnTo>
                  <a:lnTo>
                    <a:pt x="9202" y="35497"/>
                  </a:lnTo>
                  <a:lnTo>
                    <a:pt x="9621" y="35596"/>
                  </a:lnTo>
                  <a:lnTo>
                    <a:pt x="10016" y="35670"/>
                  </a:lnTo>
                  <a:lnTo>
                    <a:pt x="10213" y="35695"/>
                  </a:lnTo>
                  <a:lnTo>
                    <a:pt x="10435" y="35695"/>
                  </a:lnTo>
                  <a:lnTo>
                    <a:pt x="10904" y="35670"/>
                  </a:lnTo>
                  <a:lnTo>
                    <a:pt x="11422" y="35621"/>
                  </a:lnTo>
                  <a:lnTo>
                    <a:pt x="11940" y="35522"/>
                  </a:lnTo>
                  <a:lnTo>
                    <a:pt x="12902" y="35325"/>
                  </a:lnTo>
                  <a:lnTo>
                    <a:pt x="13617" y="35127"/>
                  </a:lnTo>
                  <a:lnTo>
                    <a:pt x="13913" y="35892"/>
                  </a:lnTo>
                  <a:lnTo>
                    <a:pt x="14185" y="36657"/>
                  </a:lnTo>
                  <a:lnTo>
                    <a:pt x="14357" y="37175"/>
                  </a:lnTo>
                  <a:lnTo>
                    <a:pt x="14530" y="37693"/>
                  </a:lnTo>
                  <a:lnTo>
                    <a:pt x="14801" y="38729"/>
                  </a:lnTo>
                  <a:lnTo>
                    <a:pt x="15048" y="39740"/>
                  </a:lnTo>
                  <a:lnTo>
                    <a:pt x="15270" y="40752"/>
                  </a:lnTo>
                  <a:lnTo>
                    <a:pt x="15566" y="42059"/>
                  </a:lnTo>
                  <a:lnTo>
                    <a:pt x="15122" y="41146"/>
                  </a:lnTo>
                  <a:lnTo>
                    <a:pt x="14826" y="40554"/>
                  </a:lnTo>
                  <a:lnTo>
                    <a:pt x="14678" y="40307"/>
                  </a:lnTo>
                  <a:lnTo>
                    <a:pt x="14481" y="40085"/>
                  </a:lnTo>
                  <a:lnTo>
                    <a:pt x="14283" y="39839"/>
                  </a:lnTo>
                  <a:lnTo>
                    <a:pt x="14037" y="39567"/>
                  </a:lnTo>
                  <a:lnTo>
                    <a:pt x="13790" y="39321"/>
                  </a:lnTo>
                  <a:lnTo>
                    <a:pt x="13519" y="39099"/>
                  </a:lnTo>
                  <a:lnTo>
                    <a:pt x="13223" y="38852"/>
                  </a:lnTo>
                  <a:lnTo>
                    <a:pt x="12927" y="38630"/>
                  </a:lnTo>
                  <a:lnTo>
                    <a:pt x="12606" y="38433"/>
                  </a:lnTo>
                  <a:lnTo>
                    <a:pt x="12310" y="38260"/>
                  </a:lnTo>
                  <a:lnTo>
                    <a:pt x="11989" y="38112"/>
                  </a:lnTo>
                  <a:lnTo>
                    <a:pt x="11669" y="37989"/>
                  </a:lnTo>
                  <a:lnTo>
                    <a:pt x="11348" y="37915"/>
                  </a:lnTo>
                  <a:lnTo>
                    <a:pt x="11027" y="37865"/>
                  </a:lnTo>
                  <a:lnTo>
                    <a:pt x="10731" y="37865"/>
                  </a:lnTo>
                  <a:lnTo>
                    <a:pt x="10435" y="37915"/>
                  </a:lnTo>
                  <a:lnTo>
                    <a:pt x="10238" y="37964"/>
                  </a:lnTo>
                  <a:lnTo>
                    <a:pt x="10065" y="38038"/>
                  </a:lnTo>
                  <a:lnTo>
                    <a:pt x="9893" y="38137"/>
                  </a:lnTo>
                  <a:lnTo>
                    <a:pt x="9745" y="38260"/>
                  </a:lnTo>
                  <a:lnTo>
                    <a:pt x="9597" y="38408"/>
                  </a:lnTo>
                  <a:lnTo>
                    <a:pt x="9473" y="38531"/>
                  </a:lnTo>
                  <a:lnTo>
                    <a:pt x="9375" y="38704"/>
                  </a:lnTo>
                  <a:lnTo>
                    <a:pt x="9301" y="38852"/>
                  </a:lnTo>
                  <a:lnTo>
                    <a:pt x="9227" y="39049"/>
                  </a:lnTo>
                  <a:lnTo>
                    <a:pt x="9177" y="39222"/>
                  </a:lnTo>
                  <a:lnTo>
                    <a:pt x="9128" y="39419"/>
                  </a:lnTo>
                  <a:lnTo>
                    <a:pt x="9103" y="39592"/>
                  </a:lnTo>
                  <a:lnTo>
                    <a:pt x="9103" y="39789"/>
                  </a:lnTo>
                  <a:lnTo>
                    <a:pt x="9128" y="39987"/>
                  </a:lnTo>
                  <a:lnTo>
                    <a:pt x="9177" y="40184"/>
                  </a:lnTo>
                  <a:lnTo>
                    <a:pt x="9227" y="40381"/>
                  </a:lnTo>
                  <a:lnTo>
                    <a:pt x="9325" y="40554"/>
                  </a:lnTo>
                  <a:lnTo>
                    <a:pt x="9424" y="40752"/>
                  </a:lnTo>
                  <a:lnTo>
                    <a:pt x="9523" y="40924"/>
                  </a:lnTo>
                  <a:lnTo>
                    <a:pt x="9646" y="41072"/>
                  </a:lnTo>
                  <a:lnTo>
                    <a:pt x="9942" y="41393"/>
                  </a:lnTo>
                  <a:lnTo>
                    <a:pt x="10287" y="41664"/>
                  </a:lnTo>
                  <a:lnTo>
                    <a:pt x="10657" y="41886"/>
                  </a:lnTo>
                  <a:lnTo>
                    <a:pt x="11027" y="42084"/>
                  </a:lnTo>
                  <a:lnTo>
                    <a:pt x="11422" y="42256"/>
                  </a:lnTo>
                  <a:lnTo>
                    <a:pt x="11792" y="42380"/>
                  </a:lnTo>
                  <a:lnTo>
                    <a:pt x="12014" y="42429"/>
                  </a:lnTo>
                  <a:lnTo>
                    <a:pt x="12261" y="42478"/>
                  </a:lnTo>
                  <a:lnTo>
                    <a:pt x="12803" y="42528"/>
                  </a:lnTo>
                  <a:lnTo>
                    <a:pt x="14012" y="42528"/>
                  </a:lnTo>
                  <a:lnTo>
                    <a:pt x="14555" y="42478"/>
                  </a:lnTo>
                  <a:lnTo>
                    <a:pt x="15048" y="42429"/>
                  </a:lnTo>
                  <a:lnTo>
                    <a:pt x="15615" y="42380"/>
                  </a:lnTo>
                  <a:lnTo>
                    <a:pt x="16010" y="44476"/>
                  </a:lnTo>
                  <a:lnTo>
                    <a:pt x="16257" y="45907"/>
                  </a:lnTo>
                  <a:lnTo>
                    <a:pt x="17219" y="45907"/>
                  </a:lnTo>
                  <a:lnTo>
                    <a:pt x="16923" y="44304"/>
                  </a:lnTo>
                  <a:lnTo>
                    <a:pt x="16701" y="43169"/>
                  </a:lnTo>
                  <a:lnTo>
                    <a:pt x="16429" y="41985"/>
                  </a:lnTo>
                  <a:lnTo>
                    <a:pt x="17219" y="41640"/>
                  </a:lnTo>
                  <a:lnTo>
                    <a:pt x="17885" y="41344"/>
                  </a:lnTo>
                  <a:lnTo>
                    <a:pt x="18575" y="40974"/>
                  </a:lnTo>
                  <a:lnTo>
                    <a:pt x="18724" y="41122"/>
                  </a:lnTo>
                  <a:lnTo>
                    <a:pt x="18921" y="41294"/>
                  </a:lnTo>
                  <a:lnTo>
                    <a:pt x="19365" y="41640"/>
                  </a:lnTo>
                  <a:lnTo>
                    <a:pt x="19834" y="41960"/>
                  </a:lnTo>
                  <a:lnTo>
                    <a:pt x="20327" y="42256"/>
                  </a:lnTo>
                  <a:lnTo>
                    <a:pt x="21190" y="42725"/>
                  </a:lnTo>
                  <a:lnTo>
                    <a:pt x="21684" y="42972"/>
                  </a:lnTo>
                  <a:lnTo>
                    <a:pt x="20845" y="44945"/>
                  </a:lnTo>
                  <a:lnTo>
                    <a:pt x="20426" y="45907"/>
                  </a:lnTo>
                  <a:lnTo>
                    <a:pt x="21462" y="45907"/>
                  </a:lnTo>
                  <a:lnTo>
                    <a:pt x="21708" y="45315"/>
                  </a:lnTo>
                  <a:lnTo>
                    <a:pt x="22128" y="44230"/>
                  </a:lnTo>
                  <a:lnTo>
                    <a:pt x="22572" y="43095"/>
                  </a:lnTo>
                  <a:lnTo>
                    <a:pt x="23139" y="43194"/>
                  </a:lnTo>
                  <a:lnTo>
                    <a:pt x="23608" y="43292"/>
                  </a:lnTo>
                  <a:lnTo>
                    <a:pt x="24175" y="43366"/>
                  </a:lnTo>
                  <a:lnTo>
                    <a:pt x="24767" y="43416"/>
                  </a:lnTo>
                  <a:lnTo>
                    <a:pt x="25359" y="43465"/>
                  </a:lnTo>
                  <a:lnTo>
                    <a:pt x="25926" y="43465"/>
                  </a:lnTo>
                  <a:lnTo>
                    <a:pt x="26173" y="43440"/>
                  </a:lnTo>
                  <a:lnTo>
                    <a:pt x="26395" y="43391"/>
                  </a:lnTo>
                  <a:lnTo>
                    <a:pt x="26790" y="43292"/>
                  </a:lnTo>
                  <a:lnTo>
                    <a:pt x="27184" y="43144"/>
                  </a:lnTo>
                  <a:lnTo>
                    <a:pt x="27579" y="42972"/>
                  </a:lnTo>
                  <a:lnTo>
                    <a:pt x="27949" y="42774"/>
                  </a:lnTo>
                  <a:lnTo>
                    <a:pt x="28319" y="42528"/>
                  </a:lnTo>
                  <a:lnTo>
                    <a:pt x="28615" y="42256"/>
                  </a:lnTo>
                  <a:lnTo>
                    <a:pt x="28763" y="42108"/>
                  </a:lnTo>
                  <a:lnTo>
                    <a:pt x="28886" y="41936"/>
                  </a:lnTo>
                  <a:lnTo>
                    <a:pt x="29010" y="41763"/>
                  </a:lnTo>
                  <a:lnTo>
                    <a:pt x="29084" y="41590"/>
                  </a:lnTo>
                  <a:lnTo>
                    <a:pt x="29158" y="41393"/>
                  </a:lnTo>
                  <a:lnTo>
                    <a:pt x="29232" y="41196"/>
                  </a:lnTo>
                  <a:lnTo>
                    <a:pt x="29256" y="41023"/>
                  </a:lnTo>
                  <a:lnTo>
                    <a:pt x="29281" y="40826"/>
                  </a:lnTo>
                  <a:lnTo>
                    <a:pt x="29281" y="40628"/>
                  </a:lnTo>
                  <a:lnTo>
                    <a:pt x="29256" y="40431"/>
                  </a:lnTo>
                  <a:lnTo>
                    <a:pt x="29207" y="40258"/>
                  </a:lnTo>
                  <a:lnTo>
                    <a:pt x="29158" y="40061"/>
                  </a:lnTo>
                  <a:lnTo>
                    <a:pt x="29084" y="39888"/>
                  </a:lnTo>
                  <a:lnTo>
                    <a:pt x="28985" y="39740"/>
                  </a:lnTo>
                  <a:lnTo>
                    <a:pt x="28862" y="39592"/>
                  </a:lnTo>
                  <a:lnTo>
                    <a:pt x="28738" y="39444"/>
                  </a:lnTo>
                  <a:lnTo>
                    <a:pt x="28590" y="39321"/>
                  </a:lnTo>
                  <a:lnTo>
                    <a:pt x="28442" y="39197"/>
                  </a:lnTo>
                  <a:lnTo>
                    <a:pt x="28270" y="39099"/>
                  </a:lnTo>
                  <a:lnTo>
                    <a:pt x="28072" y="39025"/>
                  </a:lnTo>
                  <a:lnTo>
                    <a:pt x="27776" y="38951"/>
                  </a:lnTo>
                  <a:lnTo>
                    <a:pt x="27184" y="38951"/>
                  </a:lnTo>
                  <a:lnTo>
                    <a:pt x="26864" y="39025"/>
                  </a:lnTo>
                  <a:lnTo>
                    <a:pt x="26518" y="39123"/>
                  </a:lnTo>
                  <a:lnTo>
                    <a:pt x="26198" y="39247"/>
                  </a:lnTo>
                  <a:lnTo>
                    <a:pt x="25877" y="39395"/>
                  </a:lnTo>
                  <a:lnTo>
                    <a:pt x="25556" y="39567"/>
                  </a:lnTo>
                  <a:lnTo>
                    <a:pt x="25236" y="39765"/>
                  </a:lnTo>
                  <a:lnTo>
                    <a:pt x="24915" y="39987"/>
                  </a:lnTo>
                  <a:lnTo>
                    <a:pt x="24644" y="40209"/>
                  </a:lnTo>
                  <a:lnTo>
                    <a:pt x="24372" y="40431"/>
                  </a:lnTo>
                  <a:lnTo>
                    <a:pt x="24101" y="40653"/>
                  </a:lnTo>
                  <a:lnTo>
                    <a:pt x="23879" y="40900"/>
                  </a:lnTo>
                  <a:lnTo>
                    <a:pt x="23682" y="41122"/>
                  </a:lnTo>
                  <a:lnTo>
                    <a:pt x="23509" y="41344"/>
                  </a:lnTo>
                  <a:lnTo>
                    <a:pt x="22720" y="42676"/>
                  </a:lnTo>
                  <a:lnTo>
                    <a:pt x="22720" y="42676"/>
                  </a:lnTo>
                  <a:lnTo>
                    <a:pt x="23090" y="41738"/>
                  </a:lnTo>
                  <a:lnTo>
                    <a:pt x="23435" y="40752"/>
                  </a:lnTo>
                  <a:lnTo>
                    <a:pt x="23780" y="39740"/>
                  </a:lnTo>
                  <a:lnTo>
                    <a:pt x="24076" y="38704"/>
                  </a:lnTo>
                  <a:lnTo>
                    <a:pt x="24224" y="38161"/>
                  </a:lnTo>
                  <a:lnTo>
                    <a:pt x="24372" y="37619"/>
                  </a:lnTo>
                  <a:lnTo>
                    <a:pt x="24644" y="36336"/>
                  </a:lnTo>
                  <a:lnTo>
                    <a:pt x="24866" y="35029"/>
                  </a:lnTo>
                  <a:lnTo>
                    <a:pt x="25532" y="35251"/>
                  </a:lnTo>
                  <a:lnTo>
                    <a:pt x="26000" y="35399"/>
                  </a:lnTo>
                  <a:lnTo>
                    <a:pt x="26494" y="35547"/>
                  </a:lnTo>
                  <a:lnTo>
                    <a:pt x="27036" y="35695"/>
                  </a:lnTo>
                  <a:lnTo>
                    <a:pt x="27554" y="35793"/>
                  </a:lnTo>
                  <a:lnTo>
                    <a:pt x="28072" y="35867"/>
                  </a:lnTo>
                  <a:lnTo>
                    <a:pt x="28492" y="35867"/>
                  </a:lnTo>
                  <a:lnTo>
                    <a:pt x="28886" y="35818"/>
                  </a:lnTo>
                  <a:lnTo>
                    <a:pt x="29306" y="35744"/>
                  </a:lnTo>
                  <a:lnTo>
                    <a:pt x="29725" y="35645"/>
                  </a:lnTo>
                  <a:lnTo>
                    <a:pt x="30120" y="35497"/>
                  </a:lnTo>
                  <a:lnTo>
                    <a:pt x="30515" y="35300"/>
                  </a:lnTo>
                  <a:lnTo>
                    <a:pt x="30860" y="35078"/>
                  </a:lnTo>
                  <a:lnTo>
                    <a:pt x="31033" y="34955"/>
                  </a:lnTo>
                  <a:lnTo>
                    <a:pt x="31181" y="34807"/>
                  </a:lnTo>
                  <a:lnTo>
                    <a:pt x="31329" y="34659"/>
                  </a:lnTo>
                  <a:lnTo>
                    <a:pt x="31427" y="34486"/>
                  </a:lnTo>
                  <a:lnTo>
                    <a:pt x="31526" y="34313"/>
                  </a:lnTo>
                  <a:lnTo>
                    <a:pt x="31625" y="34141"/>
                  </a:lnTo>
                  <a:lnTo>
                    <a:pt x="31674" y="33943"/>
                  </a:lnTo>
                  <a:lnTo>
                    <a:pt x="31723" y="33746"/>
                  </a:lnTo>
                  <a:lnTo>
                    <a:pt x="31748" y="33573"/>
                  </a:lnTo>
                  <a:lnTo>
                    <a:pt x="31773" y="33376"/>
                  </a:lnTo>
                  <a:lnTo>
                    <a:pt x="31748" y="33179"/>
                  </a:lnTo>
                  <a:lnTo>
                    <a:pt x="31723" y="33006"/>
                  </a:lnTo>
                  <a:lnTo>
                    <a:pt x="31674" y="32809"/>
                  </a:lnTo>
                  <a:lnTo>
                    <a:pt x="31600" y="32636"/>
                  </a:lnTo>
                  <a:lnTo>
                    <a:pt x="31526" y="32463"/>
                  </a:lnTo>
                  <a:lnTo>
                    <a:pt x="31427" y="32315"/>
                  </a:lnTo>
                  <a:lnTo>
                    <a:pt x="31304" y="32167"/>
                  </a:lnTo>
                  <a:lnTo>
                    <a:pt x="31156" y="32019"/>
                  </a:lnTo>
                  <a:lnTo>
                    <a:pt x="30983" y="31921"/>
                  </a:lnTo>
                  <a:lnTo>
                    <a:pt x="30811" y="31797"/>
                  </a:lnTo>
                  <a:lnTo>
                    <a:pt x="30539" y="31699"/>
                  </a:lnTo>
                  <a:lnTo>
                    <a:pt x="30243" y="31625"/>
                  </a:lnTo>
                  <a:lnTo>
                    <a:pt x="29947" y="31600"/>
                  </a:lnTo>
                  <a:lnTo>
                    <a:pt x="29602" y="31625"/>
                  </a:lnTo>
                  <a:lnTo>
                    <a:pt x="29281" y="31649"/>
                  </a:lnTo>
                  <a:lnTo>
                    <a:pt x="28936" y="31723"/>
                  </a:lnTo>
                  <a:lnTo>
                    <a:pt x="28590" y="31847"/>
                  </a:lnTo>
                  <a:lnTo>
                    <a:pt x="28245" y="31970"/>
                  </a:lnTo>
                  <a:lnTo>
                    <a:pt x="27900" y="32118"/>
                  </a:lnTo>
                  <a:lnTo>
                    <a:pt x="27554" y="32266"/>
                  </a:lnTo>
                  <a:lnTo>
                    <a:pt x="27234" y="32439"/>
                  </a:lnTo>
                  <a:lnTo>
                    <a:pt x="26938" y="32636"/>
                  </a:lnTo>
                  <a:lnTo>
                    <a:pt x="26642" y="32809"/>
                  </a:lnTo>
                  <a:lnTo>
                    <a:pt x="26395" y="33006"/>
                  </a:lnTo>
                  <a:lnTo>
                    <a:pt x="26148" y="33203"/>
                  </a:lnTo>
                  <a:lnTo>
                    <a:pt x="25951" y="33401"/>
                  </a:lnTo>
                  <a:lnTo>
                    <a:pt x="25532" y="33894"/>
                  </a:lnTo>
                  <a:lnTo>
                    <a:pt x="24915" y="34683"/>
                  </a:lnTo>
                  <a:lnTo>
                    <a:pt x="25038" y="33894"/>
                  </a:lnTo>
                  <a:lnTo>
                    <a:pt x="25162" y="33080"/>
                  </a:lnTo>
                  <a:lnTo>
                    <a:pt x="25408" y="30761"/>
                  </a:lnTo>
                  <a:lnTo>
                    <a:pt x="25655" y="28393"/>
                  </a:lnTo>
                  <a:lnTo>
                    <a:pt x="25803" y="26962"/>
                  </a:lnTo>
                  <a:lnTo>
                    <a:pt x="26296" y="27135"/>
                  </a:lnTo>
                  <a:lnTo>
                    <a:pt x="26765" y="27283"/>
                  </a:lnTo>
                  <a:lnTo>
                    <a:pt x="27308" y="27456"/>
                  </a:lnTo>
                  <a:lnTo>
                    <a:pt x="27900" y="27604"/>
                  </a:lnTo>
                  <a:lnTo>
                    <a:pt x="28492" y="27752"/>
                  </a:lnTo>
                  <a:lnTo>
                    <a:pt x="29059" y="27826"/>
                  </a:lnTo>
                  <a:lnTo>
                    <a:pt x="29306" y="27850"/>
                  </a:lnTo>
                  <a:lnTo>
                    <a:pt x="29553" y="27826"/>
                  </a:lnTo>
                  <a:lnTo>
                    <a:pt x="29947" y="27801"/>
                  </a:lnTo>
                  <a:lnTo>
                    <a:pt x="30367" y="27727"/>
                  </a:lnTo>
                  <a:lnTo>
                    <a:pt x="30761" y="27604"/>
                  </a:lnTo>
                  <a:lnTo>
                    <a:pt x="31181" y="27456"/>
                  </a:lnTo>
                  <a:lnTo>
                    <a:pt x="31575" y="27283"/>
                  </a:lnTo>
                  <a:lnTo>
                    <a:pt x="31921" y="27061"/>
                  </a:lnTo>
                  <a:lnTo>
                    <a:pt x="32093" y="26913"/>
                  </a:lnTo>
                  <a:lnTo>
                    <a:pt x="32241" y="26790"/>
                  </a:lnTo>
                  <a:lnTo>
                    <a:pt x="32365" y="26617"/>
                  </a:lnTo>
                  <a:lnTo>
                    <a:pt x="32488" y="26469"/>
                  </a:lnTo>
                  <a:lnTo>
                    <a:pt x="32587" y="26296"/>
                  </a:lnTo>
                  <a:lnTo>
                    <a:pt x="32661" y="26099"/>
                  </a:lnTo>
                  <a:lnTo>
                    <a:pt x="32735" y="25926"/>
                  </a:lnTo>
                  <a:lnTo>
                    <a:pt x="32784" y="25729"/>
                  </a:lnTo>
                  <a:lnTo>
                    <a:pt x="32809" y="25532"/>
                  </a:lnTo>
                  <a:lnTo>
                    <a:pt x="32809" y="25359"/>
                  </a:lnTo>
                  <a:lnTo>
                    <a:pt x="32809" y="25162"/>
                  </a:lnTo>
                  <a:lnTo>
                    <a:pt x="32784" y="24964"/>
                  </a:lnTo>
                  <a:lnTo>
                    <a:pt x="32735" y="24792"/>
                  </a:lnTo>
                  <a:lnTo>
                    <a:pt x="32661" y="24619"/>
                  </a:lnTo>
                  <a:lnTo>
                    <a:pt x="32562" y="24446"/>
                  </a:lnTo>
                  <a:lnTo>
                    <a:pt x="32463" y="24298"/>
                  </a:lnTo>
                  <a:lnTo>
                    <a:pt x="32340" y="24150"/>
                  </a:lnTo>
                  <a:lnTo>
                    <a:pt x="32217" y="24002"/>
                  </a:lnTo>
                  <a:lnTo>
                    <a:pt x="32044" y="23879"/>
                  </a:lnTo>
                  <a:lnTo>
                    <a:pt x="31871" y="23780"/>
                  </a:lnTo>
                  <a:lnTo>
                    <a:pt x="31600" y="23657"/>
                  </a:lnTo>
                  <a:lnTo>
                    <a:pt x="31304" y="23608"/>
                  </a:lnTo>
                  <a:lnTo>
                    <a:pt x="30983" y="23583"/>
                  </a:lnTo>
                  <a:lnTo>
                    <a:pt x="30663" y="23583"/>
                  </a:lnTo>
                  <a:lnTo>
                    <a:pt x="30317" y="23632"/>
                  </a:lnTo>
                  <a:lnTo>
                    <a:pt x="29972" y="23706"/>
                  </a:lnTo>
                  <a:lnTo>
                    <a:pt x="29627" y="23805"/>
                  </a:lnTo>
                  <a:lnTo>
                    <a:pt x="29281" y="23928"/>
                  </a:lnTo>
                  <a:lnTo>
                    <a:pt x="28936" y="24076"/>
                  </a:lnTo>
                  <a:lnTo>
                    <a:pt x="28615" y="24249"/>
                  </a:lnTo>
                  <a:lnTo>
                    <a:pt x="28294" y="24422"/>
                  </a:lnTo>
                  <a:lnTo>
                    <a:pt x="27974" y="24594"/>
                  </a:lnTo>
                  <a:lnTo>
                    <a:pt x="27702" y="24792"/>
                  </a:lnTo>
                  <a:lnTo>
                    <a:pt x="27431" y="24989"/>
                  </a:lnTo>
                  <a:lnTo>
                    <a:pt x="27209" y="25186"/>
                  </a:lnTo>
                  <a:lnTo>
                    <a:pt x="27012" y="25359"/>
                  </a:lnTo>
                  <a:lnTo>
                    <a:pt x="26469" y="26025"/>
                  </a:lnTo>
                  <a:lnTo>
                    <a:pt x="25803" y="26864"/>
                  </a:lnTo>
                  <a:lnTo>
                    <a:pt x="25803" y="26864"/>
                  </a:lnTo>
                  <a:lnTo>
                    <a:pt x="25976" y="25285"/>
                  </a:lnTo>
                  <a:lnTo>
                    <a:pt x="26198" y="23731"/>
                  </a:lnTo>
                  <a:lnTo>
                    <a:pt x="26370" y="22670"/>
                  </a:lnTo>
                  <a:lnTo>
                    <a:pt x="26592" y="21634"/>
                  </a:lnTo>
                  <a:lnTo>
                    <a:pt x="26839" y="20623"/>
                  </a:lnTo>
                  <a:lnTo>
                    <a:pt x="27110" y="19611"/>
                  </a:lnTo>
                  <a:lnTo>
                    <a:pt x="27554" y="19784"/>
                  </a:lnTo>
                  <a:lnTo>
                    <a:pt x="28023" y="19932"/>
                  </a:lnTo>
                  <a:lnTo>
                    <a:pt x="28566" y="20105"/>
                  </a:lnTo>
                  <a:lnTo>
                    <a:pt x="29182" y="20253"/>
                  </a:lnTo>
                  <a:lnTo>
                    <a:pt x="29775" y="20401"/>
                  </a:lnTo>
                  <a:lnTo>
                    <a:pt x="30367" y="20475"/>
                  </a:lnTo>
                  <a:lnTo>
                    <a:pt x="30638" y="20500"/>
                  </a:lnTo>
                  <a:lnTo>
                    <a:pt x="30860" y="20500"/>
                  </a:lnTo>
                  <a:lnTo>
                    <a:pt x="31279" y="20450"/>
                  </a:lnTo>
                  <a:lnTo>
                    <a:pt x="31674" y="20376"/>
                  </a:lnTo>
                  <a:lnTo>
                    <a:pt x="32093" y="20278"/>
                  </a:lnTo>
                  <a:lnTo>
                    <a:pt x="32513" y="20130"/>
                  </a:lnTo>
                  <a:lnTo>
                    <a:pt x="32883" y="19932"/>
                  </a:lnTo>
                  <a:lnTo>
                    <a:pt x="33253" y="19710"/>
                  </a:lnTo>
                  <a:lnTo>
                    <a:pt x="33401" y="19587"/>
                  </a:lnTo>
                  <a:lnTo>
                    <a:pt x="33549" y="19439"/>
                  </a:lnTo>
                  <a:lnTo>
                    <a:pt x="33697" y="19291"/>
                  </a:lnTo>
                  <a:lnTo>
                    <a:pt x="33820" y="19118"/>
                  </a:lnTo>
                  <a:lnTo>
                    <a:pt x="33919" y="18945"/>
                  </a:lnTo>
                  <a:lnTo>
                    <a:pt x="33993" y="18773"/>
                  </a:lnTo>
                  <a:lnTo>
                    <a:pt x="34067" y="18575"/>
                  </a:lnTo>
                  <a:lnTo>
                    <a:pt x="34091" y="18378"/>
                  </a:lnTo>
                  <a:lnTo>
                    <a:pt x="34141" y="18205"/>
                  </a:lnTo>
                  <a:lnTo>
                    <a:pt x="34141" y="18008"/>
                  </a:lnTo>
                  <a:lnTo>
                    <a:pt x="34116" y="17811"/>
                  </a:lnTo>
                  <a:lnTo>
                    <a:pt x="34091" y="17638"/>
                  </a:lnTo>
                  <a:lnTo>
                    <a:pt x="34042" y="17441"/>
                  </a:lnTo>
                  <a:lnTo>
                    <a:pt x="33993" y="17268"/>
                  </a:lnTo>
                  <a:lnTo>
                    <a:pt x="33894" y="17095"/>
                  </a:lnTo>
                  <a:lnTo>
                    <a:pt x="33795" y="16947"/>
                  </a:lnTo>
                  <a:lnTo>
                    <a:pt x="33672" y="16799"/>
                  </a:lnTo>
                  <a:lnTo>
                    <a:pt x="33524" y="16676"/>
                  </a:lnTo>
                  <a:lnTo>
                    <a:pt x="33376" y="16553"/>
                  </a:lnTo>
                  <a:lnTo>
                    <a:pt x="33179" y="16429"/>
                  </a:lnTo>
                  <a:lnTo>
                    <a:pt x="32907" y="16331"/>
                  </a:lnTo>
                  <a:lnTo>
                    <a:pt x="32611" y="16257"/>
                  </a:lnTo>
                  <a:lnTo>
                    <a:pt x="32315" y="16232"/>
                  </a:lnTo>
                  <a:lnTo>
                    <a:pt x="31995" y="16257"/>
                  </a:lnTo>
                  <a:lnTo>
                    <a:pt x="31649" y="16281"/>
                  </a:lnTo>
                  <a:lnTo>
                    <a:pt x="31304" y="16355"/>
                  </a:lnTo>
                  <a:lnTo>
                    <a:pt x="30959" y="16479"/>
                  </a:lnTo>
                  <a:lnTo>
                    <a:pt x="30613" y="16602"/>
                  </a:lnTo>
                  <a:lnTo>
                    <a:pt x="30268" y="16750"/>
                  </a:lnTo>
                  <a:lnTo>
                    <a:pt x="29923" y="16898"/>
                  </a:lnTo>
                  <a:lnTo>
                    <a:pt x="29602" y="17071"/>
                  </a:lnTo>
                  <a:lnTo>
                    <a:pt x="29306" y="17268"/>
                  </a:lnTo>
                  <a:lnTo>
                    <a:pt x="29034" y="17441"/>
                  </a:lnTo>
                  <a:lnTo>
                    <a:pt x="28763" y="17638"/>
                  </a:lnTo>
                  <a:lnTo>
                    <a:pt x="28516" y="17835"/>
                  </a:lnTo>
                  <a:lnTo>
                    <a:pt x="28319" y="18033"/>
                  </a:lnTo>
                  <a:lnTo>
                    <a:pt x="27752" y="18723"/>
                  </a:lnTo>
                  <a:lnTo>
                    <a:pt x="27110" y="19562"/>
                  </a:lnTo>
                  <a:lnTo>
                    <a:pt x="27184" y="19315"/>
                  </a:lnTo>
                  <a:lnTo>
                    <a:pt x="27357" y="18797"/>
                  </a:lnTo>
                  <a:lnTo>
                    <a:pt x="27530" y="18279"/>
                  </a:lnTo>
                  <a:lnTo>
                    <a:pt x="27924" y="17293"/>
                  </a:lnTo>
                  <a:lnTo>
                    <a:pt x="28368" y="16331"/>
                  </a:lnTo>
                  <a:lnTo>
                    <a:pt x="28812" y="15418"/>
                  </a:lnTo>
                  <a:lnTo>
                    <a:pt x="29084" y="14900"/>
                  </a:lnTo>
                  <a:lnTo>
                    <a:pt x="29355" y="14407"/>
                  </a:lnTo>
                  <a:lnTo>
                    <a:pt x="29923" y="13445"/>
                  </a:lnTo>
                  <a:lnTo>
                    <a:pt x="30515" y="13741"/>
                  </a:lnTo>
                  <a:lnTo>
                    <a:pt x="30959" y="13938"/>
                  </a:lnTo>
                  <a:lnTo>
                    <a:pt x="31477" y="14160"/>
                  </a:lnTo>
                  <a:lnTo>
                    <a:pt x="31995" y="14357"/>
                  </a:lnTo>
                  <a:lnTo>
                    <a:pt x="32537" y="14530"/>
                  </a:lnTo>
                  <a:lnTo>
                    <a:pt x="33055" y="14653"/>
                  </a:lnTo>
                  <a:lnTo>
                    <a:pt x="33277" y="14678"/>
                  </a:lnTo>
                  <a:lnTo>
                    <a:pt x="33499" y="14703"/>
                  </a:lnTo>
                  <a:lnTo>
                    <a:pt x="33894" y="14703"/>
                  </a:lnTo>
                  <a:lnTo>
                    <a:pt x="34313" y="14678"/>
                  </a:lnTo>
                  <a:lnTo>
                    <a:pt x="34733" y="14629"/>
                  </a:lnTo>
                  <a:lnTo>
                    <a:pt x="35152" y="14530"/>
                  </a:lnTo>
                  <a:lnTo>
                    <a:pt x="35571" y="14382"/>
                  </a:lnTo>
                  <a:lnTo>
                    <a:pt x="35941" y="14185"/>
                  </a:lnTo>
                  <a:lnTo>
                    <a:pt x="36114" y="14086"/>
                  </a:lnTo>
                  <a:lnTo>
                    <a:pt x="36287" y="13963"/>
                  </a:lnTo>
                  <a:lnTo>
                    <a:pt x="36435" y="13815"/>
                  </a:lnTo>
                  <a:lnTo>
                    <a:pt x="36583" y="13667"/>
                  </a:lnTo>
                  <a:lnTo>
                    <a:pt x="36681" y="13494"/>
                  </a:lnTo>
                  <a:lnTo>
                    <a:pt x="36805" y="13321"/>
                  </a:lnTo>
                  <a:lnTo>
                    <a:pt x="36879" y="13149"/>
                  </a:lnTo>
                  <a:lnTo>
                    <a:pt x="36953" y="12976"/>
                  </a:lnTo>
                  <a:lnTo>
                    <a:pt x="36977" y="12779"/>
                  </a:lnTo>
                  <a:lnTo>
                    <a:pt x="37027" y="12606"/>
                  </a:lnTo>
                  <a:lnTo>
                    <a:pt x="37027" y="12409"/>
                  </a:lnTo>
                  <a:lnTo>
                    <a:pt x="37027" y="12211"/>
                  </a:lnTo>
                  <a:lnTo>
                    <a:pt x="37002" y="12039"/>
                  </a:lnTo>
                  <a:lnTo>
                    <a:pt x="36953" y="11841"/>
                  </a:lnTo>
                  <a:lnTo>
                    <a:pt x="36879" y="11669"/>
                  </a:lnTo>
                  <a:lnTo>
                    <a:pt x="36780" y="11496"/>
                  </a:lnTo>
                  <a:lnTo>
                    <a:pt x="36681" y="11348"/>
                  </a:lnTo>
                  <a:lnTo>
                    <a:pt x="36558" y="11200"/>
                  </a:lnTo>
                  <a:lnTo>
                    <a:pt x="36410" y="11052"/>
                  </a:lnTo>
                  <a:lnTo>
                    <a:pt x="36237" y="10929"/>
                  </a:lnTo>
                  <a:lnTo>
                    <a:pt x="35991" y="10781"/>
                  </a:lnTo>
                  <a:lnTo>
                    <a:pt x="35695" y="10682"/>
                  </a:lnTo>
                  <a:lnTo>
                    <a:pt x="35399" y="10633"/>
                  </a:lnTo>
                  <a:lnTo>
                    <a:pt x="35078" y="10608"/>
                  </a:lnTo>
                  <a:lnTo>
                    <a:pt x="34733" y="10608"/>
                  </a:lnTo>
                  <a:lnTo>
                    <a:pt x="34387" y="10657"/>
                  </a:lnTo>
                  <a:lnTo>
                    <a:pt x="34017" y="10707"/>
                  </a:lnTo>
                  <a:lnTo>
                    <a:pt x="33672" y="10805"/>
                  </a:lnTo>
                  <a:lnTo>
                    <a:pt x="33302" y="10904"/>
                  </a:lnTo>
                  <a:lnTo>
                    <a:pt x="32957" y="11027"/>
                  </a:lnTo>
                  <a:lnTo>
                    <a:pt x="32611" y="11175"/>
                  </a:lnTo>
                  <a:lnTo>
                    <a:pt x="32291" y="11323"/>
                  </a:lnTo>
                  <a:lnTo>
                    <a:pt x="31995" y="11471"/>
                  </a:lnTo>
                  <a:lnTo>
                    <a:pt x="31723" y="11644"/>
                  </a:lnTo>
                  <a:lnTo>
                    <a:pt x="31452" y="11817"/>
                  </a:lnTo>
                  <a:lnTo>
                    <a:pt x="31230" y="11965"/>
                  </a:lnTo>
                  <a:lnTo>
                    <a:pt x="30243" y="12976"/>
                  </a:lnTo>
                  <a:lnTo>
                    <a:pt x="30761" y="12137"/>
                  </a:lnTo>
                  <a:lnTo>
                    <a:pt x="31255" y="11422"/>
                  </a:lnTo>
                  <a:lnTo>
                    <a:pt x="31748" y="10756"/>
                  </a:lnTo>
                  <a:lnTo>
                    <a:pt x="32661" y="9547"/>
                  </a:lnTo>
                  <a:lnTo>
                    <a:pt x="33623" y="8388"/>
                  </a:lnTo>
                  <a:lnTo>
                    <a:pt x="34289" y="8363"/>
                  </a:lnTo>
                  <a:lnTo>
                    <a:pt x="34782" y="8338"/>
                  </a:lnTo>
                  <a:lnTo>
                    <a:pt x="35325" y="8289"/>
                  </a:lnTo>
                  <a:lnTo>
                    <a:pt x="35892" y="8215"/>
                  </a:lnTo>
                  <a:lnTo>
                    <a:pt x="36435" y="8116"/>
                  </a:lnTo>
                  <a:lnTo>
                    <a:pt x="36928" y="7993"/>
                  </a:lnTo>
                  <a:lnTo>
                    <a:pt x="37150" y="7944"/>
                  </a:lnTo>
                  <a:lnTo>
                    <a:pt x="37347" y="7845"/>
                  </a:lnTo>
                  <a:lnTo>
                    <a:pt x="37693" y="7672"/>
                  </a:lnTo>
                  <a:lnTo>
                    <a:pt x="38063" y="7450"/>
                  </a:lnTo>
                  <a:lnTo>
                    <a:pt x="38408" y="7204"/>
                  </a:lnTo>
                  <a:lnTo>
                    <a:pt x="38729" y="6908"/>
                  </a:lnTo>
                  <a:lnTo>
                    <a:pt x="39025" y="6612"/>
                  </a:lnTo>
                  <a:lnTo>
                    <a:pt x="39271" y="6266"/>
                  </a:lnTo>
                  <a:lnTo>
                    <a:pt x="39370" y="6094"/>
                  </a:lnTo>
                  <a:lnTo>
                    <a:pt x="39469" y="5896"/>
                  </a:lnTo>
                  <a:lnTo>
                    <a:pt x="39543" y="5699"/>
                  </a:lnTo>
                  <a:lnTo>
                    <a:pt x="39592" y="5502"/>
                  </a:lnTo>
                  <a:lnTo>
                    <a:pt x="39617" y="5304"/>
                  </a:lnTo>
                  <a:lnTo>
                    <a:pt x="39641" y="5107"/>
                  </a:lnTo>
                  <a:lnTo>
                    <a:pt x="39617" y="4910"/>
                  </a:lnTo>
                  <a:lnTo>
                    <a:pt x="39592" y="4712"/>
                  </a:lnTo>
                  <a:lnTo>
                    <a:pt x="39567" y="4540"/>
                  </a:lnTo>
                  <a:lnTo>
                    <a:pt x="39493" y="4342"/>
                  </a:lnTo>
                  <a:lnTo>
                    <a:pt x="39419" y="4170"/>
                  </a:lnTo>
                  <a:lnTo>
                    <a:pt x="39321" y="4022"/>
                  </a:lnTo>
                  <a:lnTo>
                    <a:pt x="39222" y="3874"/>
                  </a:lnTo>
                  <a:lnTo>
                    <a:pt x="39074" y="3726"/>
                  </a:lnTo>
                  <a:lnTo>
                    <a:pt x="38951" y="3602"/>
                  </a:lnTo>
                  <a:lnTo>
                    <a:pt x="38803" y="3479"/>
                  </a:lnTo>
                  <a:lnTo>
                    <a:pt x="38630" y="3380"/>
                  </a:lnTo>
                  <a:lnTo>
                    <a:pt x="38433" y="3306"/>
                  </a:lnTo>
                  <a:lnTo>
                    <a:pt x="38260" y="3257"/>
                  </a:lnTo>
                  <a:lnTo>
                    <a:pt x="38038" y="3232"/>
                  </a:lnTo>
                  <a:lnTo>
                    <a:pt x="37742" y="3232"/>
                  </a:lnTo>
                  <a:lnTo>
                    <a:pt x="37446" y="3257"/>
                  </a:lnTo>
                  <a:lnTo>
                    <a:pt x="37150" y="3356"/>
                  </a:lnTo>
                  <a:lnTo>
                    <a:pt x="36854" y="3479"/>
                  </a:lnTo>
                  <a:lnTo>
                    <a:pt x="36558" y="3652"/>
                  </a:lnTo>
                  <a:lnTo>
                    <a:pt x="36262" y="3849"/>
                  </a:lnTo>
                  <a:lnTo>
                    <a:pt x="35966" y="4071"/>
                  </a:lnTo>
                  <a:lnTo>
                    <a:pt x="35695" y="4293"/>
                  </a:lnTo>
                  <a:lnTo>
                    <a:pt x="35423" y="4564"/>
                  </a:lnTo>
                  <a:lnTo>
                    <a:pt x="35177" y="4836"/>
                  </a:lnTo>
                  <a:lnTo>
                    <a:pt x="34930" y="5107"/>
                  </a:lnTo>
                  <a:lnTo>
                    <a:pt x="34733" y="5403"/>
                  </a:lnTo>
                  <a:lnTo>
                    <a:pt x="34535" y="5674"/>
                  </a:lnTo>
                  <a:lnTo>
                    <a:pt x="34338" y="5946"/>
                  </a:lnTo>
                  <a:lnTo>
                    <a:pt x="34190" y="6217"/>
                  </a:lnTo>
                  <a:lnTo>
                    <a:pt x="34091" y="6464"/>
                  </a:lnTo>
                  <a:lnTo>
                    <a:pt x="33746" y="7475"/>
                  </a:lnTo>
                  <a:lnTo>
                    <a:pt x="33573" y="8092"/>
                  </a:lnTo>
                  <a:lnTo>
                    <a:pt x="33499" y="8388"/>
                  </a:lnTo>
                  <a:lnTo>
                    <a:pt x="33524" y="8388"/>
                  </a:lnTo>
                  <a:lnTo>
                    <a:pt x="32587" y="9473"/>
                  </a:lnTo>
                  <a:lnTo>
                    <a:pt x="31625" y="10682"/>
                  </a:lnTo>
                  <a:lnTo>
                    <a:pt x="31131" y="11348"/>
                  </a:lnTo>
                  <a:lnTo>
                    <a:pt x="30613" y="12039"/>
                  </a:lnTo>
                  <a:lnTo>
                    <a:pt x="30120" y="12803"/>
                  </a:lnTo>
                  <a:lnTo>
                    <a:pt x="29602" y="13593"/>
                  </a:lnTo>
                  <a:lnTo>
                    <a:pt x="29084" y="14407"/>
                  </a:lnTo>
                  <a:lnTo>
                    <a:pt x="28590" y="15295"/>
                  </a:lnTo>
                  <a:lnTo>
                    <a:pt x="28097" y="16207"/>
                  </a:lnTo>
                  <a:lnTo>
                    <a:pt x="27653" y="17169"/>
                  </a:lnTo>
                  <a:lnTo>
                    <a:pt x="27234" y="18156"/>
                  </a:lnTo>
                  <a:lnTo>
                    <a:pt x="27036" y="18674"/>
                  </a:lnTo>
                  <a:lnTo>
                    <a:pt x="26839" y="19217"/>
                  </a:lnTo>
                  <a:lnTo>
                    <a:pt x="26839" y="18205"/>
                  </a:lnTo>
                  <a:lnTo>
                    <a:pt x="26814" y="17416"/>
                  </a:lnTo>
                  <a:lnTo>
                    <a:pt x="26765" y="17145"/>
                  </a:lnTo>
                  <a:lnTo>
                    <a:pt x="26691" y="16849"/>
                  </a:lnTo>
                  <a:lnTo>
                    <a:pt x="26617" y="16553"/>
                  </a:lnTo>
                  <a:lnTo>
                    <a:pt x="26494" y="16207"/>
                  </a:lnTo>
                  <a:lnTo>
                    <a:pt x="26370" y="15887"/>
                  </a:lnTo>
                  <a:lnTo>
                    <a:pt x="26222" y="15541"/>
                  </a:lnTo>
                  <a:lnTo>
                    <a:pt x="26050" y="15221"/>
                  </a:lnTo>
                  <a:lnTo>
                    <a:pt x="25877" y="14900"/>
                  </a:lnTo>
                  <a:lnTo>
                    <a:pt x="25680" y="14579"/>
                  </a:lnTo>
                  <a:lnTo>
                    <a:pt x="25482" y="14283"/>
                  </a:lnTo>
                  <a:lnTo>
                    <a:pt x="25236" y="14012"/>
                  </a:lnTo>
                  <a:lnTo>
                    <a:pt x="25014" y="13765"/>
                  </a:lnTo>
                  <a:lnTo>
                    <a:pt x="24742" y="13568"/>
                  </a:lnTo>
                  <a:lnTo>
                    <a:pt x="24496" y="13395"/>
                  </a:lnTo>
                  <a:lnTo>
                    <a:pt x="24224" y="13272"/>
                  </a:lnTo>
                  <a:lnTo>
                    <a:pt x="23928" y="13198"/>
                  </a:lnTo>
                  <a:lnTo>
                    <a:pt x="23731" y="13173"/>
                  </a:lnTo>
                  <a:lnTo>
                    <a:pt x="23534" y="13149"/>
                  </a:lnTo>
                  <a:lnTo>
                    <a:pt x="23336" y="13173"/>
                  </a:lnTo>
                  <a:lnTo>
                    <a:pt x="23139" y="13223"/>
                  </a:lnTo>
                  <a:lnTo>
                    <a:pt x="22966" y="13272"/>
                  </a:lnTo>
                  <a:lnTo>
                    <a:pt x="22794" y="13371"/>
                  </a:lnTo>
                  <a:lnTo>
                    <a:pt x="22646" y="13469"/>
                  </a:lnTo>
                  <a:lnTo>
                    <a:pt x="22473" y="13568"/>
                  </a:lnTo>
                  <a:lnTo>
                    <a:pt x="22350" y="13716"/>
                  </a:lnTo>
                  <a:lnTo>
                    <a:pt x="22226" y="13839"/>
                  </a:lnTo>
                  <a:lnTo>
                    <a:pt x="22103" y="14012"/>
                  </a:lnTo>
                  <a:lnTo>
                    <a:pt x="22004" y="14185"/>
                  </a:lnTo>
                  <a:lnTo>
                    <a:pt x="21930" y="14357"/>
                  </a:lnTo>
                  <a:lnTo>
                    <a:pt x="21881" y="14530"/>
                  </a:lnTo>
                  <a:lnTo>
                    <a:pt x="21832" y="14727"/>
                  </a:lnTo>
                  <a:lnTo>
                    <a:pt x="21807" y="14925"/>
                  </a:lnTo>
                  <a:lnTo>
                    <a:pt x="21782" y="15122"/>
                  </a:lnTo>
                  <a:lnTo>
                    <a:pt x="21807" y="15344"/>
                  </a:lnTo>
                  <a:lnTo>
                    <a:pt x="21832" y="15541"/>
                  </a:lnTo>
                  <a:lnTo>
                    <a:pt x="21881" y="15739"/>
                  </a:lnTo>
                  <a:lnTo>
                    <a:pt x="22029" y="16133"/>
                  </a:lnTo>
                  <a:lnTo>
                    <a:pt x="22226" y="16528"/>
                  </a:lnTo>
                  <a:lnTo>
                    <a:pt x="22448" y="16898"/>
                  </a:lnTo>
                  <a:lnTo>
                    <a:pt x="22720" y="17219"/>
                  </a:lnTo>
                  <a:lnTo>
                    <a:pt x="22991" y="17539"/>
                  </a:lnTo>
                  <a:lnTo>
                    <a:pt x="23287" y="17811"/>
                  </a:lnTo>
                  <a:lnTo>
                    <a:pt x="23460" y="17959"/>
                  </a:lnTo>
                  <a:lnTo>
                    <a:pt x="23682" y="18107"/>
                  </a:lnTo>
                  <a:lnTo>
                    <a:pt x="24175" y="18403"/>
                  </a:lnTo>
                  <a:lnTo>
                    <a:pt x="24718" y="18649"/>
                  </a:lnTo>
                  <a:lnTo>
                    <a:pt x="25285" y="18896"/>
                  </a:lnTo>
                  <a:lnTo>
                    <a:pt x="25828" y="19093"/>
                  </a:lnTo>
                  <a:lnTo>
                    <a:pt x="26272" y="19266"/>
                  </a:lnTo>
                  <a:lnTo>
                    <a:pt x="26790" y="19414"/>
                  </a:lnTo>
                  <a:lnTo>
                    <a:pt x="26469" y="20450"/>
                  </a:lnTo>
                  <a:lnTo>
                    <a:pt x="26198" y="21511"/>
                  </a:lnTo>
                  <a:lnTo>
                    <a:pt x="25976" y="22572"/>
                  </a:lnTo>
                  <a:lnTo>
                    <a:pt x="25754" y="23657"/>
                  </a:lnTo>
                  <a:lnTo>
                    <a:pt x="25556" y="24915"/>
                  </a:lnTo>
                  <a:lnTo>
                    <a:pt x="25384" y="26198"/>
                  </a:lnTo>
                  <a:lnTo>
                    <a:pt x="25359" y="25384"/>
                  </a:lnTo>
                  <a:lnTo>
                    <a:pt x="25310" y="25112"/>
                  </a:lnTo>
                  <a:lnTo>
                    <a:pt x="25236" y="24816"/>
                  </a:lnTo>
                  <a:lnTo>
                    <a:pt x="25162" y="24520"/>
                  </a:lnTo>
                  <a:lnTo>
                    <a:pt x="25038" y="24200"/>
                  </a:lnTo>
                  <a:lnTo>
                    <a:pt x="24915" y="23854"/>
                  </a:lnTo>
                  <a:lnTo>
                    <a:pt x="24767" y="23534"/>
                  </a:lnTo>
                  <a:lnTo>
                    <a:pt x="24594" y="23188"/>
                  </a:lnTo>
                  <a:lnTo>
                    <a:pt x="24422" y="22868"/>
                  </a:lnTo>
                  <a:lnTo>
                    <a:pt x="24224" y="22547"/>
                  </a:lnTo>
                  <a:lnTo>
                    <a:pt x="24002" y="22251"/>
                  </a:lnTo>
                  <a:lnTo>
                    <a:pt x="23780" y="21980"/>
                  </a:lnTo>
                  <a:lnTo>
                    <a:pt x="23558" y="21758"/>
                  </a:lnTo>
                  <a:lnTo>
                    <a:pt x="23287" y="21536"/>
                  </a:lnTo>
                  <a:lnTo>
                    <a:pt x="23040" y="21363"/>
                  </a:lnTo>
                  <a:lnTo>
                    <a:pt x="22769" y="21240"/>
                  </a:lnTo>
                  <a:lnTo>
                    <a:pt x="22473" y="21166"/>
                  </a:lnTo>
                  <a:lnTo>
                    <a:pt x="22276" y="21141"/>
                  </a:lnTo>
                  <a:lnTo>
                    <a:pt x="22078" y="21141"/>
                  </a:lnTo>
                  <a:lnTo>
                    <a:pt x="21881" y="21166"/>
                  </a:lnTo>
                  <a:lnTo>
                    <a:pt x="21684" y="21190"/>
                  </a:lnTo>
                  <a:lnTo>
                    <a:pt x="21511" y="21264"/>
                  </a:lnTo>
                  <a:lnTo>
                    <a:pt x="21338" y="21338"/>
                  </a:lnTo>
                  <a:lnTo>
                    <a:pt x="21190" y="21437"/>
                  </a:lnTo>
                  <a:lnTo>
                    <a:pt x="21018" y="21560"/>
                  </a:lnTo>
                  <a:lnTo>
                    <a:pt x="20894" y="21684"/>
                  </a:lnTo>
                  <a:lnTo>
                    <a:pt x="20771" y="21832"/>
                  </a:lnTo>
                  <a:lnTo>
                    <a:pt x="20648" y="21980"/>
                  </a:lnTo>
                  <a:lnTo>
                    <a:pt x="20549" y="22152"/>
                  </a:lnTo>
                  <a:lnTo>
                    <a:pt x="20475" y="22325"/>
                  </a:lnTo>
                  <a:lnTo>
                    <a:pt x="20426" y="22498"/>
                  </a:lnTo>
                  <a:lnTo>
                    <a:pt x="20376" y="22695"/>
                  </a:lnTo>
                  <a:lnTo>
                    <a:pt x="20352" y="22892"/>
                  </a:lnTo>
                  <a:lnTo>
                    <a:pt x="20327" y="23114"/>
                  </a:lnTo>
                  <a:lnTo>
                    <a:pt x="20352" y="23312"/>
                  </a:lnTo>
                  <a:lnTo>
                    <a:pt x="20376" y="23509"/>
                  </a:lnTo>
                  <a:lnTo>
                    <a:pt x="20426" y="23706"/>
                  </a:lnTo>
                  <a:lnTo>
                    <a:pt x="20574" y="24126"/>
                  </a:lnTo>
                  <a:lnTo>
                    <a:pt x="20771" y="24496"/>
                  </a:lnTo>
                  <a:lnTo>
                    <a:pt x="20993" y="24866"/>
                  </a:lnTo>
                  <a:lnTo>
                    <a:pt x="21264" y="25211"/>
                  </a:lnTo>
                  <a:lnTo>
                    <a:pt x="21536" y="25507"/>
                  </a:lnTo>
                  <a:lnTo>
                    <a:pt x="21832" y="25803"/>
                  </a:lnTo>
                  <a:lnTo>
                    <a:pt x="21980" y="25926"/>
                  </a:lnTo>
                  <a:lnTo>
                    <a:pt x="22177" y="26050"/>
                  </a:lnTo>
                  <a:lnTo>
                    <a:pt x="22621" y="26321"/>
                  </a:lnTo>
                  <a:lnTo>
                    <a:pt x="23114" y="26543"/>
                  </a:lnTo>
                  <a:lnTo>
                    <a:pt x="23608" y="26765"/>
                  </a:lnTo>
                  <a:lnTo>
                    <a:pt x="24126" y="26962"/>
                  </a:lnTo>
                  <a:lnTo>
                    <a:pt x="24570" y="27135"/>
                  </a:lnTo>
                  <a:lnTo>
                    <a:pt x="25236" y="27357"/>
                  </a:lnTo>
                  <a:lnTo>
                    <a:pt x="25112" y="28344"/>
                  </a:lnTo>
                  <a:lnTo>
                    <a:pt x="24816" y="30687"/>
                  </a:lnTo>
                  <a:lnTo>
                    <a:pt x="24520" y="33006"/>
                  </a:lnTo>
                  <a:lnTo>
                    <a:pt x="24372" y="33795"/>
                  </a:lnTo>
                  <a:lnTo>
                    <a:pt x="24249" y="34585"/>
                  </a:lnTo>
                  <a:lnTo>
                    <a:pt x="24224" y="33894"/>
                  </a:lnTo>
                  <a:lnTo>
                    <a:pt x="24175" y="33623"/>
                  </a:lnTo>
                  <a:lnTo>
                    <a:pt x="24101" y="33327"/>
                  </a:lnTo>
                  <a:lnTo>
                    <a:pt x="24027" y="33031"/>
                  </a:lnTo>
                  <a:lnTo>
                    <a:pt x="23904" y="32710"/>
                  </a:lnTo>
                  <a:lnTo>
                    <a:pt x="23780" y="32365"/>
                  </a:lnTo>
                  <a:lnTo>
                    <a:pt x="23632" y="32019"/>
                  </a:lnTo>
                  <a:lnTo>
                    <a:pt x="23484" y="31699"/>
                  </a:lnTo>
                  <a:lnTo>
                    <a:pt x="23287" y="31378"/>
                  </a:lnTo>
                  <a:lnTo>
                    <a:pt x="23090" y="31057"/>
                  </a:lnTo>
                  <a:lnTo>
                    <a:pt x="22892" y="30761"/>
                  </a:lnTo>
                  <a:lnTo>
                    <a:pt x="22670" y="30490"/>
                  </a:lnTo>
                  <a:lnTo>
                    <a:pt x="22424" y="30268"/>
                  </a:lnTo>
                  <a:lnTo>
                    <a:pt x="22177" y="30046"/>
                  </a:lnTo>
                  <a:lnTo>
                    <a:pt x="21906" y="29873"/>
                  </a:lnTo>
                  <a:lnTo>
                    <a:pt x="21634" y="29750"/>
                  </a:lnTo>
                  <a:lnTo>
                    <a:pt x="21338" y="29676"/>
                  </a:lnTo>
                  <a:lnTo>
                    <a:pt x="21141" y="29651"/>
                  </a:lnTo>
                  <a:lnTo>
                    <a:pt x="20746" y="29651"/>
                  </a:lnTo>
                  <a:lnTo>
                    <a:pt x="20549" y="29700"/>
                  </a:lnTo>
                  <a:lnTo>
                    <a:pt x="20376" y="29774"/>
                  </a:lnTo>
                  <a:lnTo>
                    <a:pt x="20204" y="29848"/>
                  </a:lnTo>
                  <a:lnTo>
                    <a:pt x="20056" y="29947"/>
                  </a:lnTo>
                  <a:lnTo>
                    <a:pt x="19908" y="30046"/>
                  </a:lnTo>
                  <a:lnTo>
                    <a:pt x="19760" y="30194"/>
                  </a:lnTo>
                  <a:lnTo>
                    <a:pt x="19636" y="30342"/>
                  </a:lnTo>
                  <a:lnTo>
                    <a:pt x="19538" y="30490"/>
                  </a:lnTo>
                  <a:lnTo>
                    <a:pt x="19439" y="30663"/>
                  </a:lnTo>
                  <a:lnTo>
                    <a:pt x="19340" y="30835"/>
                  </a:lnTo>
                  <a:lnTo>
                    <a:pt x="19291" y="31008"/>
                  </a:lnTo>
                  <a:lnTo>
                    <a:pt x="19242" y="31205"/>
                  </a:lnTo>
                  <a:lnTo>
                    <a:pt x="19217" y="31403"/>
                  </a:lnTo>
                  <a:lnTo>
                    <a:pt x="19217" y="31625"/>
                  </a:lnTo>
                  <a:lnTo>
                    <a:pt x="19217" y="31822"/>
                  </a:lnTo>
                  <a:lnTo>
                    <a:pt x="19242" y="32019"/>
                  </a:lnTo>
                  <a:lnTo>
                    <a:pt x="19291" y="32217"/>
                  </a:lnTo>
                  <a:lnTo>
                    <a:pt x="19439" y="32611"/>
                  </a:lnTo>
                  <a:lnTo>
                    <a:pt x="19636" y="33006"/>
                  </a:lnTo>
                  <a:lnTo>
                    <a:pt x="19858" y="33376"/>
                  </a:lnTo>
                  <a:lnTo>
                    <a:pt x="20130" y="33721"/>
                  </a:lnTo>
                  <a:lnTo>
                    <a:pt x="20401" y="34017"/>
                  </a:lnTo>
                  <a:lnTo>
                    <a:pt x="20697" y="34289"/>
                  </a:lnTo>
                  <a:lnTo>
                    <a:pt x="20845" y="34437"/>
                  </a:lnTo>
                  <a:lnTo>
                    <a:pt x="21042" y="34560"/>
                  </a:lnTo>
                  <a:lnTo>
                    <a:pt x="21437" y="34782"/>
                  </a:lnTo>
                  <a:lnTo>
                    <a:pt x="21906" y="35029"/>
                  </a:lnTo>
                  <a:lnTo>
                    <a:pt x="22399" y="35251"/>
                  </a:lnTo>
                  <a:lnTo>
                    <a:pt x="23312" y="35596"/>
                  </a:lnTo>
                  <a:lnTo>
                    <a:pt x="24002" y="35843"/>
                  </a:lnTo>
                  <a:lnTo>
                    <a:pt x="23830" y="36632"/>
                  </a:lnTo>
                  <a:lnTo>
                    <a:pt x="23632" y="37421"/>
                  </a:lnTo>
                  <a:lnTo>
                    <a:pt x="23509" y="37939"/>
                  </a:lnTo>
                  <a:lnTo>
                    <a:pt x="23336" y="38482"/>
                  </a:lnTo>
                  <a:lnTo>
                    <a:pt x="23016" y="39493"/>
                  </a:lnTo>
                  <a:lnTo>
                    <a:pt x="22646" y="40480"/>
                  </a:lnTo>
                  <a:lnTo>
                    <a:pt x="22300" y="41442"/>
                  </a:lnTo>
                  <a:lnTo>
                    <a:pt x="21782" y="42700"/>
                  </a:lnTo>
                  <a:lnTo>
                    <a:pt x="21930" y="41689"/>
                  </a:lnTo>
                  <a:lnTo>
                    <a:pt x="22029" y="41023"/>
                  </a:lnTo>
                  <a:lnTo>
                    <a:pt x="22004" y="40653"/>
                  </a:lnTo>
                  <a:lnTo>
                    <a:pt x="21980" y="40233"/>
                  </a:lnTo>
                  <a:lnTo>
                    <a:pt x="21906" y="39789"/>
                  </a:lnTo>
                  <a:lnTo>
                    <a:pt x="21807" y="39321"/>
                  </a:lnTo>
                  <a:lnTo>
                    <a:pt x="21659" y="38852"/>
                  </a:lnTo>
                  <a:lnTo>
                    <a:pt x="21486" y="38383"/>
                  </a:lnTo>
                  <a:lnTo>
                    <a:pt x="21289" y="37939"/>
                  </a:lnTo>
                  <a:lnTo>
                    <a:pt x="21067" y="37520"/>
                  </a:lnTo>
                  <a:lnTo>
                    <a:pt x="21067" y="37323"/>
                  </a:lnTo>
                  <a:lnTo>
                    <a:pt x="21042" y="37125"/>
                  </a:lnTo>
                  <a:lnTo>
                    <a:pt x="20993" y="36928"/>
                  </a:lnTo>
                  <a:lnTo>
                    <a:pt x="20944" y="36731"/>
                  </a:lnTo>
                  <a:lnTo>
                    <a:pt x="20845" y="36558"/>
                  </a:lnTo>
                  <a:lnTo>
                    <a:pt x="20771" y="36385"/>
                  </a:lnTo>
                  <a:lnTo>
                    <a:pt x="20648" y="36213"/>
                  </a:lnTo>
                  <a:lnTo>
                    <a:pt x="20524" y="36065"/>
                  </a:lnTo>
                  <a:lnTo>
                    <a:pt x="20401" y="35941"/>
                  </a:lnTo>
                  <a:lnTo>
                    <a:pt x="20253" y="35818"/>
                  </a:lnTo>
                  <a:lnTo>
                    <a:pt x="20080" y="35719"/>
                  </a:lnTo>
                  <a:lnTo>
                    <a:pt x="19932" y="35645"/>
                  </a:lnTo>
                  <a:lnTo>
                    <a:pt x="19760" y="35571"/>
                  </a:lnTo>
                  <a:lnTo>
                    <a:pt x="19562" y="35522"/>
                  </a:lnTo>
                  <a:lnTo>
                    <a:pt x="19365" y="35497"/>
                  </a:lnTo>
                  <a:lnTo>
                    <a:pt x="18970" y="35497"/>
                  </a:lnTo>
                  <a:lnTo>
                    <a:pt x="18773" y="35547"/>
                  </a:lnTo>
                  <a:lnTo>
                    <a:pt x="18501" y="35645"/>
                  </a:lnTo>
                  <a:lnTo>
                    <a:pt x="18230" y="35793"/>
                  </a:lnTo>
                  <a:lnTo>
                    <a:pt x="17983" y="35991"/>
                  </a:lnTo>
                  <a:lnTo>
                    <a:pt x="17761" y="36213"/>
                  </a:lnTo>
                  <a:lnTo>
                    <a:pt x="17539" y="36484"/>
                  </a:lnTo>
                  <a:lnTo>
                    <a:pt x="17317" y="36755"/>
                  </a:lnTo>
                  <a:lnTo>
                    <a:pt x="17145" y="37076"/>
                  </a:lnTo>
                  <a:lnTo>
                    <a:pt x="16972" y="37397"/>
                  </a:lnTo>
                  <a:lnTo>
                    <a:pt x="16824" y="37742"/>
                  </a:lnTo>
                  <a:lnTo>
                    <a:pt x="16676" y="38087"/>
                  </a:lnTo>
                  <a:lnTo>
                    <a:pt x="16553" y="38433"/>
                  </a:lnTo>
                  <a:lnTo>
                    <a:pt x="16454" y="38778"/>
                  </a:lnTo>
                  <a:lnTo>
                    <a:pt x="16380" y="39099"/>
                  </a:lnTo>
                  <a:lnTo>
                    <a:pt x="16306" y="39419"/>
                  </a:lnTo>
                  <a:lnTo>
                    <a:pt x="16257" y="39715"/>
                  </a:lnTo>
                  <a:lnTo>
                    <a:pt x="16232" y="39987"/>
                  </a:lnTo>
                  <a:lnTo>
                    <a:pt x="16331" y="41541"/>
                  </a:lnTo>
                  <a:lnTo>
                    <a:pt x="16331" y="41541"/>
                  </a:lnTo>
                  <a:lnTo>
                    <a:pt x="16109" y="40554"/>
                  </a:lnTo>
                  <a:lnTo>
                    <a:pt x="15862" y="39543"/>
                  </a:lnTo>
                  <a:lnTo>
                    <a:pt x="15566" y="38507"/>
                  </a:lnTo>
                  <a:lnTo>
                    <a:pt x="15270" y="37471"/>
                  </a:lnTo>
                  <a:lnTo>
                    <a:pt x="15097" y="36953"/>
                  </a:lnTo>
                  <a:lnTo>
                    <a:pt x="14900" y="36410"/>
                  </a:lnTo>
                  <a:lnTo>
                    <a:pt x="14431" y="35201"/>
                  </a:lnTo>
                  <a:lnTo>
                    <a:pt x="13889" y="33993"/>
                  </a:lnTo>
                  <a:lnTo>
                    <a:pt x="14579" y="33820"/>
                  </a:lnTo>
                  <a:lnTo>
                    <a:pt x="15048" y="33672"/>
                  </a:lnTo>
                  <a:lnTo>
                    <a:pt x="15541" y="33524"/>
                  </a:lnTo>
                  <a:lnTo>
                    <a:pt x="16059" y="33327"/>
                  </a:lnTo>
                  <a:lnTo>
                    <a:pt x="16577" y="33129"/>
                  </a:lnTo>
                  <a:lnTo>
                    <a:pt x="17021" y="32907"/>
                  </a:lnTo>
                  <a:lnTo>
                    <a:pt x="17219" y="32784"/>
                  </a:lnTo>
                  <a:lnTo>
                    <a:pt x="17367" y="32685"/>
                  </a:lnTo>
                  <a:lnTo>
                    <a:pt x="17687" y="32414"/>
                  </a:lnTo>
                  <a:lnTo>
                    <a:pt x="17983" y="32143"/>
                  </a:lnTo>
                  <a:lnTo>
                    <a:pt x="18279" y="31822"/>
                  </a:lnTo>
                  <a:lnTo>
                    <a:pt x="18551" y="31477"/>
                  </a:lnTo>
                  <a:lnTo>
                    <a:pt x="18748" y="31107"/>
                  </a:lnTo>
                  <a:lnTo>
                    <a:pt x="18921" y="30712"/>
                  </a:lnTo>
                  <a:lnTo>
                    <a:pt x="18995" y="30515"/>
                  </a:lnTo>
                  <a:lnTo>
                    <a:pt x="19044" y="30317"/>
                  </a:lnTo>
                  <a:lnTo>
                    <a:pt x="19069" y="30120"/>
                  </a:lnTo>
                  <a:lnTo>
                    <a:pt x="19069" y="29898"/>
                  </a:lnTo>
                  <a:lnTo>
                    <a:pt x="19069" y="29700"/>
                  </a:lnTo>
                  <a:lnTo>
                    <a:pt x="19044" y="29503"/>
                  </a:lnTo>
                  <a:lnTo>
                    <a:pt x="18995" y="29306"/>
                  </a:lnTo>
                  <a:lnTo>
                    <a:pt x="18921" y="29133"/>
                  </a:lnTo>
                  <a:lnTo>
                    <a:pt x="18822" y="28960"/>
                  </a:lnTo>
                  <a:lnTo>
                    <a:pt x="18724" y="28788"/>
                  </a:lnTo>
                  <a:lnTo>
                    <a:pt x="18625" y="28640"/>
                  </a:lnTo>
                  <a:lnTo>
                    <a:pt x="18501" y="28516"/>
                  </a:lnTo>
                  <a:lnTo>
                    <a:pt x="18353" y="28393"/>
                  </a:lnTo>
                  <a:lnTo>
                    <a:pt x="18205" y="28270"/>
                  </a:lnTo>
                  <a:lnTo>
                    <a:pt x="18033" y="28171"/>
                  </a:lnTo>
                  <a:lnTo>
                    <a:pt x="17860" y="28097"/>
                  </a:lnTo>
                  <a:lnTo>
                    <a:pt x="17687" y="28048"/>
                  </a:lnTo>
                  <a:lnTo>
                    <a:pt x="17490" y="28023"/>
                  </a:lnTo>
                  <a:lnTo>
                    <a:pt x="17293" y="27998"/>
                  </a:lnTo>
                  <a:lnTo>
                    <a:pt x="17071" y="28023"/>
                  </a:lnTo>
                  <a:lnTo>
                    <a:pt x="16799" y="28072"/>
                  </a:lnTo>
                  <a:lnTo>
                    <a:pt x="16503" y="28171"/>
                  </a:lnTo>
                  <a:lnTo>
                    <a:pt x="16232" y="28319"/>
                  </a:lnTo>
                  <a:lnTo>
                    <a:pt x="15961" y="28516"/>
                  </a:lnTo>
                  <a:lnTo>
                    <a:pt x="15714" y="28738"/>
                  </a:lnTo>
                  <a:lnTo>
                    <a:pt x="15467" y="28985"/>
                  </a:lnTo>
                  <a:lnTo>
                    <a:pt x="15221" y="29281"/>
                  </a:lnTo>
                  <a:lnTo>
                    <a:pt x="14999" y="29577"/>
                  </a:lnTo>
                  <a:lnTo>
                    <a:pt x="14801" y="29873"/>
                  </a:lnTo>
                  <a:lnTo>
                    <a:pt x="14629" y="30194"/>
                  </a:lnTo>
                  <a:lnTo>
                    <a:pt x="14456" y="30515"/>
                  </a:lnTo>
                  <a:lnTo>
                    <a:pt x="14283" y="30835"/>
                  </a:lnTo>
                  <a:lnTo>
                    <a:pt x="14160" y="31156"/>
                  </a:lnTo>
                  <a:lnTo>
                    <a:pt x="14061" y="31452"/>
                  </a:lnTo>
                  <a:lnTo>
                    <a:pt x="13963" y="31748"/>
                  </a:lnTo>
                  <a:lnTo>
                    <a:pt x="13889" y="32019"/>
                  </a:lnTo>
                  <a:lnTo>
                    <a:pt x="13839" y="32661"/>
                  </a:lnTo>
                  <a:lnTo>
                    <a:pt x="13741" y="33647"/>
                  </a:lnTo>
                  <a:lnTo>
                    <a:pt x="13420" y="32932"/>
                  </a:lnTo>
                  <a:lnTo>
                    <a:pt x="13075" y="32192"/>
                  </a:lnTo>
                  <a:lnTo>
                    <a:pt x="11989" y="30120"/>
                  </a:lnTo>
                  <a:lnTo>
                    <a:pt x="10879" y="28023"/>
                  </a:lnTo>
                  <a:lnTo>
                    <a:pt x="10213" y="26740"/>
                  </a:lnTo>
                  <a:lnTo>
                    <a:pt x="10731" y="26617"/>
                  </a:lnTo>
                  <a:lnTo>
                    <a:pt x="11200" y="26494"/>
                  </a:lnTo>
                  <a:lnTo>
                    <a:pt x="11743" y="26321"/>
                  </a:lnTo>
                  <a:lnTo>
                    <a:pt x="12335" y="26124"/>
                  </a:lnTo>
                  <a:lnTo>
                    <a:pt x="12902" y="25902"/>
                  </a:lnTo>
                  <a:lnTo>
                    <a:pt x="13420" y="25655"/>
                  </a:lnTo>
                  <a:lnTo>
                    <a:pt x="13642" y="25532"/>
                  </a:lnTo>
                  <a:lnTo>
                    <a:pt x="13839" y="25408"/>
                  </a:lnTo>
                  <a:lnTo>
                    <a:pt x="14135" y="25137"/>
                  </a:lnTo>
                  <a:lnTo>
                    <a:pt x="14431" y="24866"/>
                  </a:lnTo>
                  <a:lnTo>
                    <a:pt x="14727" y="24545"/>
                  </a:lnTo>
                  <a:lnTo>
                    <a:pt x="14999" y="24200"/>
                  </a:lnTo>
                  <a:lnTo>
                    <a:pt x="15196" y="23830"/>
                  </a:lnTo>
                  <a:lnTo>
                    <a:pt x="15369" y="23435"/>
                  </a:lnTo>
                  <a:lnTo>
                    <a:pt x="15443" y="23238"/>
                  </a:lnTo>
                  <a:lnTo>
                    <a:pt x="15492" y="23040"/>
                  </a:lnTo>
                  <a:lnTo>
                    <a:pt x="15517" y="22843"/>
                  </a:lnTo>
                  <a:lnTo>
                    <a:pt x="15517" y="22621"/>
                  </a:lnTo>
                  <a:lnTo>
                    <a:pt x="15517" y="22424"/>
                  </a:lnTo>
                  <a:lnTo>
                    <a:pt x="15492" y="22226"/>
                  </a:lnTo>
                  <a:lnTo>
                    <a:pt x="15443" y="22054"/>
                  </a:lnTo>
                  <a:lnTo>
                    <a:pt x="15369" y="21856"/>
                  </a:lnTo>
                  <a:lnTo>
                    <a:pt x="15270" y="21684"/>
                  </a:lnTo>
                  <a:lnTo>
                    <a:pt x="15171" y="21536"/>
                  </a:lnTo>
                  <a:lnTo>
                    <a:pt x="15073" y="21363"/>
                  </a:lnTo>
                  <a:lnTo>
                    <a:pt x="14949" y="21240"/>
                  </a:lnTo>
                  <a:lnTo>
                    <a:pt x="14801" y="21116"/>
                  </a:lnTo>
                  <a:lnTo>
                    <a:pt x="14653" y="20993"/>
                  </a:lnTo>
                  <a:lnTo>
                    <a:pt x="14481" y="20894"/>
                  </a:lnTo>
                  <a:lnTo>
                    <a:pt x="14308" y="20820"/>
                  </a:lnTo>
                  <a:lnTo>
                    <a:pt x="14135" y="20771"/>
                  </a:lnTo>
                  <a:lnTo>
                    <a:pt x="13938" y="20746"/>
                  </a:lnTo>
                  <a:lnTo>
                    <a:pt x="13741" y="20722"/>
                  </a:lnTo>
                  <a:lnTo>
                    <a:pt x="13519" y="20746"/>
                  </a:lnTo>
                  <a:lnTo>
                    <a:pt x="13247" y="20796"/>
                  </a:lnTo>
                  <a:lnTo>
                    <a:pt x="12951" y="20894"/>
                  </a:lnTo>
                  <a:lnTo>
                    <a:pt x="12680" y="21042"/>
                  </a:lnTo>
                  <a:lnTo>
                    <a:pt x="12409" y="21240"/>
                  </a:lnTo>
                  <a:lnTo>
                    <a:pt x="12162" y="21462"/>
                  </a:lnTo>
                  <a:lnTo>
                    <a:pt x="11915" y="21708"/>
                  </a:lnTo>
                  <a:lnTo>
                    <a:pt x="11669" y="22004"/>
                  </a:lnTo>
                  <a:lnTo>
                    <a:pt x="11447" y="22300"/>
                  </a:lnTo>
                  <a:lnTo>
                    <a:pt x="11249" y="22596"/>
                  </a:lnTo>
                  <a:lnTo>
                    <a:pt x="11077" y="22917"/>
                  </a:lnTo>
                  <a:lnTo>
                    <a:pt x="10904" y="23238"/>
                  </a:lnTo>
                  <a:lnTo>
                    <a:pt x="10731" y="23558"/>
                  </a:lnTo>
                  <a:lnTo>
                    <a:pt x="10608" y="23879"/>
                  </a:lnTo>
                  <a:lnTo>
                    <a:pt x="10509" y="24200"/>
                  </a:lnTo>
                  <a:lnTo>
                    <a:pt x="10411" y="24471"/>
                  </a:lnTo>
                  <a:lnTo>
                    <a:pt x="10337" y="24742"/>
                  </a:lnTo>
                  <a:lnTo>
                    <a:pt x="10263" y="25606"/>
                  </a:lnTo>
                  <a:lnTo>
                    <a:pt x="10189" y="26666"/>
                  </a:lnTo>
                  <a:lnTo>
                    <a:pt x="9449" y="25236"/>
                  </a:lnTo>
                  <a:lnTo>
                    <a:pt x="8783" y="23830"/>
                  </a:lnTo>
                  <a:lnTo>
                    <a:pt x="8339" y="22843"/>
                  </a:lnTo>
                  <a:lnTo>
                    <a:pt x="7944" y="21856"/>
                  </a:lnTo>
                  <a:lnTo>
                    <a:pt x="7574" y="20870"/>
                  </a:lnTo>
                  <a:lnTo>
                    <a:pt x="7253" y="19883"/>
                  </a:lnTo>
                  <a:lnTo>
                    <a:pt x="7722" y="19784"/>
                  </a:lnTo>
                  <a:lnTo>
                    <a:pt x="8191" y="19661"/>
                  </a:lnTo>
                  <a:lnTo>
                    <a:pt x="8758" y="19488"/>
                  </a:lnTo>
                  <a:lnTo>
                    <a:pt x="9350" y="19291"/>
                  </a:lnTo>
                  <a:lnTo>
                    <a:pt x="9917" y="19069"/>
                  </a:lnTo>
                  <a:lnTo>
                    <a:pt x="10460" y="18822"/>
                  </a:lnTo>
                  <a:lnTo>
                    <a:pt x="10682" y="18674"/>
                  </a:lnTo>
                  <a:lnTo>
                    <a:pt x="10879" y="18551"/>
                  </a:lnTo>
                  <a:lnTo>
                    <a:pt x="11200" y="18304"/>
                  </a:lnTo>
                  <a:lnTo>
                    <a:pt x="11496" y="18008"/>
                  </a:lnTo>
                  <a:lnTo>
                    <a:pt x="11792" y="17687"/>
                  </a:lnTo>
                  <a:lnTo>
                    <a:pt x="12039" y="17342"/>
                  </a:lnTo>
                  <a:lnTo>
                    <a:pt x="12261" y="16972"/>
                  </a:lnTo>
                  <a:lnTo>
                    <a:pt x="12433" y="16577"/>
                  </a:lnTo>
                  <a:lnTo>
                    <a:pt x="12483" y="16380"/>
                  </a:lnTo>
                  <a:lnTo>
                    <a:pt x="12532" y="16183"/>
                  </a:lnTo>
                  <a:lnTo>
                    <a:pt x="12557" y="15985"/>
                  </a:lnTo>
                  <a:lnTo>
                    <a:pt x="12581" y="15788"/>
                  </a:lnTo>
                  <a:lnTo>
                    <a:pt x="12557" y="15566"/>
                  </a:lnTo>
                  <a:lnTo>
                    <a:pt x="12532" y="15369"/>
                  </a:lnTo>
                  <a:lnTo>
                    <a:pt x="12483" y="15196"/>
                  </a:lnTo>
                  <a:lnTo>
                    <a:pt x="12409" y="14999"/>
                  </a:lnTo>
                  <a:lnTo>
                    <a:pt x="12335" y="14826"/>
                  </a:lnTo>
                  <a:lnTo>
                    <a:pt x="12236" y="14678"/>
                  </a:lnTo>
                  <a:lnTo>
                    <a:pt x="12113" y="14530"/>
                  </a:lnTo>
                  <a:lnTo>
                    <a:pt x="11989" y="14382"/>
                  </a:lnTo>
                  <a:lnTo>
                    <a:pt x="11866" y="14259"/>
                  </a:lnTo>
                  <a:lnTo>
                    <a:pt x="11693" y="14135"/>
                  </a:lnTo>
                  <a:lnTo>
                    <a:pt x="11545" y="14061"/>
                  </a:lnTo>
                  <a:lnTo>
                    <a:pt x="11373" y="13987"/>
                  </a:lnTo>
                  <a:lnTo>
                    <a:pt x="11175" y="13913"/>
                  </a:lnTo>
                  <a:lnTo>
                    <a:pt x="10978" y="13889"/>
                  </a:lnTo>
                  <a:lnTo>
                    <a:pt x="10781" y="13864"/>
                  </a:lnTo>
                  <a:lnTo>
                    <a:pt x="10583" y="13889"/>
                  </a:lnTo>
                  <a:lnTo>
                    <a:pt x="10287" y="13938"/>
                  </a:lnTo>
                  <a:lnTo>
                    <a:pt x="10016" y="14037"/>
                  </a:lnTo>
                  <a:lnTo>
                    <a:pt x="9745" y="14209"/>
                  </a:lnTo>
                  <a:lnTo>
                    <a:pt x="9473" y="14382"/>
                  </a:lnTo>
                  <a:lnTo>
                    <a:pt x="9202" y="14604"/>
                  </a:lnTo>
                  <a:lnTo>
                    <a:pt x="8955" y="14875"/>
                  </a:lnTo>
                  <a:lnTo>
                    <a:pt x="8733" y="15147"/>
                  </a:lnTo>
                  <a:lnTo>
                    <a:pt x="8511" y="15443"/>
                  </a:lnTo>
                  <a:lnTo>
                    <a:pt x="8314" y="15739"/>
                  </a:lnTo>
                  <a:lnTo>
                    <a:pt x="8117" y="16059"/>
                  </a:lnTo>
                  <a:lnTo>
                    <a:pt x="7944" y="16380"/>
                  </a:lnTo>
                  <a:lnTo>
                    <a:pt x="7796" y="16725"/>
                  </a:lnTo>
                  <a:lnTo>
                    <a:pt x="7672" y="17021"/>
                  </a:lnTo>
                  <a:lnTo>
                    <a:pt x="7549" y="17342"/>
                  </a:lnTo>
                  <a:lnTo>
                    <a:pt x="7475" y="17613"/>
                  </a:lnTo>
                  <a:lnTo>
                    <a:pt x="7401" y="17885"/>
                  </a:lnTo>
                  <a:lnTo>
                    <a:pt x="7302" y="18797"/>
                  </a:lnTo>
                  <a:lnTo>
                    <a:pt x="7228" y="19834"/>
                  </a:lnTo>
                  <a:lnTo>
                    <a:pt x="7154" y="19611"/>
                  </a:lnTo>
                  <a:lnTo>
                    <a:pt x="7006" y="19069"/>
                  </a:lnTo>
                  <a:lnTo>
                    <a:pt x="6883" y="18551"/>
                  </a:lnTo>
                  <a:lnTo>
                    <a:pt x="6661" y="17490"/>
                  </a:lnTo>
                  <a:lnTo>
                    <a:pt x="6488" y="16454"/>
                  </a:lnTo>
                  <a:lnTo>
                    <a:pt x="6365" y="15443"/>
                  </a:lnTo>
                  <a:lnTo>
                    <a:pt x="6316" y="14875"/>
                  </a:lnTo>
                  <a:lnTo>
                    <a:pt x="6266" y="14308"/>
                  </a:lnTo>
                  <a:lnTo>
                    <a:pt x="6217" y="13198"/>
                  </a:lnTo>
                  <a:lnTo>
                    <a:pt x="6858" y="13099"/>
                  </a:lnTo>
                  <a:lnTo>
                    <a:pt x="7352" y="13025"/>
                  </a:lnTo>
                  <a:lnTo>
                    <a:pt x="7870" y="12927"/>
                  </a:lnTo>
                  <a:lnTo>
                    <a:pt x="8437" y="12803"/>
                  </a:lnTo>
                  <a:lnTo>
                    <a:pt x="8980" y="12655"/>
                  </a:lnTo>
                  <a:lnTo>
                    <a:pt x="9473" y="12483"/>
                  </a:lnTo>
                  <a:lnTo>
                    <a:pt x="9695" y="12384"/>
                  </a:lnTo>
                  <a:lnTo>
                    <a:pt x="9868" y="12285"/>
                  </a:lnTo>
                  <a:lnTo>
                    <a:pt x="10213" y="12063"/>
                  </a:lnTo>
                  <a:lnTo>
                    <a:pt x="10559" y="11792"/>
                  </a:lnTo>
                  <a:lnTo>
                    <a:pt x="10879" y="11521"/>
                  </a:lnTo>
                  <a:lnTo>
                    <a:pt x="11175" y="11200"/>
                  </a:lnTo>
                  <a:lnTo>
                    <a:pt x="11422" y="10855"/>
                  </a:lnTo>
                  <a:lnTo>
                    <a:pt x="11644" y="10485"/>
                  </a:lnTo>
                  <a:lnTo>
                    <a:pt x="11718" y="10312"/>
                  </a:lnTo>
                  <a:lnTo>
                    <a:pt x="11792" y="10115"/>
                  </a:lnTo>
                  <a:lnTo>
                    <a:pt x="11841" y="9917"/>
                  </a:lnTo>
                  <a:lnTo>
                    <a:pt x="11866" y="9695"/>
                  </a:lnTo>
                  <a:lnTo>
                    <a:pt x="11891" y="9498"/>
                  </a:lnTo>
                  <a:lnTo>
                    <a:pt x="11866" y="9301"/>
                  </a:lnTo>
                  <a:lnTo>
                    <a:pt x="11841" y="9103"/>
                  </a:lnTo>
                  <a:lnTo>
                    <a:pt x="11792" y="8930"/>
                  </a:lnTo>
                  <a:lnTo>
                    <a:pt x="11743" y="8733"/>
                  </a:lnTo>
                  <a:lnTo>
                    <a:pt x="11644" y="8560"/>
                  </a:lnTo>
                  <a:lnTo>
                    <a:pt x="11545" y="8412"/>
                  </a:lnTo>
                  <a:lnTo>
                    <a:pt x="11447" y="8240"/>
                  </a:lnTo>
                  <a:lnTo>
                    <a:pt x="11323" y="8116"/>
                  </a:lnTo>
                  <a:lnTo>
                    <a:pt x="11175" y="7993"/>
                  </a:lnTo>
                  <a:lnTo>
                    <a:pt x="11027" y="7870"/>
                  </a:lnTo>
                  <a:lnTo>
                    <a:pt x="10855" y="7771"/>
                  </a:lnTo>
                  <a:lnTo>
                    <a:pt x="10682" y="7697"/>
                  </a:lnTo>
                  <a:lnTo>
                    <a:pt x="10485" y="7648"/>
                  </a:lnTo>
                  <a:lnTo>
                    <a:pt x="10287" y="7623"/>
                  </a:lnTo>
                  <a:lnTo>
                    <a:pt x="10090" y="7598"/>
                  </a:lnTo>
                  <a:lnTo>
                    <a:pt x="9794" y="7623"/>
                  </a:lnTo>
                  <a:lnTo>
                    <a:pt x="9498" y="7697"/>
                  </a:lnTo>
                  <a:lnTo>
                    <a:pt x="9227" y="7820"/>
                  </a:lnTo>
                  <a:lnTo>
                    <a:pt x="8931" y="7993"/>
                  </a:lnTo>
                  <a:lnTo>
                    <a:pt x="8659" y="8166"/>
                  </a:lnTo>
                  <a:lnTo>
                    <a:pt x="8388" y="8412"/>
                  </a:lnTo>
                  <a:lnTo>
                    <a:pt x="8117" y="8659"/>
                  </a:lnTo>
                  <a:lnTo>
                    <a:pt x="7870" y="8930"/>
                  </a:lnTo>
                  <a:lnTo>
                    <a:pt x="7623" y="9202"/>
                  </a:lnTo>
                  <a:lnTo>
                    <a:pt x="7401" y="9498"/>
                  </a:lnTo>
                  <a:lnTo>
                    <a:pt x="7204" y="9794"/>
                  </a:lnTo>
                  <a:lnTo>
                    <a:pt x="7006" y="10115"/>
                  </a:lnTo>
                  <a:lnTo>
                    <a:pt x="6858" y="10411"/>
                  </a:lnTo>
                  <a:lnTo>
                    <a:pt x="6710" y="10707"/>
                  </a:lnTo>
                  <a:lnTo>
                    <a:pt x="6587" y="10978"/>
                  </a:lnTo>
                  <a:lnTo>
                    <a:pt x="6488" y="11225"/>
                  </a:lnTo>
                  <a:lnTo>
                    <a:pt x="6192" y="12631"/>
                  </a:lnTo>
                  <a:lnTo>
                    <a:pt x="6192" y="11644"/>
                  </a:lnTo>
                  <a:lnTo>
                    <a:pt x="6192" y="10781"/>
                  </a:lnTo>
                  <a:lnTo>
                    <a:pt x="6242" y="9942"/>
                  </a:lnTo>
                  <a:lnTo>
                    <a:pt x="6340" y="8412"/>
                  </a:lnTo>
                  <a:lnTo>
                    <a:pt x="6488" y="6932"/>
                  </a:lnTo>
                  <a:lnTo>
                    <a:pt x="7056" y="6538"/>
                  </a:lnTo>
                  <a:lnTo>
                    <a:pt x="7426" y="6242"/>
                  </a:lnTo>
                  <a:lnTo>
                    <a:pt x="7870" y="5896"/>
                  </a:lnTo>
                  <a:lnTo>
                    <a:pt x="8289" y="5551"/>
                  </a:lnTo>
                  <a:lnTo>
                    <a:pt x="8684" y="5156"/>
                  </a:lnTo>
                  <a:lnTo>
                    <a:pt x="9054" y="4786"/>
                  </a:lnTo>
                  <a:lnTo>
                    <a:pt x="9177" y="4614"/>
                  </a:lnTo>
                  <a:lnTo>
                    <a:pt x="9301" y="4441"/>
                  </a:lnTo>
                  <a:lnTo>
                    <a:pt x="9498" y="4071"/>
                  </a:lnTo>
                  <a:lnTo>
                    <a:pt x="9695" y="3701"/>
                  </a:lnTo>
                  <a:lnTo>
                    <a:pt x="9843" y="3306"/>
                  </a:lnTo>
                  <a:lnTo>
                    <a:pt x="9942" y="2887"/>
                  </a:lnTo>
                  <a:lnTo>
                    <a:pt x="10016" y="2468"/>
                  </a:lnTo>
                  <a:lnTo>
                    <a:pt x="10041" y="2048"/>
                  </a:lnTo>
                  <a:lnTo>
                    <a:pt x="10041" y="1826"/>
                  </a:lnTo>
                  <a:lnTo>
                    <a:pt x="9991" y="1629"/>
                  </a:lnTo>
                  <a:lnTo>
                    <a:pt x="9942" y="1432"/>
                  </a:lnTo>
                  <a:lnTo>
                    <a:pt x="9893" y="1234"/>
                  </a:lnTo>
                  <a:lnTo>
                    <a:pt x="9794" y="1062"/>
                  </a:lnTo>
                  <a:lnTo>
                    <a:pt x="9695" y="889"/>
                  </a:lnTo>
                  <a:lnTo>
                    <a:pt x="9597" y="716"/>
                  </a:lnTo>
                  <a:lnTo>
                    <a:pt x="9473" y="568"/>
                  </a:lnTo>
                  <a:lnTo>
                    <a:pt x="9325" y="445"/>
                  </a:lnTo>
                  <a:lnTo>
                    <a:pt x="9177" y="322"/>
                  </a:lnTo>
                  <a:lnTo>
                    <a:pt x="9005" y="223"/>
                  </a:lnTo>
                  <a:lnTo>
                    <a:pt x="8832" y="149"/>
                  </a:lnTo>
                  <a:lnTo>
                    <a:pt x="8659" y="75"/>
                  </a:lnTo>
                  <a:lnTo>
                    <a:pt x="8487" y="26"/>
                  </a:lnTo>
                  <a:lnTo>
                    <a:pt x="828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2859475" y="5674700"/>
              <a:ext cx="108550" cy="174550"/>
            </a:xfrm>
            <a:custGeom>
              <a:avLst/>
              <a:gdLst/>
              <a:ahLst/>
              <a:cxnLst/>
              <a:rect l="l" t="t" r="r" b="b"/>
              <a:pathLst>
                <a:path w="4342" h="6982" extrusionOk="0">
                  <a:moveTo>
                    <a:pt x="1875" y="0"/>
                  </a:moveTo>
                  <a:lnTo>
                    <a:pt x="1702" y="25"/>
                  </a:lnTo>
                  <a:lnTo>
                    <a:pt x="1505" y="50"/>
                  </a:lnTo>
                  <a:lnTo>
                    <a:pt x="1332" y="99"/>
                  </a:lnTo>
                  <a:lnTo>
                    <a:pt x="1160" y="173"/>
                  </a:lnTo>
                  <a:lnTo>
                    <a:pt x="987" y="272"/>
                  </a:lnTo>
                  <a:lnTo>
                    <a:pt x="814" y="370"/>
                  </a:lnTo>
                  <a:lnTo>
                    <a:pt x="666" y="494"/>
                  </a:lnTo>
                  <a:lnTo>
                    <a:pt x="543" y="642"/>
                  </a:lnTo>
                  <a:lnTo>
                    <a:pt x="420" y="790"/>
                  </a:lnTo>
                  <a:lnTo>
                    <a:pt x="296" y="938"/>
                  </a:lnTo>
                  <a:lnTo>
                    <a:pt x="222" y="1110"/>
                  </a:lnTo>
                  <a:lnTo>
                    <a:pt x="124" y="1308"/>
                  </a:lnTo>
                  <a:lnTo>
                    <a:pt x="74" y="1505"/>
                  </a:lnTo>
                  <a:lnTo>
                    <a:pt x="25" y="1702"/>
                  </a:lnTo>
                  <a:lnTo>
                    <a:pt x="0" y="1900"/>
                  </a:lnTo>
                  <a:lnTo>
                    <a:pt x="0" y="2122"/>
                  </a:lnTo>
                  <a:lnTo>
                    <a:pt x="25" y="2541"/>
                  </a:lnTo>
                  <a:lnTo>
                    <a:pt x="124" y="2960"/>
                  </a:lnTo>
                  <a:lnTo>
                    <a:pt x="247" y="3355"/>
                  </a:lnTo>
                  <a:lnTo>
                    <a:pt x="395" y="3750"/>
                  </a:lnTo>
                  <a:lnTo>
                    <a:pt x="592" y="4145"/>
                  </a:lnTo>
                  <a:lnTo>
                    <a:pt x="814" y="4490"/>
                  </a:lnTo>
                  <a:lnTo>
                    <a:pt x="938" y="4687"/>
                  </a:lnTo>
                  <a:lnTo>
                    <a:pt x="1110" y="4885"/>
                  </a:lnTo>
                  <a:lnTo>
                    <a:pt x="1554" y="5304"/>
                  </a:lnTo>
                  <a:lnTo>
                    <a:pt x="2048" y="5723"/>
                  </a:lnTo>
                  <a:lnTo>
                    <a:pt x="2541" y="6118"/>
                  </a:lnTo>
                  <a:lnTo>
                    <a:pt x="3010" y="6463"/>
                  </a:lnTo>
                  <a:lnTo>
                    <a:pt x="3405" y="6735"/>
                  </a:lnTo>
                  <a:lnTo>
                    <a:pt x="3799" y="6981"/>
                  </a:lnTo>
                  <a:lnTo>
                    <a:pt x="3873" y="6685"/>
                  </a:lnTo>
                  <a:lnTo>
                    <a:pt x="4046" y="6044"/>
                  </a:lnTo>
                  <a:lnTo>
                    <a:pt x="4293" y="5033"/>
                  </a:lnTo>
                  <a:lnTo>
                    <a:pt x="4342" y="4761"/>
                  </a:lnTo>
                  <a:lnTo>
                    <a:pt x="4342" y="4441"/>
                  </a:lnTo>
                  <a:lnTo>
                    <a:pt x="4342" y="4120"/>
                  </a:lnTo>
                  <a:lnTo>
                    <a:pt x="4317" y="3775"/>
                  </a:lnTo>
                  <a:lnTo>
                    <a:pt x="4293" y="3429"/>
                  </a:lnTo>
                  <a:lnTo>
                    <a:pt x="4243" y="3059"/>
                  </a:lnTo>
                  <a:lnTo>
                    <a:pt x="4169" y="2714"/>
                  </a:lnTo>
                  <a:lnTo>
                    <a:pt x="4071" y="2344"/>
                  </a:lnTo>
                  <a:lnTo>
                    <a:pt x="3972" y="1998"/>
                  </a:lnTo>
                  <a:lnTo>
                    <a:pt x="3849" y="1653"/>
                  </a:lnTo>
                  <a:lnTo>
                    <a:pt x="3701" y="1332"/>
                  </a:lnTo>
                  <a:lnTo>
                    <a:pt x="3528" y="1036"/>
                  </a:lnTo>
                  <a:lnTo>
                    <a:pt x="3331" y="765"/>
                  </a:lnTo>
                  <a:lnTo>
                    <a:pt x="3133" y="543"/>
                  </a:lnTo>
                  <a:lnTo>
                    <a:pt x="2911" y="346"/>
                  </a:lnTo>
                  <a:lnTo>
                    <a:pt x="2640" y="198"/>
                  </a:lnTo>
                  <a:lnTo>
                    <a:pt x="2467" y="99"/>
                  </a:lnTo>
                  <a:lnTo>
                    <a:pt x="2270" y="50"/>
                  </a:lnTo>
                  <a:lnTo>
                    <a:pt x="2072" y="25"/>
                  </a:lnTo>
                  <a:lnTo>
                    <a:pt x="187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90" name="Google Shape;290;p34"/>
          <p:cNvGrpSpPr/>
          <p:nvPr/>
        </p:nvGrpSpPr>
        <p:grpSpPr>
          <a:xfrm>
            <a:off x="10867192" y="471155"/>
            <a:ext cx="741808" cy="496375"/>
            <a:chOff x="4472562" y="623432"/>
            <a:chExt cx="829114" cy="554732"/>
          </a:xfrm>
        </p:grpSpPr>
        <p:sp>
          <p:nvSpPr>
            <p:cNvPr id="291" name="Google Shape;291;p34"/>
            <p:cNvSpPr/>
            <p:nvPr/>
          </p:nvSpPr>
          <p:spPr>
            <a:xfrm>
              <a:off x="4472562" y="661777"/>
              <a:ext cx="782992" cy="516387"/>
            </a:xfrm>
            <a:custGeom>
              <a:avLst/>
              <a:gdLst/>
              <a:ahLst/>
              <a:cxnLst/>
              <a:rect l="l" t="t" r="r" b="b"/>
              <a:pathLst>
                <a:path w="24667" h="16268" extrusionOk="0">
                  <a:moveTo>
                    <a:pt x="1" y="0"/>
                  </a:moveTo>
                  <a:lnTo>
                    <a:pt x="1" y="16267"/>
                  </a:lnTo>
                  <a:lnTo>
                    <a:pt x="24666" y="16267"/>
                  </a:lnTo>
                  <a:lnTo>
                    <a:pt x="246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4515097" y="627622"/>
              <a:ext cx="782389" cy="495437"/>
            </a:xfrm>
            <a:custGeom>
              <a:avLst/>
              <a:gdLst/>
              <a:ahLst/>
              <a:cxnLst/>
              <a:rect l="l" t="t" r="r" b="b"/>
              <a:pathLst>
                <a:path w="24648" h="15608" extrusionOk="0">
                  <a:moveTo>
                    <a:pt x="1" y="0"/>
                  </a:moveTo>
                  <a:lnTo>
                    <a:pt x="1" y="15607"/>
                  </a:lnTo>
                  <a:lnTo>
                    <a:pt x="24647" y="15607"/>
                  </a:lnTo>
                  <a:lnTo>
                    <a:pt x="24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4510907" y="623432"/>
              <a:ext cx="790769" cy="503214"/>
            </a:xfrm>
            <a:custGeom>
              <a:avLst/>
              <a:gdLst/>
              <a:ahLst/>
              <a:cxnLst/>
              <a:rect l="l" t="t" r="r" b="b"/>
              <a:pathLst>
                <a:path w="24912" h="15853" extrusionOk="0">
                  <a:moveTo>
                    <a:pt x="24666" y="246"/>
                  </a:moveTo>
                  <a:lnTo>
                    <a:pt x="24666" y="15626"/>
                  </a:lnTo>
                  <a:lnTo>
                    <a:pt x="246" y="15626"/>
                  </a:lnTo>
                  <a:lnTo>
                    <a:pt x="246" y="246"/>
                  </a:lnTo>
                  <a:close/>
                  <a:moveTo>
                    <a:pt x="1" y="0"/>
                  </a:moveTo>
                  <a:lnTo>
                    <a:pt x="1" y="15852"/>
                  </a:lnTo>
                  <a:lnTo>
                    <a:pt x="24911" y="15852"/>
                  </a:lnTo>
                  <a:lnTo>
                    <a:pt x="249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4512716" y="624035"/>
              <a:ext cx="787151" cy="273779"/>
            </a:xfrm>
            <a:custGeom>
              <a:avLst/>
              <a:gdLst/>
              <a:ahLst/>
              <a:cxnLst/>
              <a:rect l="l" t="t" r="r" b="b"/>
              <a:pathLst>
                <a:path w="24798" h="8625" extrusionOk="0">
                  <a:moveTo>
                    <a:pt x="132" y="0"/>
                  </a:moveTo>
                  <a:lnTo>
                    <a:pt x="0" y="208"/>
                  </a:lnTo>
                  <a:lnTo>
                    <a:pt x="12399" y="8624"/>
                  </a:lnTo>
                  <a:lnTo>
                    <a:pt x="24798" y="208"/>
                  </a:lnTo>
                  <a:lnTo>
                    <a:pt x="24665" y="0"/>
                  </a:lnTo>
                  <a:lnTo>
                    <a:pt x="12399" y="8341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CEBD-B90D-4A2F-93D3-A0EF4A270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FF78F-FD2A-483F-8B61-DCDAE7268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48990-A6F7-46FF-9FED-0DC59CFB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04FB-001C-40D6-B4F9-553DFFA4386F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F0528-0E44-4572-9760-08BA0EA4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B052-C8B4-48C3-8980-D7CD7B0A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2868-C855-4A10-96B1-034576C5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FD7D6-14C2-416B-8543-31DDF52E7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81560-F363-420A-8032-242C7BD8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4B98-7C1F-4B0B-9835-DFC26479030E}" type="datetime1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14626-4265-431D-B864-7DC701BF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5ADC8-917D-4853-94A0-672B05F1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5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C51C-53E0-40A6-BA12-38B0ED14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DD12C-11E4-4922-B830-CB34EB047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17C98-B090-447F-9F0F-2E86AEF9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B33FE-BBEC-4061-8E16-332D60318DC3}" type="datetime1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07DEF-2B1A-44F7-A629-33CB932B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689E1-92B5-4768-A3B1-7BC538ACF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2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B549-E985-4E42-B164-31C75E05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9E10-E343-480C-9DC9-2A36CAD35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FBA93-D657-4293-8DFC-5E9DD139C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88DD9-E30E-4F94-8673-4BD703C6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51C1B-84D1-4AC0-8616-033BCFE4E5EF}" type="datetime1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0B54C-860C-4471-81AD-00D11F69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918A2-9F44-4142-AE22-35C399FB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0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CB3B-0567-497B-A6D1-5831D2AC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2E6C6-3186-4FA3-8C39-D7A37E30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1D2D5-CC30-4BF1-9D47-613B3B8DC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0F2A62-C43F-49D9-A0B6-9974A141B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9F366-A106-41AA-9CD5-EFC91CAEF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5F452-124B-4DD2-9972-633E150D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FBA6-5C1E-47AB-850D-B8AFA1D9E3FE}" type="datetime1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89D2D1-4681-4337-8117-511EA73F1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C46FB-AF82-4EAA-BBF7-EFCEA261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2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44916-02E6-430F-BD47-3C198B5F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FCBF8-E869-4F85-A41A-2A06FE24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C51D4-6305-4021-AFE9-F1C6617DC602}" type="datetime1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B24D6-0ACF-4354-81BA-FC171CBD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DB35BB-8E2B-4F15-B604-F57A31C1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1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21727-C5ED-4205-A89C-249639FD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EC98F-87B7-41A0-A095-5349650B437B}" type="datetime1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E52F2-002C-4D99-A4A7-F4AF11CF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CFD69-F3C7-4B85-A256-B865C8F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6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3939-A384-4FD2-A1E3-90A4664C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409DA-A91D-4366-BC6A-3C0FBBDE2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F7F33-52A4-4AF6-A9D3-E82877188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C4828-7A25-4E4C-9517-0B63ACFA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24EA5-A93B-40BE-BB3C-E4D307468B2D}" type="datetime1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22AB2-62F1-485C-BE92-E9E3B966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AEB49-744F-43BC-8226-A3011E10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3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03D7-AE7E-4F7C-BB43-8E56DC4C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E4E4B9-C194-4AB2-9FB2-371BB299F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970D3-AD79-4FC7-B35E-3148CE51E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243D5-C48E-4273-BCA8-2D5BD1D9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79B71-E4AC-4742-BD9A-298991380ED3}" type="datetime1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BBC6D-A195-4D63-B555-EFA69282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99C89-6E8D-4418-93C2-A34D9769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8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6CF1-AA82-4971-A2AF-B4FAE1CE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DEFD7-430A-4295-A181-B86854B83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F4D4-A043-44E1-B0A7-17D8C57D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C7CF-ED18-4CFC-9EFB-2B81A0E9DCA3}" type="datetime1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2DAA9-4F3A-43D6-BC87-0E11E74BF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7D5D-7125-4D86-A04F-4ED558A6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0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B3F7BD-6F37-4684-B3E5-454B48A3B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41B2E-C89F-4673-B17F-3416FA22D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FFB54-AEB5-48C7-95D5-A144B6E1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2A68-4FEF-4300-AFD5-AB8C7675E2AD}" type="datetime1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DD2A3-E99C-46BD-8D24-A1CF9545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63803-013D-49FD-9048-7F23DD8E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1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/>
          <p:nvPr/>
        </p:nvSpPr>
        <p:spPr>
          <a:xfrm rot="751121">
            <a:off x="-1528253" y="6153839"/>
            <a:ext cx="12861631" cy="2360151"/>
          </a:xfrm>
          <a:custGeom>
            <a:avLst/>
            <a:gdLst/>
            <a:ahLst/>
            <a:cxnLst/>
            <a:rect l="l" t="t" r="r" b="b"/>
            <a:pathLst>
              <a:path w="146229" h="70769" extrusionOk="0">
                <a:moveTo>
                  <a:pt x="48945" y="1"/>
                </a:moveTo>
                <a:cubicBezTo>
                  <a:pt x="22256" y="1"/>
                  <a:pt x="3722" y="11964"/>
                  <a:pt x="3722" y="11964"/>
                </a:cubicBezTo>
                <a:lnTo>
                  <a:pt x="0" y="70769"/>
                </a:lnTo>
                <a:lnTo>
                  <a:pt x="146228" y="70665"/>
                </a:lnTo>
                <a:lnTo>
                  <a:pt x="146228" y="9141"/>
                </a:lnTo>
                <a:cubicBezTo>
                  <a:pt x="146228" y="9141"/>
                  <a:pt x="140914" y="18916"/>
                  <a:pt x="123764" y="18916"/>
                </a:cubicBezTo>
                <a:cubicBezTo>
                  <a:pt x="115176" y="18916"/>
                  <a:pt x="103620" y="16465"/>
                  <a:pt x="88276" y="9107"/>
                </a:cubicBezTo>
                <a:cubicBezTo>
                  <a:pt x="74168" y="2344"/>
                  <a:pt x="60758" y="1"/>
                  <a:pt x="4894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99"/>
          </a:p>
        </p:txBody>
      </p:sp>
      <p:sp>
        <p:nvSpPr>
          <p:cNvPr id="242" name="Google Shape;242;p33"/>
          <p:cNvSpPr/>
          <p:nvPr/>
        </p:nvSpPr>
        <p:spPr>
          <a:xfrm rot="751113">
            <a:off x="-1596529" y="6430539"/>
            <a:ext cx="13576575" cy="2346844"/>
          </a:xfrm>
          <a:custGeom>
            <a:avLst/>
            <a:gdLst/>
            <a:ahLst/>
            <a:cxnLst/>
            <a:rect l="l" t="t" r="r" b="b"/>
            <a:pathLst>
              <a:path w="146252" h="70370" extrusionOk="0">
                <a:moveTo>
                  <a:pt x="52287" y="0"/>
                </a:moveTo>
                <a:cubicBezTo>
                  <a:pt x="20650" y="0"/>
                  <a:pt x="2362" y="18754"/>
                  <a:pt x="2362" y="18754"/>
                </a:cubicBezTo>
                <a:lnTo>
                  <a:pt x="0" y="70370"/>
                </a:lnTo>
                <a:lnTo>
                  <a:pt x="146251" y="67824"/>
                </a:lnTo>
                <a:lnTo>
                  <a:pt x="145214" y="6300"/>
                </a:lnTo>
                <a:cubicBezTo>
                  <a:pt x="145214" y="6300"/>
                  <a:pt x="140284" y="15537"/>
                  <a:pt x="122428" y="15537"/>
                </a:cubicBezTo>
                <a:cubicBezTo>
                  <a:pt x="113918" y="15537"/>
                  <a:pt x="102473" y="13439"/>
                  <a:pt x="87228" y="7245"/>
                </a:cubicBezTo>
                <a:cubicBezTo>
                  <a:pt x="74282" y="1985"/>
                  <a:pt x="62578" y="0"/>
                  <a:pt x="5228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99"/>
          </a:p>
        </p:txBody>
      </p:sp>
      <p:sp>
        <p:nvSpPr>
          <p:cNvPr id="243" name="Google Shape;243;p33"/>
          <p:cNvSpPr/>
          <p:nvPr/>
        </p:nvSpPr>
        <p:spPr>
          <a:xfrm rot="-8921212">
            <a:off x="5132838" y="-5036373"/>
            <a:ext cx="9592198" cy="6614119"/>
          </a:xfrm>
          <a:custGeom>
            <a:avLst/>
            <a:gdLst/>
            <a:ahLst/>
            <a:cxnLst/>
            <a:rect l="l" t="t" r="r" b="b"/>
            <a:pathLst>
              <a:path w="166959" h="87786" extrusionOk="0">
                <a:moveTo>
                  <a:pt x="120453" y="0"/>
                </a:moveTo>
                <a:cubicBezTo>
                  <a:pt x="111502" y="0"/>
                  <a:pt x="101142" y="1810"/>
                  <a:pt x="90398" y="7349"/>
                </a:cubicBezTo>
                <a:cubicBezTo>
                  <a:pt x="72916" y="16364"/>
                  <a:pt x="66223" y="18285"/>
                  <a:pt x="58760" y="18285"/>
                </a:cubicBezTo>
                <a:cubicBezTo>
                  <a:pt x="53214" y="18285"/>
                  <a:pt x="47244" y="17224"/>
                  <a:pt x="36109" y="17224"/>
                </a:cubicBezTo>
                <a:cubicBezTo>
                  <a:pt x="35104" y="17224"/>
                  <a:pt x="34057" y="17233"/>
                  <a:pt x="32964" y="17252"/>
                </a:cubicBezTo>
                <a:cubicBezTo>
                  <a:pt x="19850" y="17484"/>
                  <a:pt x="11973" y="22203"/>
                  <a:pt x="7263" y="27449"/>
                </a:cubicBezTo>
                <a:cubicBezTo>
                  <a:pt x="2365" y="32890"/>
                  <a:pt x="1" y="40152"/>
                  <a:pt x="509" y="47458"/>
                </a:cubicBezTo>
                <a:cubicBezTo>
                  <a:pt x="1056" y="55322"/>
                  <a:pt x="3510" y="68570"/>
                  <a:pt x="13782" y="68570"/>
                </a:cubicBezTo>
                <a:cubicBezTo>
                  <a:pt x="15758" y="68570"/>
                  <a:pt x="18022" y="68081"/>
                  <a:pt x="20617" y="66969"/>
                </a:cubicBezTo>
                <a:cubicBezTo>
                  <a:pt x="27724" y="63924"/>
                  <a:pt x="34121" y="62722"/>
                  <a:pt x="39736" y="62722"/>
                </a:cubicBezTo>
                <a:cubicBezTo>
                  <a:pt x="52827" y="62722"/>
                  <a:pt x="61672" y="69253"/>
                  <a:pt x="65374" y="74186"/>
                </a:cubicBezTo>
                <a:cubicBezTo>
                  <a:pt x="72936" y="84268"/>
                  <a:pt x="83552" y="87785"/>
                  <a:pt x="94673" y="87785"/>
                </a:cubicBezTo>
                <a:cubicBezTo>
                  <a:pt x="119174" y="87785"/>
                  <a:pt x="146124" y="70713"/>
                  <a:pt x="148260" y="69154"/>
                </a:cubicBezTo>
                <a:cubicBezTo>
                  <a:pt x="151364" y="66879"/>
                  <a:pt x="166316" y="54452"/>
                  <a:pt x="166646" y="34050"/>
                </a:cubicBezTo>
                <a:cubicBezTo>
                  <a:pt x="166958" y="15361"/>
                  <a:pt x="152051" y="7733"/>
                  <a:pt x="149535" y="6582"/>
                </a:cubicBezTo>
                <a:cubicBezTo>
                  <a:pt x="149286" y="6466"/>
                  <a:pt x="149027" y="6341"/>
                  <a:pt x="148777" y="6217"/>
                </a:cubicBezTo>
                <a:cubicBezTo>
                  <a:pt x="146568" y="5115"/>
                  <a:pt x="135502" y="0"/>
                  <a:pt x="1204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99"/>
          </a:p>
        </p:txBody>
      </p:sp>
      <p:sp>
        <p:nvSpPr>
          <p:cNvPr id="244" name="Google Shape;244;p33"/>
          <p:cNvSpPr/>
          <p:nvPr/>
        </p:nvSpPr>
        <p:spPr>
          <a:xfrm rot="-9114056">
            <a:off x="5493679" y="-5468695"/>
            <a:ext cx="9592080" cy="7130979"/>
          </a:xfrm>
          <a:custGeom>
            <a:avLst/>
            <a:gdLst/>
            <a:ahLst/>
            <a:cxnLst/>
            <a:rect l="l" t="t" r="r" b="b"/>
            <a:pathLst>
              <a:path w="166959" h="87786" extrusionOk="0">
                <a:moveTo>
                  <a:pt x="120453" y="0"/>
                </a:moveTo>
                <a:cubicBezTo>
                  <a:pt x="111502" y="0"/>
                  <a:pt x="101142" y="1810"/>
                  <a:pt x="90398" y="7349"/>
                </a:cubicBezTo>
                <a:cubicBezTo>
                  <a:pt x="72916" y="16364"/>
                  <a:pt x="66223" y="18285"/>
                  <a:pt x="58760" y="18285"/>
                </a:cubicBezTo>
                <a:cubicBezTo>
                  <a:pt x="53214" y="18285"/>
                  <a:pt x="47244" y="17224"/>
                  <a:pt x="36109" y="17224"/>
                </a:cubicBezTo>
                <a:cubicBezTo>
                  <a:pt x="35104" y="17224"/>
                  <a:pt x="34057" y="17233"/>
                  <a:pt x="32964" y="17252"/>
                </a:cubicBezTo>
                <a:cubicBezTo>
                  <a:pt x="19850" y="17484"/>
                  <a:pt x="11973" y="22203"/>
                  <a:pt x="7263" y="27449"/>
                </a:cubicBezTo>
                <a:cubicBezTo>
                  <a:pt x="2365" y="32890"/>
                  <a:pt x="1" y="40152"/>
                  <a:pt x="509" y="47458"/>
                </a:cubicBezTo>
                <a:cubicBezTo>
                  <a:pt x="1056" y="55322"/>
                  <a:pt x="3510" y="68570"/>
                  <a:pt x="13782" y="68570"/>
                </a:cubicBezTo>
                <a:cubicBezTo>
                  <a:pt x="15758" y="68570"/>
                  <a:pt x="18022" y="68081"/>
                  <a:pt x="20617" y="66969"/>
                </a:cubicBezTo>
                <a:cubicBezTo>
                  <a:pt x="27724" y="63924"/>
                  <a:pt x="34121" y="62722"/>
                  <a:pt x="39736" y="62722"/>
                </a:cubicBezTo>
                <a:cubicBezTo>
                  <a:pt x="52827" y="62722"/>
                  <a:pt x="61672" y="69253"/>
                  <a:pt x="65374" y="74186"/>
                </a:cubicBezTo>
                <a:cubicBezTo>
                  <a:pt x="72936" y="84268"/>
                  <a:pt x="83552" y="87785"/>
                  <a:pt x="94673" y="87785"/>
                </a:cubicBezTo>
                <a:cubicBezTo>
                  <a:pt x="119174" y="87785"/>
                  <a:pt x="146124" y="70713"/>
                  <a:pt x="148260" y="69154"/>
                </a:cubicBezTo>
                <a:cubicBezTo>
                  <a:pt x="151364" y="66879"/>
                  <a:pt x="166316" y="54452"/>
                  <a:pt x="166646" y="34050"/>
                </a:cubicBezTo>
                <a:cubicBezTo>
                  <a:pt x="166958" y="15361"/>
                  <a:pt x="152051" y="7733"/>
                  <a:pt x="149535" y="6582"/>
                </a:cubicBezTo>
                <a:cubicBezTo>
                  <a:pt x="149286" y="6466"/>
                  <a:pt x="149027" y="6341"/>
                  <a:pt x="148777" y="6217"/>
                </a:cubicBezTo>
                <a:cubicBezTo>
                  <a:pt x="146568" y="5115"/>
                  <a:pt x="135502" y="0"/>
                  <a:pt x="12045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99"/>
          </a:p>
        </p:txBody>
      </p:sp>
    </p:spTree>
    <p:extLst>
      <p:ext uri="{BB962C8B-B14F-4D97-AF65-F5344CB8AC3E}">
        <p14:creationId xmlns:p14="http://schemas.microsoft.com/office/powerpoint/2010/main" val="145276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6751" y="719328"/>
            <a:ext cx="1027532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ays One"/>
              <a:buNone/>
              <a:defRPr sz="320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23360" y="1802500"/>
            <a:ext cx="10279722" cy="4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■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■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■"/>
              <a:defRPr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2" r:id="rId17"/>
    <p:sldLayoutId id="2147483683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8C209-BFBF-4334-BF58-3C92E2F2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7D6B4-A788-45AE-8F13-05DDCD219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16A0F-5E82-4807-A38F-66CE26C27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16A62-DAF2-442D-9448-455620A95AD5}" type="datetime1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EB50C-980B-4523-A117-61B527065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91C6F-8268-45B7-99F2-69D298A03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C970-4407-4918-989A-6E2A9BFDE0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27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58.jpe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3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7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18576" y="1757327"/>
            <a:ext cx="6948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6391">
              <a:spcAft>
                <a:spcPts val="408"/>
              </a:spcAft>
            </a:pPr>
            <a:r>
              <a:rPr lang="en-GB" sz="2800" b="1" kern="1200" dirty="0">
                <a:solidFill>
                  <a:schemeClr val="tx1"/>
                </a:solidFill>
                <a:latin typeface="Artifakt Element Black" panose="020B0A03050000020004"/>
                <a:cs typeface="Times New Roman" panose="02020603050405020304" pitchFamily="18" charset="0"/>
              </a:rPr>
              <a:t>Convenient Bamboo Cutter</a:t>
            </a:r>
            <a:endParaRPr lang="en-GB" sz="2800" b="1" dirty="0">
              <a:latin typeface="Artifakt Element Black" panose="020B0A03050000020004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90076" y="1418421"/>
            <a:ext cx="2005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6391">
              <a:spcAft>
                <a:spcPts val="408"/>
              </a:spcAft>
            </a:pPr>
            <a:r>
              <a:rPr lang="en-GB" sz="1600" kern="1200" dirty="0">
                <a:solidFill>
                  <a:schemeClr val="tx1"/>
                </a:solidFill>
                <a:latin typeface="Artifakt Element Black" panose="020B0A03050000020004"/>
                <a:cs typeface="Times New Roman" panose="02020603050405020304" pitchFamily="18" charset="0"/>
              </a:rPr>
              <a:t>A Presentation On</a:t>
            </a:r>
            <a:endParaRPr lang="en-GB" sz="2800" dirty="0">
              <a:latin typeface="Artifakt Element Black" panose="020B0A03050000020004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8E72E0-B6B2-5504-C72F-C7967B1AEB2F}"/>
              </a:ext>
            </a:extLst>
          </p:cNvPr>
          <p:cNvSpPr txBox="1"/>
          <p:nvPr/>
        </p:nvSpPr>
        <p:spPr>
          <a:xfrm>
            <a:off x="4635277" y="333158"/>
            <a:ext cx="2915221" cy="7768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768096">
              <a:spcAft>
                <a:spcPts val="504"/>
              </a:spcAft>
            </a:pPr>
            <a:r>
              <a:rPr lang="en-US" sz="2016" kern="1200" dirty="0">
                <a:solidFill>
                  <a:schemeClr val="tx1"/>
                </a:solidFill>
                <a:latin typeface="Artifakt Element Black" panose="020B0A03050000020004" pitchFamily="34" charset="0"/>
                <a:ea typeface="+mn-ea"/>
                <a:cs typeface="+mn-cs"/>
              </a:rPr>
              <a:t>IPE 300</a:t>
            </a:r>
          </a:p>
          <a:p>
            <a:pPr algn="ctr" defTabSz="768096">
              <a:spcAft>
                <a:spcPts val="504"/>
              </a:spcAft>
            </a:pPr>
            <a:r>
              <a:rPr lang="en-US" sz="2016" kern="1200" dirty="0">
                <a:solidFill>
                  <a:schemeClr val="tx1"/>
                </a:solidFill>
                <a:latin typeface="Artifakt Element Black" panose="020B0A03050000020004" pitchFamily="34" charset="0"/>
                <a:ea typeface="+mn-ea"/>
                <a:cs typeface="+mn-cs"/>
              </a:rPr>
              <a:t>Product Design Sessional I</a:t>
            </a:r>
            <a:endParaRPr lang="en-US" sz="2400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4F2A0-7513-C407-0B16-D97B448B65F2}"/>
              </a:ext>
            </a:extLst>
          </p:cNvPr>
          <p:cNvSpPr txBox="1"/>
          <p:nvPr/>
        </p:nvSpPr>
        <p:spPr>
          <a:xfrm>
            <a:off x="1485900" y="2996952"/>
            <a:ext cx="351282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latin typeface="Artifakt Element Black" panose="020B0A03050000020004"/>
                <a:cs typeface="Times New Roman" panose="02020603050405020304" pitchFamily="18" charset="0"/>
              </a:rPr>
              <a:t>Presented By</a:t>
            </a:r>
            <a:r>
              <a:rPr lang="en-US" dirty="0">
                <a:latin typeface="Artifakt Element Black" panose="020B0A03050000020004"/>
                <a:cs typeface="Times New Roman" panose="02020603050405020304" pitchFamily="18" charset="0"/>
              </a:rPr>
              <a:t>: Group-A24</a:t>
            </a:r>
          </a:p>
          <a:p>
            <a:pPr>
              <a:spcAft>
                <a:spcPts val="600"/>
              </a:spcAft>
            </a:pPr>
            <a:endParaRPr lang="en-US" sz="1600" dirty="0">
              <a:latin typeface="Artifakt Element Black" panose="020B0A03050000020004"/>
              <a:cs typeface="Times New Roman" panose="02020603050405020304" pitchFamily="18" charset="0"/>
            </a:endParaRPr>
          </a:p>
          <a:p>
            <a:pPr marL="240030" indent="-24003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 err="1">
                <a:latin typeface="Artifakt Element Black" panose="020B0A03050000020004"/>
                <a:cs typeface="Times New Roman" panose="02020603050405020304" pitchFamily="18" charset="0"/>
              </a:rPr>
              <a:t>Bristy</a:t>
            </a: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 Rani Sarker – 1908045</a:t>
            </a:r>
          </a:p>
          <a:p>
            <a:pPr marL="240030" indent="-24003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Md. </a:t>
            </a:r>
            <a:r>
              <a:rPr lang="en-US" sz="1600" dirty="0" err="1">
                <a:latin typeface="Artifakt Element Black" panose="020B0A03050000020004"/>
                <a:cs typeface="Times New Roman" panose="02020603050405020304" pitchFamily="18" charset="0"/>
              </a:rPr>
              <a:t>Masud</a:t>
            </a: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 Rana – 1908046</a:t>
            </a:r>
          </a:p>
          <a:p>
            <a:pPr marL="240030" indent="-24003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An-Nur </a:t>
            </a:r>
            <a:r>
              <a:rPr lang="en-US" sz="1600" dirty="0" err="1">
                <a:latin typeface="Artifakt Element Black" panose="020B0A03050000020004"/>
                <a:cs typeface="Times New Roman" panose="02020603050405020304" pitchFamily="18" charset="0"/>
              </a:rPr>
              <a:t>Taiweb</a:t>
            </a: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 Rahman – 1908047</a:t>
            </a:r>
          </a:p>
          <a:p>
            <a:pPr marL="240030" indent="-24003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Shovon Biswas – 1908048</a:t>
            </a:r>
          </a:p>
          <a:p>
            <a:pPr marL="240030" indent="-24003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Sumaya </a:t>
            </a:r>
            <a:r>
              <a:rPr lang="en-US" sz="1600" dirty="0" err="1">
                <a:latin typeface="Artifakt Element Black" panose="020B0A03050000020004"/>
                <a:cs typeface="Times New Roman" panose="02020603050405020304" pitchFamily="18" charset="0"/>
              </a:rPr>
              <a:t>Tasnim</a:t>
            </a: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 Sweety – 1908049</a:t>
            </a:r>
          </a:p>
          <a:p>
            <a:pPr marL="240030" indent="-24003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Muhammad Shadab </a:t>
            </a:r>
            <a:r>
              <a:rPr lang="en-US" sz="1600" dirty="0" err="1">
                <a:latin typeface="Artifakt Element Black" panose="020B0A03050000020004"/>
                <a:cs typeface="Times New Roman" panose="02020603050405020304" pitchFamily="18" charset="0"/>
              </a:rPr>
              <a:t>Sakib</a:t>
            </a:r>
            <a:r>
              <a:rPr lang="en-US" sz="1600" dirty="0">
                <a:latin typeface="Artifakt Element Black" panose="020B0A03050000020004"/>
                <a:cs typeface="Times New Roman" panose="02020603050405020304" pitchFamily="18" charset="0"/>
              </a:rPr>
              <a:t> - 1908050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machine with a green tube&#10;&#10;Description automatically generated">
            <a:extLst>
              <a:ext uri="{FF2B5EF4-FFF2-40B4-BE49-F238E27FC236}">
                <a16:creationId xmlns:a16="http://schemas.microsoft.com/office/drawing/2014/main" id="{E6EFE7EB-C907-218A-DA7A-ECF0A54568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3" r="19937"/>
          <a:stretch/>
        </p:blipFill>
        <p:spPr>
          <a:xfrm>
            <a:off x="3718148" y="10"/>
            <a:ext cx="8470677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20" name="Freeform: Shape 14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775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7598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3C177-74A2-EC4D-FCBC-AAB0B0BB7D58}"/>
              </a:ext>
            </a:extLst>
          </p:cNvPr>
          <p:cNvSpPr txBox="1"/>
          <p:nvPr/>
        </p:nvSpPr>
        <p:spPr>
          <a:xfrm>
            <a:off x="480903" y="2420888"/>
            <a:ext cx="4022312" cy="18151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algn="ctr" defTabSz="516391">
              <a:spcAft>
                <a:spcPts val="408"/>
              </a:spcAft>
            </a:pPr>
            <a:r>
              <a:rPr lang="en-GB" sz="48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Convenient Bamboo Cutter</a:t>
            </a:r>
            <a:endParaRPr lang="en-GB" sz="4800" b="1" dirty="0">
              <a:solidFill>
                <a:schemeClr val="tx1">
                  <a:lumMod val="95000"/>
                  <a:lumOff val="5000"/>
                </a:schemeClr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704" y="346883"/>
            <a:ext cx="146304" cy="7039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903" y="4546920"/>
            <a:ext cx="402231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517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88825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576" y="640080"/>
            <a:ext cx="10917571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7771" y="960109"/>
            <a:ext cx="10275180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2277" y="1444741"/>
            <a:ext cx="935542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2277" y="2701427"/>
            <a:ext cx="4482157" cy="269996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defTabSz="914400">
              <a:buClr>
                <a:schemeClr val="tx1"/>
              </a:buClr>
              <a:buSzPct val="80000"/>
              <a:buNone/>
            </a:pPr>
            <a:r>
              <a:rPr lang="en-US" sz="2000" b="1" dirty="0"/>
              <a:t>     Our Proposed Products: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Coconut Cutting Machine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Stairs Cleaning Machine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Wheel Controlled Pesticide Sprayer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Convenient Stair-Climbing Trolley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One-Wheel Seed Planter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Adjustable Umbrella Holder Backpack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Convenient Bamboo Cutter</a:t>
            </a:r>
          </a:p>
          <a:p>
            <a:pPr marL="914194" lvl="1" indent="-285750" defTabSz="914400">
              <a:buFont typeface="Wingdings" panose="05000000000000000000" pitchFamily="2" charset="2"/>
              <a:buChar char="q"/>
            </a:pPr>
            <a:r>
              <a:rPr lang="en-US" sz="1700" dirty="0"/>
              <a:t>Height Adjustable Table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D7890A9-94F0-425F-87C4-072C11385D12}"/>
              </a:ext>
            </a:extLst>
          </p:cNvPr>
          <p:cNvSpPr txBox="1">
            <a:spLocks/>
          </p:cNvSpPr>
          <p:nvPr/>
        </p:nvSpPr>
        <p:spPr>
          <a:xfrm>
            <a:off x="6254390" y="2701427"/>
            <a:ext cx="4553315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sz="2000" b="1" dirty="0">
                <a:latin typeface="+mn-lt"/>
                <a:ea typeface="+mn-ea"/>
                <a:cs typeface="+mn-cs"/>
              </a:rPr>
              <a:t>Selected Product:</a:t>
            </a:r>
          </a:p>
          <a:p>
            <a:pPr marL="228600" indent="-342900" defTabSz="9144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  <a:ea typeface="+mn-ea"/>
                <a:cs typeface="+mn-cs"/>
              </a:rPr>
              <a:t>Convenient Bamboo Cutter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7" t="-950" r="18495" b="-500"/>
          <a:stretch/>
        </p:blipFill>
        <p:spPr>
          <a:xfrm>
            <a:off x="4582244" y="-99392"/>
            <a:ext cx="7920880" cy="6957392"/>
          </a:xfrm>
          <a:prstGeom prst="rect">
            <a:avLst/>
          </a:prstGeom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8833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3821194" cy="1899912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2434201"/>
            <a:ext cx="3821194" cy="37427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Pulley Mechanism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Semi-Automatic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Versatile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Features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Production Rates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n-GB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for Selection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861" y="1677373"/>
            <a:ext cx="10851102" cy="18288"/>
          </a:xfrm>
          <a:custGeom>
            <a:avLst/>
            <a:gdLst>
              <a:gd name="connsiteX0" fmla="*/ 0 w 10851102"/>
              <a:gd name="connsiteY0" fmla="*/ 0 h 18288"/>
              <a:gd name="connsiteX1" fmla="*/ 461172 w 10851102"/>
              <a:gd name="connsiteY1" fmla="*/ 0 h 18288"/>
              <a:gd name="connsiteX2" fmla="*/ 1139366 w 10851102"/>
              <a:gd name="connsiteY2" fmla="*/ 0 h 18288"/>
              <a:gd name="connsiteX3" fmla="*/ 1926071 w 10851102"/>
              <a:gd name="connsiteY3" fmla="*/ 0 h 18288"/>
              <a:gd name="connsiteX4" fmla="*/ 2278731 w 10851102"/>
              <a:gd name="connsiteY4" fmla="*/ 0 h 18288"/>
              <a:gd name="connsiteX5" fmla="*/ 2631392 w 10851102"/>
              <a:gd name="connsiteY5" fmla="*/ 0 h 18288"/>
              <a:gd name="connsiteX6" fmla="*/ 3526608 w 10851102"/>
              <a:gd name="connsiteY6" fmla="*/ 0 h 18288"/>
              <a:gd name="connsiteX7" fmla="*/ 4204802 w 10851102"/>
              <a:gd name="connsiteY7" fmla="*/ 0 h 18288"/>
              <a:gd name="connsiteX8" fmla="*/ 4557463 w 10851102"/>
              <a:gd name="connsiteY8" fmla="*/ 0 h 18288"/>
              <a:gd name="connsiteX9" fmla="*/ 5235657 w 10851102"/>
              <a:gd name="connsiteY9" fmla="*/ 0 h 18288"/>
              <a:gd name="connsiteX10" fmla="*/ 6130873 w 10851102"/>
              <a:gd name="connsiteY10" fmla="*/ 0 h 18288"/>
              <a:gd name="connsiteX11" fmla="*/ 6700555 w 10851102"/>
              <a:gd name="connsiteY11" fmla="*/ 0 h 18288"/>
              <a:gd name="connsiteX12" fmla="*/ 7270238 w 10851102"/>
              <a:gd name="connsiteY12" fmla="*/ 0 h 18288"/>
              <a:gd name="connsiteX13" fmla="*/ 7948432 w 10851102"/>
              <a:gd name="connsiteY13" fmla="*/ 0 h 18288"/>
              <a:gd name="connsiteX14" fmla="*/ 8735137 w 10851102"/>
              <a:gd name="connsiteY14" fmla="*/ 0 h 18288"/>
              <a:gd name="connsiteX15" fmla="*/ 9521842 w 10851102"/>
              <a:gd name="connsiteY15" fmla="*/ 0 h 18288"/>
              <a:gd name="connsiteX16" fmla="*/ 10851102 w 10851102"/>
              <a:gd name="connsiteY16" fmla="*/ 0 h 18288"/>
              <a:gd name="connsiteX17" fmla="*/ 10851102 w 10851102"/>
              <a:gd name="connsiteY17" fmla="*/ 18288 h 18288"/>
              <a:gd name="connsiteX18" fmla="*/ 10389930 w 10851102"/>
              <a:gd name="connsiteY18" fmla="*/ 18288 h 18288"/>
              <a:gd name="connsiteX19" fmla="*/ 9494714 w 10851102"/>
              <a:gd name="connsiteY19" fmla="*/ 18288 h 18288"/>
              <a:gd name="connsiteX20" fmla="*/ 8816520 w 10851102"/>
              <a:gd name="connsiteY20" fmla="*/ 18288 h 18288"/>
              <a:gd name="connsiteX21" fmla="*/ 8463860 w 10851102"/>
              <a:gd name="connsiteY21" fmla="*/ 18288 h 18288"/>
              <a:gd name="connsiteX22" fmla="*/ 7785666 w 10851102"/>
              <a:gd name="connsiteY22" fmla="*/ 18288 h 18288"/>
              <a:gd name="connsiteX23" fmla="*/ 7215983 w 10851102"/>
              <a:gd name="connsiteY23" fmla="*/ 18288 h 18288"/>
              <a:gd name="connsiteX24" fmla="*/ 6646300 w 10851102"/>
              <a:gd name="connsiteY24" fmla="*/ 18288 h 18288"/>
              <a:gd name="connsiteX25" fmla="*/ 6076617 w 10851102"/>
              <a:gd name="connsiteY25" fmla="*/ 18288 h 18288"/>
              <a:gd name="connsiteX26" fmla="*/ 5506934 w 10851102"/>
              <a:gd name="connsiteY26" fmla="*/ 18288 h 18288"/>
              <a:gd name="connsiteX27" fmla="*/ 4720229 w 10851102"/>
              <a:gd name="connsiteY27" fmla="*/ 18288 h 18288"/>
              <a:gd name="connsiteX28" fmla="*/ 4042035 w 10851102"/>
              <a:gd name="connsiteY28" fmla="*/ 18288 h 18288"/>
              <a:gd name="connsiteX29" fmla="*/ 3689375 w 10851102"/>
              <a:gd name="connsiteY29" fmla="*/ 18288 h 18288"/>
              <a:gd name="connsiteX30" fmla="*/ 3119692 w 10851102"/>
              <a:gd name="connsiteY30" fmla="*/ 18288 h 18288"/>
              <a:gd name="connsiteX31" fmla="*/ 2332987 w 10851102"/>
              <a:gd name="connsiteY31" fmla="*/ 18288 h 18288"/>
              <a:gd name="connsiteX32" fmla="*/ 1871815 w 10851102"/>
              <a:gd name="connsiteY32" fmla="*/ 18288 h 18288"/>
              <a:gd name="connsiteX33" fmla="*/ 976599 w 10851102"/>
              <a:gd name="connsiteY33" fmla="*/ 18288 h 18288"/>
              <a:gd name="connsiteX34" fmla="*/ 0 w 10851102"/>
              <a:gd name="connsiteY34" fmla="*/ 18288 h 18288"/>
              <a:gd name="connsiteX35" fmla="*/ 0 w 10851102"/>
              <a:gd name="connsiteY35" fmla="*/ 0 h 18288"/>
              <a:gd name="connsiteX0" fmla="*/ 0 w 10851102"/>
              <a:gd name="connsiteY0" fmla="*/ 0 h 18288"/>
              <a:gd name="connsiteX1" fmla="*/ 569683 w 10851102"/>
              <a:gd name="connsiteY1" fmla="*/ 0 h 18288"/>
              <a:gd name="connsiteX2" fmla="*/ 922344 w 10851102"/>
              <a:gd name="connsiteY2" fmla="*/ 0 h 18288"/>
              <a:gd name="connsiteX3" fmla="*/ 1817560 w 10851102"/>
              <a:gd name="connsiteY3" fmla="*/ 0 h 18288"/>
              <a:gd name="connsiteX4" fmla="*/ 2387242 w 10851102"/>
              <a:gd name="connsiteY4" fmla="*/ 0 h 18288"/>
              <a:gd name="connsiteX5" fmla="*/ 2956925 w 10851102"/>
              <a:gd name="connsiteY5" fmla="*/ 0 h 18288"/>
              <a:gd name="connsiteX6" fmla="*/ 3852141 w 10851102"/>
              <a:gd name="connsiteY6" fmla="*/ 0 h 18288"/>
              <a:gd name="connsiteX7" fmla="*/ 4313313 w 10851102"/>
              <a:gd name="connsiteY7" fmla="*/ 0 h 18288"/>
              <a:gd name="connsiteX8" fmla="*/ 5208529 w 10851102"/>
              <a:gd name="connsiteY8" fmla="*/ 0 h 18288"/>
              <a:gd name="connsiteX9" fmla="*/ 6103745 w 10851102"/>
              <a:gd name="connsiteY9" fmla="*/ 0 h 18288"/>
              <a:gd name="connsiteX10" fmla="*/ 6781939 w 10851102"/>
              <a:gd name="connsiteY10" fmla="*/ 0 h 18288"/>
              <a:gd name="connsiteX11" fmla="*/ 7677155 w 10851102"/>
              <a:gd name="connsiteY11" fmla="*/ 0 h 18288"/>
              <a:gd name="connsiteX12" fmla="*/ 8246838 w 10851102"/>
              <a:gd name="connsiteY12" fmla="*/ 0 h 18288"/>
              <a:gd name="connsiteX13" fmla="*/ 8816520 w 10851102"/>
              <a:gd name="connsiteY13" fmla="*/ 0 h 18288"/>
              <a:gd name="connsiteX14" fmla="*/ 9603225 w 10851102"/>
              <a:gd name="connsiteY14" fmla="*/ 0 h 18288"/>
              <a:gd name="connsiteX15" fmla="*/ 10172908 w 10851102"/>
              <a:gd name="connsiteY15" fmla="*/ 0 h 18288"/>
              <a:gd name="connsiteX16" fmla="*/ 10851102 w 10851102"/>
              <a:gd name="connsiteY16" fmla="*/ 0 h 18288"/>
              <a:gd name="connsiteX17" fmla="*/ 10851102 w 10851102"/>
              <a:gd name="connsiteY17" fmla="*/ 18288 h 18288"/>
              <a:gd name="connsiteX18" fmla="*/ 10064397 w 10851102"/>
              <a:gd name="connsiteY18" fmla="*/ 18288 h 18288"/>
              <a:gd name="connsiteX19" fmla="*/ 9711736 w 10851102"/>
              <a:gd name="connsiteY19" fmla="*/ 18288 h 18288"/>
              <a:gd name="connsiteX20" fmla="*/ 9250564 w 10851102"/>
              <a:gd name="connsiteY20" fmla="*/ 18288 h 18288"/>
              <a:gd name="connsiteX21" fmla="*/ 8355349 w 10851102"/>
              <a:gd name="connsiteY21" fmla="*/ 18288 h 18288"/>
              <a:gd name="connsiteX22" fmla="*/ 7677155 w 10851102"/>
              <a:gd name="connsiteY22" fmla="*/ 18288 h 18288"/>
              <a:gd name="connsiteX23" fmla="*/ 7215983 w 10851102"/>
              <a:gd name="connsiteY23" fmla="*/ 18288 h 18288"/>
              <a:gd name="connsiteX24" fmla="*/ 6537789 w 10851102"/>
              <a:gd name="connsiteY24" fmla="*/ 18288 h 18288"/>
              <a:gd name="connsiteX25" fmla="*/ 6185128 w 10851102"/>
              <a:gd name="connsiteY25" fmla="*/ 18288 h 18288"/>
              <a:gd name="connsiteX26" fmla="*/ 5832467 w 10851102"/>
              <a:gd name="connsiteY26" fmla="*/ 18288 h 18288"/>
              <a:gd name="connsiteX27" fmla="*/ 5154273 w 10851102"/>
              <a:gd name="connsiteY27" fmla="*/ 18288 h 18288"/>
              <a:gd name="connsiteX28" fmla="*/ 4693102 w 10851102"/>
              <a:gd name="connsiteY28" fmla="*/ 18288 h 18288"/>
              <a:gd name="connsiteX29" fmla="*/ 3906397 w 10851102"/>
              <a:gd name="connsiteY29" fmla="*/ 18288 h 18288"/>
              <a:gd name="connsiteX30" fmla="*/ 3445225 w 10851102"/>
              <a:gd name="connsiteY30" fmla="*/ 18288 h 18288"/>
              <a:gd name="connsiteX31" fmla="*/ 2658520 w 10851102"/>
              <a:gd name="connsiteY31" fmla="*/ 18288 h 18288"/>
              <a:gd name="connsiteX32" fmla="*/ 2305859 w 10851102"/>
              <a:gd name="connsiteY32" fmla="*/ 18288 h 18288"/>
              <a:gd name="connsiteX33" fmla="*/ 1519154 w 10851102"/>
              <a:gd name="connsiteY33" fmla="*/ 18288 h 18288"/>
              <a:gd name="connsiteX34" fmla="*/ 1057982 w 10851102"/>
              <a:gd name="connsiteY34" fmla="*/ 18288 h 18288"/>
              <a:gd name="connsiteX35" fmla="*/ 705322 w 10851102"/>
              <a:gd name="connsiteY35" fmla="*/ 18288 h 18288"/>
              <a:gd name="connsiteX36" fmla="*/ 0 w 10851102"/>
              <a:gd name="connsiteY36" fmla="*/ 18288 h 18288"/>
              <a:gd name="connsiteX37" fmla="*/ 0 w 10851102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851102" h="18288" fill="none" extrusionOk="0">
                <a:moveTo>
                  <a:pt x="0" y="0"/>
                </a:moveTo>
                <a:cubicBezTo>
                  <a:pt x="188417" y="-6288"/>
                  <a:pt x="350285" y="13553"/>
                  <a:pt x="461172" y="0"/>
                </a:cubicBezTo>
                <a:cubicBezTo>
                  <a:pt x="563778" y="-7906"/>
                  <a:pt x="999178" y="-43693"/>
                  <a:pt x="1139366" y="0"/>
                </a:cubicBezTo>
                <a:cubicBezTo>
                  <a:pt x="1316373" y="28259"/>
                  <a:pt x="1739443" y="14382"/>
                  <a:pt x="1926071" y="0"/>
                </a:cubicBezTo>
                <a:cubicBezTo>
                  <a:pt x="2138624" y="-6816"/>
                  <a:pt x="2174931" y="-17430"/>
                  <a:pt x="2278731" y="0"/>
                </a:cubicBezTo>
                <a:cubicBezTo>
                  <a:pt x="2384297" y="-6160"/>
                  <a:pt x="2525288" y="-3774"/>
                  <a:pt x="2631392" y="0"/>
                </a:cubicBezTo>
                <a:cubicBezTo>
                  <a:pt x="2680123" y="-5396"/>
                  <a:pt x="3224033" y="2313"/>
                  <a:pt x="3526608" y="0"/>
                </a:cubicBezTo>
                <a:cubicBezTo>
                  <a:pt x="3857339" y="-35225"/>
                  <a:pt x="4077106" y="-33420"/>
                  <a:pt x="4204802" y="0"/>
                </a:cubicBezTo>
                <a:cubicBezTo>
                  <a:pt x="4369832" y="24684"/>
                  <a:pt x="4395016" y="1759"/>
                  <a:pt x="4557463" y="0"/>
                </a:cubicBezTo>
                <a:cubicBezTo>
                  <a:pt x="4715931" y="18949"/>
                  <a:pt x="4916764" y="-12060"/>
                  <a:pt x="5235657" y="0"/>
                </a:cubicBezTo>
                <a:cubicBezTo>
                  <a:pt x="5546931" y="-1385"/>
                  <a:pt x="5740378" y="53249"/>
                  <a:pt x="6130873" y="0"/>
                </a:cubicBezTo>
                <a:cubicBezTo>
                  <a:pt x="6447783" y="-30916"/>
                  <a:pt x="6579901" y="-6688"/>
                  <a:pt x="6700555" y="0"/>
                </a:cubicBezTo>
                <a:cubicBezTo>
                  <a:pt x="6787588" y="-4332"/>
                  <a:pt x="7036705" y="18324"/>
                  <a:pt x="7270238" y="0"/>
                </a:cubicBezTo>
                <a:cubicBezTo>
                  <a:pt x="7488550" y="-21007"/>
                  <a:pt x="7654769" y="-1990"/>
                  <a:pt x="7948432" y="0"/>
                </a:cubicBezTo>
                <a:cubicBezTo>
                  <a:pt x="8221526" y="-85"/>
                  <a:pt x="8540897" y="38731"/>
                  <a:pt x="8735137" y="0"/>
                </a:cubicBezTo>
                <a:cubicBezTo>
                  <a:pt x="8909820" y="-45485"/>
                  <a:pt x="9289096" y="-43478"/>
                  <a:pt x="9521842" y="0"/>
                </a:cubicBezTo>
                <a:cubicBezTo>
                  <a:pt x="9726702" y="70336"/>
                  <a:pt x="10556624" y="-7417"/>
                  <a:pt x="10851102" y="0"/>
                </a:cubicBezTo>
                <a:cubicBezTo>
                  <a:pt x="10851283" y="4563"/>
                  <a:pt x="10851942" y="10185"/>
                  <a:pt x="10851102" y="18288"/>
                </a:cubicBezTo>
                <a:cubicBezTo>
                  <a:pt x="10670175" y="430"/>
                  <a:pt x="10523714" y="-10356"/>
                  <a:pt x="10389930" y="18288"/>
                </a:cubicBezTo>
                <a:cubicBezTo>
                  <a:pt x="10273310" y="6074"/>
                  <a:pt x="9796167" y="35333"/>
                  <a:pt x="9494714" y="18288"/>
                </a:cubicBezTo>
                <a:cubicBezTo>
                  <a:pt x="9227861" y="-30642"/>
                  <a:pt x="9137881" y="-4234"/>
                  <a:pt x="8816520" y="18288"/>
                </a:cubicBezTo>
                <a:cubicBezTo>
                  <a:pt x="8505326" y="59574"/>
                  <a:pt x="8646055" y="18164"/>
                  <a:pt x="8463860" y="18288"/>
                </a:cubicBezTo>
                <a:cubicBezTo>
                  <a:pt x="8303814" y="8242"/>
                  <a:pt x="8061455" y="-55406"/>
                  <a:pt x="7785666" y="18288"/>
                </a:cubicBezTo>
                <a:cubicBezTo>
                  <a:pt x="7501737" y="42294"/>
                  <a:pt x="7454710" y="16239"/>
                  <a:pt x="7215983" y="18288"/>
                </a:cubicBezTo>
                <a:cubicBezTo>
                  <a:pt x="6972775" y="35913"/>
                  <a:pt x="6919920" y="-7024"/>
                  <a:pt x="6646300" y="18288"/>
                </a:cubicBezTo>
                <a:cubicBezTo>
                  <a:pt x="6383120" y="32808"/>
                  <a:pt x="6217005" y="21952"/>
                  <a:pt x="6076617" y="18288"/>
                </a:cubicBezTo>
                <a:cubicBezTo>
                  <a:pt x="5971842" y="7100"/>
                  <a:pt x="5675149" y="10041"/>
                  <a:pt x="5506934" y="18288"/>
                </a:cubicBezTo>
                <a:cubicBezTo>
                  <a:pt x="5421288" y="30722"/>
                  <a:pt x="5079712" y="119606"/>
                  <a:pt x="4720229" y="18288"/>
                </a:cubicBezTo>
                <a:cubicBezTo>
                  <a:pt x="4340896" y="-29852"/>
                  <a:pt x="4254366" y="34595"/>
                  <a:pt x="4042035" y="18288"/>
                </a:cubicBezTo>
                <a:cubicBezTo>
                  <a:pt x="3848325" y="-3636"/>
                  <a:pt x="3837560" y="18547"/>
                  <a:pt x="3689375" y="18288"/>
                </a:cubicBezTo>
                <a:cubicBezTo>
                  <a:pt x="3547018" y="26154"/>
                  <a:pt x="3417797" y="-90"/>
                  <a:pt x="3119692" y="18288"/>
                </a:cubicBezTo>
                <a:cubicBezTo>
                  <a:pt x="2869463" y="16857"/>
                  <a:pt x="2705026" y="-37858"/>
                  <a:pt x="2332987" y="18288"/>
                </a:cubicBezTo>
                <a:cubicBezTo>
                  <a:pt x="1978013" y="43255"/>
                  <a:pt x="1992323" y="36701"/>
                  <a:pt x="1871815" y="18288"/>
                </a:cubicBezTo>
                <a:cubicBezTo>
                  <a:pt x="1810640" y="18377"/>
                  <a:pt x="1235041" y="64"/>
                  <a:pt x="976599" y="18288"/>
                </a:cubicBezTo>
                <a:cubicBezTo>
                  <a:pt x="700795" y="-12039"/>
                  <a:pt x="249930" y="45395"/>
                  <a:pt x="0" y="18288"/>
                </a:cubicBezTo>
                <a:cubicBezTo>
                  <a:pt x="-570" y="9383"/>
                  <a:pt x="151" y="3492"/>
                  <a:pt x="0" y="0"/>
                </a:cubicBezTo>
                <a:close/>
              </a:path>
              <a:path w="10851102" h="18288" stroke="0" extrusionOk="0">
                <a:moveTo>
                  <a:pt x="0" y="0"/>
                </a:moveTo>
                <a:cubicBezTo>
                  <a:pt x="239680" y="-7924"/>
                  <a:pt x="318955" y="-7377"/>
                  <a:pt x="569683" y="0"/>
                </a:cubicBezTo>
                <a:cubicBezTo>
                  <a:pt x="824587" y="16865"/>
                  <a:pt x="761000" y="14479"/>
                  <a:pt x="922344" y="0"/>
                </a:cubicBezTo>
                <a:cubicBezTo>
                  <a:pt x="1099425" y="-9656"/>
                  <a:pt x="1557568" y="6561"/>
                  <a:pt x="1817560" y="0"/>
                </a:cubicBezTo>
                <a:cubicBezTo>
                  <a:pt x="2103003" y="21814"/>
                  <a:pt x="2189663" y="1819"/>
                  <a:pt x="2387242" y="0"/>
                </a:cubicBezTo>
                <a:cubicBezTo>
                  <a:pt x="2581843" y="-14968"/>
                  <a:pt x="2705567" y="6730"/>
                  <a:pt x="2956925" y="0"/>
                </a:cubicBezTo>
                <a:cubicBezTo>
                  <a:pt x="3195893" y="-8358"/>
                  <a:pt x="3645278" y="-15558"/>
                  <a:pt x="3852141" y="0"/>
                </a:cubicBezTo>
                <a:cubicBezTo>
                  <a:pt x="4071575" y="19281"/>
                  <a:pt x="4215632" y="-16498"/>
                  <a:pt x="4313313" y="0"/>
                </a:cubicBezTo>
                <a:cubicBezTo>
                  <a:pt x="4471953" y="13239"/>
                  <a:pt x="4916777" y="19670"/>
                  <a:pt x="5208529" y="0"/>
                </a:cubicBezTo>
                <a:cubicBezTo>
                  <a:pt x="5434449" y="44704"/>
                  <a:pt x="5792916" y="37705"/>
                  <a:pt x="6103745" y="0"/>
                </a:cubicBezTo>
                <a:cubicBezTo>
                  <a:pt x="6452198" y="-38158"/>
                  <a:pt x="6490682" y="-10295"/>
                  <a:pt x="6781939" y="0"/>
                </a:cubicBezTo>
                <a:cubicBezTo>
                  <a:pt x="7053429" y="46381"/>
                  <a:pt x="7336436" y="74119"/>
                  <a:pt x="7677155" y="0"/>
                </a:cubicBezTo>
                <a:cubicBezTo>
                  <a:pt x="8043723" y="-30267"/>
                  <a:pt x="8097740" y="15833"/>
                  <a:pt x="8246838" y="0"/>
                </a:cubicBezTo>
                <a:cubicBezTo>
                  <a:pt x="8384885" y="-6051"/>
                  <a:pt x="8539633" y="18505"/>
                  <a:pt x="8816520" y="0"/>
                </a:cubicBezTo>
                <a:cubicBezTo>
                  <a:pt x="9053315" y="-18468"/>
                  <a:pt x="9322402" y="441"/>
                  <a:pt x="9603225" y="0"/>
                </a:cubicBezTo>
                <a:cubicBezTo>
                  <a:pt x="9844320" y="6634"/>
                  <a:pt x="9961217" y="9594"/>
                  <a:pt x="10172908" y="0"/>
                </a:cubicBezTo>
                <a:cubicBezTo>
                  <a:pt x="10384747" y="21914"/>
                  <a:pt x="10672737" y="47408"/>
                  <a:pt x="10851102" y="0"/>
                </a:cubicBezTo>
                <a:cubicBezTo>
                  <a:pt x="10851482" y="8302"/>
                  <a:pt x="10850890" y="14788"/>
                  <a:pt x="10851102" y="18288"/>
                </a:cubicBezTo>
                <a:cubicBezTo>
                  <a:pt x="10498083" y="6385"/>
                  <a:pt x="10386418" y="29524"/>
                  <a:pt x="10064397" y="18288"/>
                </a:cubicBezTo>
                <a:cubicBezTo>
                  <a:pt x="9757110" y="-12859"/>
                  <a:pt x="9882718" y="35572"/>
                  <a:pt x="9711736" y="18288"/>
                </a:cubicBezTo>
                <a:cubicBezTo>
                  <a:pt x="9585538" y="22929"/>
                  <a:pt x="9440603" y="7407"/>
                  <a:pt x="9250564" y="18288"/>
                </a:cubicBezTo>
                <a:cubicBezTo>
                  <a:pt x="9075912" y="37484"/>
                  <a:pt x="8633849" y="60864"/>
                  <a:pt x="8355349" y="18288"/>
                </a:cubicBezTo>
                <a:cubicBezTo>
                  <a:pt x="8105361" y="-17061"/>
                  <a:pt x="7846492" y="-18912"/>
                  <a:pt x="7677155" y="18288"/>
                </a:cubicBezTo>
                <a:cubicBezTo>
                  <a:pt x="7517681" y="50311"/>
                  <a:pt x="7436572" y="17015"/>
                  <a:pt x="7215983" y="18288"/>
                </a:cubicBezTo>
                <a:cubicBezTo>
                  <a:pt x="7025353" y="-12292"/>
                  <a:pt x="6681619" y="48723"/>
                  <a:pt x="6537789" y="18288"/>
                </a:cubicBezTo>
                <a:cubicBezTo>
                  <a:pt x="6413808" y="20739"/>
                  <a:pt x="6264886" y="28155"/>
                  <a:pt x="6185128" y="18288"/>
                </a:cubicBezTo>
                <a:cubicBezTo>
                  <a:pt x="6105718" y="-12957"/>
                  <a:pt x="5897346" y="9948"/>
                  <a:pt x="5832467" y="18288"/>
                </a:cubicBezTo>
                <a:cubicBezTo>
                  <a:pt x="5808951" y="12879"/>
                  <a:pt x="5441376" y="-46828"/>
                  <a:pt x="5154273" y="18288"/>
                </a:cubicBezTo>
                <a:cubicBezTo>
                  <a:pt x="4878507" y="56182"/>
                  <a:pt x="4810454" y="3167"/>
                  <a:pt x="4693102" y="18288"/>
                </a:cubicBezTo>
                <a:cubicBezTo>
                  <a:pt x="4561574" y="17290"/>
                  <a:pt x="4203604" y="20612"/>
                  <a:pt x="3906397" y="18288"/>
                </a:cubicBezTo>
                <a:cubicBezTo>
                  <a:pt x="3626019" y="52368"/>
                  <a:pt x="3663077" y="16207"/>
                  <a:pt x="3445225" y="18288"/>
                </a:cubicBezTo>
                <a:cubicBezTo>
                  <a:pt x="3190051" y="26549"/>
                  <a:pt x="2905011" y="-73016"/>
                  <a:pt x="2658520" y="18288"/>
                </a:cubicBezTo>
                <a:cubicBezTo>
                  <a:pt x="2405899" y="59162"/>
                  <a:pt x="2454989" y="13560"/>
                  <a:pt x="2305859" y="18288"/>
                </a:cubicBezTo>
                <a:cubicBezTo>
                  <a:pt x="2162581" y="58702"/>
                  <a:pt x="1818678" y="3978"/>
                  <a:pt x="1519154" y="18288"/>
                </a:cubicBezTo>
                <a:cubicBezTo>
                  <a:pt x="1277231" y="8229"/>
                  <a:pt x="1250559" y="13986"/>
                  <a:pt x="1057982" y="18288"/>
                </a:cubicBezTo>
                <a:cubicBezTo>
                  <a:pt x="870981" y="30051"/>
                  <a:pt x="831418" y="16992"/>
                  <a:pt x="705322" y="18288"/>
                </a:cubicBezTo>
                <a:cubicBezTo>
                  <a:pt x="550051" y="22745"/>
                  <a:pt x="217599" y="31281"/>
                  <a:pt x="0" y="18288"/>
                </a:cubicBezTo>
                <a:cubicBezTo>
                  <a:pt x="98" y="11241"/>
                  <a:pt x="-655" y="7485"/>
                  <a:pt x="0" y="0"/>
                </a:cubicBezTo>
                <a:close/>
              </a:path>
              <a:path w="10851102" h="18288" fill="none" stroke="0" extrusionOk="0">
                <a:moveTo>
                  <a:pt x="0" y="0"/>
                </a:moveTo>
                <a:cubicBezTo>
                  <a:pt x="180941" y="-17598"/>
                  <a:pt x="338196" y="1311"/>
                  <a:pt x="461172" y="0"/>
                </a:cubicBezTo>
                <a:cubicBezTo>
                  <a:pt x="599599" y="8385"/>
                  <a:pt x="934356" y="-14052"/>
                  <a:pt x="1139366" y="0"/>
                </a:cubicBezTo>
                <a:cubicBezTo>
                  <a:pt x="1275654" y="44732"/>
                  <a:pt x="1705965" y="18570"/>
                  <a:pt x="1926071" y="0"/>
                </a:cubicBezTo>
                <a:cubicBezTo>
                  <a:pt x="2140534" y="-11077"/>
                  <a:pt x="2180153" y="-10562"/>
                  <a:pt x="2278731" y="0"/>
                </a:cubicBezTo>
                <a:cubicBezTo>
                  <a:pt x="2402338" y="15361"/>
                  <a:pt x="2525688" y="-338"/>
                  <a:pt x="2631392" y="0"/>
                </a:cubicBezTo>
                <a:cubicBezTo>
                  <a:pt x="2734207" y="-11476"/>
                  <a:pt x="3190487" y="42493"/>
                  <a:pt x="3526608" y="0"/>
                </a:cubicBezTo>
                <a:cubicBezTo>
                  <a:pt x="3839652" y="-57442"/>
                  <a:pt x="4034155" y="-20697"/>
                  <a:pt x="4204802" y="0"/>
                </a:cubicBezTo>
                <a:cubicBezTo>
                  <a:pt x="4371218" y="32280"/>
                  <a:pt x="4400910" y="6289"/>
                  <a:pt x="4557463" y="0"/>
                </a:cubicBezTo>
                <a:cubicBezTo>
                  <a:pt x="4704322" y="-7332"/>
                  <a:pt x="4979048" y="45841"/>
                  <a:pt x="5235657" y="0"/>
                </a:cubicBezTo>
                <a:cubicBezTo>
                  <a:pt x="5558555" y="29468"/>
                  <a:pt x="5791022" y="57900"/>
                  <a:pt x="6130873" y="0"/>
                </a:cubicBezTo>
                <a:cubicBezTo>
                  <a:pt x="6475301" y="-35257"/>
                  <a:pt x="6587462" y="25321"/>
                  <a:pt x="6700555" y="0"/>
                </a:cubicBezTo>
                <a:cubicBezTo>
                  <a:pt x="6843610" y="-36653"/>
                  <a:pt x="7039908" y="-3683"/>
                  <a:pt x="7270238" y="0"/>
                </a:cubicBezTo>
                <a:cubicBezTo>
                  <a:pt x="7478623" y="-4230"/>
                  <a:pt x="7620334" y="-12110"/>
                  <a:pt x="7948432" y="0"/>
                </a:cubicBezTo>
                <a:cubicBezTo>
                  <a:pt x="8250190" y="3014"/>
                  <a:pt x="8530806" y="-6602"/>
                  <a:pt x="8735137" y="0"/>
                </a:cubicBezTo>
                <a:cubicBezTo>
                  <a:pt x="8921166" y="-58521"/>
                  <a:pt x="9240112" y="-174"/>
                  <a:pt x="9521842" y="0"/>
                </a:cubicBezTo>
                <a:cubicBezTo>
                  <a:pt x="9739235" y="57693"/>
                  <a:pt x="10609635" y="-11792"/>
                  <a:pt x="10851102" y="0"/>
                </a:cubicBezTo>
                <a:cubicBezTo>
                  <a:pt x="10851724" y="5014"/>
                  <a:pt x="10852556" y="8654"/>
                  <a:pt x="10851102" y="18288"/>
                </a:cubicBezTo>
                <a:cubicBezTo>
                  <a:pt x="10660229" y="25143"/>
                  <a:pt x="10503210" y="-1799"/>
                  <a:pt x="10389930" y="18288"/>
                </a:cubicBezTo>
                <a:cubicBezTo>
                  <a:pt x="10273258" y="73937"/>
                  <a:pt x="9712509" y="91204"/>
                  <a:pt x="9494714" y="18288"/>
                </a:cubicBezTo>
                <a:cubicBezTo>
                  <a:pt x="9217538" y="-30343"/>
                  <a:pt x="9114700" y="-175"/>
                  <a:pt x="8816520" y="18288"/>
                </a:cubicBezTo>
                <a:cubicBezTo>
                  <a:pt x="8515315" y="48005"/>
                  <a:pt x="8631428" y="38252"/>
                  <a:pt x="8463860" y="18288"/>
                </a:cubicBezTo>
                <a:cubicBezTo>
                  <a:pt x="8289761" y="14540"/>
                  <a:pt x="8059737" y="-12915"/>
                  <a:pt x="7785666" y="18288"/>
                </a:cubicBezTo>
                <a:cubicBezTo>
                  <a:pt x="7513139" y="44133"/>
                  <a:pt x="7452955" y="4700"/>
                  <a:pt x="7215983" y="18288"/>
                </a:cubicBezTo>
                <a:cubicBezTo>
                  <a:pt x="6987976" y="27841"/>
                  <a:pt x="6907234" y="-3323"/>
                  <a:pt x="6646300" y="18288"/>
                </a:cubicBezTo>
                <a:cubicBezTo>
                  <a:pt x="6374518" y="57127"/>
                  <a:pt x="6187272" y="-6545"/>
                  <a:pt x="6076617" y="18288"/>
                </a:cubicBezTo>
                <a:cubicBezTo>
                  <a:pt x="5988713" y="3889"/>
                  <a:pt x="5666834" y="-4499"/>
                  <a:pt x="5506934" y="18288"/>
                </a:cubicBezTo>
                <a:cubicBezTo>
                  <a:pt x="5343541" y="13574"/>
                  <a:pt x="5102260" y="30151"/>
                  <a:pt x="4720229" y="18288"/>
                </a:cubicBezTo>
                <a:cubicBezTo>
                  <a:pt x="4351250" y="-12489"/>
                  <a:pt x="4245321" y="62052"/>
                  <a:pt x="4042035" y="18288"/>
                </a:cubicBezTo>
                <a:cubicBezTo>
                  <a:pt x="3849168" y="600"/>
                  <a:pt x="3835843" y="21019"/>
                  <a:pt x="3689375" y="18288"/>
                </a:cubicBezTo>
                <a:cubicBezTo>
                  <a:pt x="3571889" y="25509"/>
                  <a:pt x="3382199" y="-20385"/>
                  <a:pt x="3119692" y="18288"/>
                </a:cubicBezTo>
                <a:cubicBezTo>
                  <a:pt x="2880956" y="36990"/>
                  <a:pt x="2710578" y="14922"/>
                  <a:pt x="2332987" y="18288"/>
                </a:cubicBezTo>
                <a:cubicBezTo>
                  <a:pt x="1977435" y="44288"/>
                  <a:pt x="1990786" y="39401"/>
                  <a:pt x="1871815" y="18288"/>
                </a:cubicBezTo>
                <a:cubicBezTo>
                  <a:pt x="1768684" y="13446"/>
                  <a:pt x="1226066" y="-2809"/>
                  <a:pt x="976599" y="18288"/>
                </a:cubicBezTo>
                <a:cubicBezTo>
                  <a:pt x="679343" y="68837"/>
                  <a:pt x="271927" y="38239"/>
                  <a:pt x="0" y="18288"/>
                </a:cubicBezTo>
                <a:cubicBezTo>
                  <a:pt x="105" y="9128"/>
                  <a:pt x="-166" y="382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851102"/>
                      <a:gd name="connsiteY0" fmla="*/ 0 h 18288"/>
                      <a:gd name="connsiteX1" fmla="*/ 461172 w 10851102"/>
                      <a:gd name="connsiteY1" fmla="*/ 0 h 18288"/>
                      <a:gd name="connsiteX2" fmla="*/ 1139366 w 10851102"/>
                      <a:gd name="connsiteY2" fmla="*/ 0 h 18288"/>
                      <a:gd name="connsiteX3" fmla="*/ 1926071 w 10851102"/>
                      <a:gd name="connsiteY3" fmla="*/ 0 h 18288"/>
                      <a:gd name="connsiteX4" fmla="*/ 2278731 w 10851102"/>
                      <a:gd name="connsiteY4" fmla="*/ 0 h 18288"/>
                      <a:gd name="connsiteX5" fmla="*/ 2631392 w 10851102"/>
                      <a:gd name="connsiteY5" fmla="*/ 0 h 18288"/>
                      <a:gd name="connsiteX6" fmla="*/ 3526608 w 10851102"/>
                      <a:gd name="connsiteY6" fmla="*/ 0 h 18288"/>
                      <a:gd name="connsiteX7" fmla="*/ 4204802 w 10851102"/>
                      <a:gd name="connsiteY7" fmla="*/ 0 h 18288"/>
                      <a:gd name="connsiteX8" fmla="*/ 4557463 w 10851102"/>
                      <a:gd name="connsiteY8" fmla="*/ 0 h 18288"/>
                      <a:gd name="connsiteX9" fmla="*/ 5235657 w 10851102"/>
                      <a:gd name="connsiteY9" fmla="*/ 0 h 18288"/>
                      <a:gd name="connsiteX10" fmla="*/ 6130873 w 10851102"/>
                      <a:gd name="connsiteY10" fmla="*/ 0 h 18288"/>
                      <a:gd name="connsiteX11" fmla="*/ 6700555 w 10851102"/>
                      <a:gd name="connsiteY11" fmla="*/ 0 h 18288"/>
                      <a:gd name="connsiteX12" fmla="*/ 7270238 w 10851102"/>
                      <a:gd name="connsiteY12" fmla="*/ 0 h 18288"/>
                      <a:gd name="connsiteX13" fmla="*/ 7948432 w 10851102"/>
                      <a:gd name="connsiteY13" fmla="*/ 0 h 18288"/>
                      <a:gd name="connsiteX14" fmla="*/ 8735137 w 10851102"/>
                      <a:gd name="connsiteY14" fmla="*/ 0 h 18288"/>
                      <a:gd name="connsiteX15" fmla="*/ 9521842 w 10851102"/>
                      <a:gd name="connsiteY15" fmla="*/ 0 h 18288"/>
                      <a:gd name="connsiteX16" fmla="*/ 10851102 w 10851102"/>
                      <a:gd name="connsiteY16" fmla="*/ 0 h 18288"/>
                      <a:gd name="connsiteX17" fmla="*/ 10851102 w 10851102"/>
                      <a:gd name="connsiteY17" fmla="*/ 18288 h 18288"/>
                      <a:gd name="connsiteX18" fmla="*/ 10389930 w 10851102"/>
                      <a:gd name="connsiteY18" fmla="*/ 18288 h 18288"/>
                      <a:gd name="connsiteX19" fmla="*/ 9494714 w 10851102"/>
                      <a:gd name="connsiteY19" fmla="*/ 18288 h 18288"/>
                      <a:gd name="connsiteX20" fmla="*/ 8816520 w 10851102"/>
                      <a:gd name="connsiteY20" fmla="*/ 18288 h 18288"/>
                      <a:gd name="connsiteX21" fmla="*/ 8463860 w 10851102"/>
                      <a:gd name="connsiteY21" fmla="*/ 18288 h 18288"/>
                      <a:gd name="connsiteX22" fmla="*/ 7785666 w 10851102"/>
                      <a:gd name="connsiteY22" fmla="*/ 18288 h 18288"/>
                      <a:gd name="connsiteX23" fmla="*/ 7215983 w 10851102"/>
                      <a:gd name="connsiteY23" fmla="*/ 18288 h 18288"/>
                      <a:gd name="connsiteX24" fmla="*/ 6646300 w 10851102"/>
                      <a:gd name="connsiteY24" fmla="*/ 18288 h 18288"/>
                      <a:gd name="connsiteX25" fmla="*/ 6076617 w 10851102"/>
                      <a:gd name="connsiteY25" fmla="*/ 18288 h 18288"/>
                      <a:gd name="connsiteX26" fmla="*/ 5506934 w 10851102"/>
                      <a:gd name="connsiteY26" fmla="*/ 18288 h 18288"/>
                      <a:gd name="connsiteX27" fmla="*/ 4720229 w 10851102"/>
                      <a:gd name="connsiteY27" fmla="*/ 18288 h 18288"/>
                      <a:gd name="connsiteX28" fmla="*/ 4042035 w 10851102"/>
                      <a:gd name="connsiteY28" fmla="*/ 18288 h 18288"/>
                      <a:gd name="connsiteX29" fmla="*/ 3689375 w 10851102"/>
                      <a:gd name="connsiteY29" fmla="*/ 18288 h 18288"/>
                      <a:gd name="connsiteX30" fmla="*/ 3119692 w 10851102"/>
                      <a:gd name="connsiteY30" fmla="*/ 18288 h 18288"/>
                      <a:gd name="connsiteX31" fmla="*/ 2332987 w 10851102"/>
                      <a:gd name="connsiteY31" fmla="*/ 18288 h 18288"/>
                      <a:gd name="connsiteX32" fmla="*/ 1871815 w 10851102"/>
                      <a:gd name="connsiteY32" fmla="*/ 18288 h 18288"/>
                      <a:gd name="connsiteX33" fmla="*/ 976599 w 10851102"/>
                      <a:gd name="connsiteY33" fmla="*/ 18288 h 18288"/>
                      <a:gd name="connsiteX34" fmla="*/ 0 w 10851102"/>
                      <a:gd name="connsiteY34" fmla="*/ 18288 h 18288"/>
                      <a:gd name="connsiteX35" fmla="*/ 0 w 10851102"/>
                      <a:gd name="connsiteY35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</a:cxnLst>
                    <a:rect l="l" t="t" r="r" b="b"/>
                    <a:pathLst>
                      <a:path w="10851102" h="18288" fill="none" extrusionOk="0">
                        <a:moveTo>
                          <a:pt x="0" y="0"/>
                        </a:moveTo>
                        <a:cubicBezTo>
                          <a:pt x="194610" y="-9166"/>
                          <a:pt x="349194" y="-2817"/>
                          <a:pt x="461172" y="0"/>
                        </a:cubicBezTo>
                        <a:cubicBezTo>
                          <a:pt x="573150" y="2817"/>
                          <a:pt x="972917" y="-15278"/>
                          <a:pt x="1139366" y="0"/>
                        </a:cubicBezTo>
                        <a:cubicBezTo>
                          <a:pt x="1305815" y="15278"/>
                          <a:pt x="1707707" y="8942"/>
                          <a:pt x="1926071" y="0"/>
                        </a:cubicBezTo>
                        <a:cubicBezTo>
                          <a:pt x="2144436" y="-8942"/>
                          <a:pt x="2175060" y="-12996"/>
                          <a:pt x="2278731" y="0"/>
                        </a:cubicBezTo>
                        <a:cubicBezTo>
                          <a:pt x="2382402" y="12996"/>
                          <a:pt x="2520545" y="10246"/>
                          <a:pt x="2631392" y="0"/>
                        </a:cubicBezTo>
                        <a:cubicBezTo>
                          <a:pt x="2742239" y="-10246"/>
                          <a:pt x="3210064" y="24061"/>
                          <a:pt x="3526608" y="0"/>
                        </a:cubicBezTo>
                        <a:cubicBezTo>
                          <a:pt x="3843152" y="-24061"/>
                          <a:pt x="4041311" y="-30642"/>
                          <a:pt x="4204802" y="0"/>
                        </a:cubicBezTo>
                        <a:cubicBezTo>
                          <a:pt x="4368293" y="30642"/>
                          <a:pt x="4394237" y="4685"/>
                          <a:pt x="4557463" y="0"/>
                        </a:cubicBezTo>
                        <a:cubicBezTo>
                          <a:pt x="4720689" y="-4685"/>
                          <a:pt x="4944210" y="17350"/>
                          <a:pt x="5235657" y="0"/>
                        </a:cubicBezTo>
                        <a:cubicBezTo>
                          <a:pt x="5527104" y="-17350"/>
                          <a:pt x="5789254" y="39584"/>
                          <a:pt x="6130873" y="0"/>
                        </a:cubicBezTo>
                        <a:cubicBezTo>
                          <a:pt x="6472492" y="-39584"/>
                          <a:pt x="6580368" y="16631"/>
                          <a:pt x="6700555" y="0"/>
                        </a:cubicBezTo>
                        <a:cubicBezTo>
                          <a:pt x="6820742" y="-16631"/>
                          <a:pt x="7037371" y="8250"/>
                          <a:pt x="7270238" y="0"/>
                        </a:cubicBezTo>
                        <a:cubicBezTo>
                          <a:pt x="7503105" y="-8250"/>
                          <a:pt x="7632008" y="-4055"/>
                          <a:pt x="7948432" y="0"/>
                        </a:cubicBezTo>
                        <a:cubicBezTo>
                          <a:pt x="8264856" y="4055"/>
                          <a:pt x="8550896" y="34351"/>
                          <a:pt x="8735137" y="0"/>
                        </a:cubicBezTo>
                        <a:cubicBezTo>
                          <a:pt x="8919379" y="-34351"/>
                          <a:pt x="9287879" y="-28066"/>
                          <a:pt x="9521842" y="0"/>
                        </a:cubicBezTo>
                        <a:cubicBezTo>
                          <a:pt x="9755805" y="28066"/>
                          <a:pt x="10570134" y="-41144"/>
                          <a:pt x="10851102" y="0"/>
                        </a:cubicBezTo>
                        <a:cubicBezTo>
                          <a:pt x="10851748" y="4451"/>
                          <a:pt x="10851592" y="9226"/>
                          <a:pt x="10851102" y="18288"/>
                        </a:cubicBezTo>
                        <a:cubicBezTo>
                          <a:pt x="10675242" y="1309"/>
                          <a:pt x="10524002" y="-2908"/>
                          <a:pt x="10389930" y="18288"/>
                        </a:cubicBezTo>
                        <a:cubicBezTo>
                          <a:pt x="10255858" y="39484"/>
                          <a:pt x="9773244" y="59176"/>
                          <a:pt x="9494714" y="18288"/>
                        </a:cubicBezTo>
                        <a:cubicBezTo>
                          <a:pt x="9216184" y="-22600"/>
                          <a:pt x="9131929" y="800"/>
                          <a:pt x="8816520" y="18288"/>
                        </a:cubicBezTo>
                        <a:cubicBezTo>
                          <a:pt x="8501111" y="35776"/>
                          <a:pt x="8634497" y="28985"/>
                          <a:pt x="8463860" y="18288"/>
                        </a:cubicBezTo>
                        <a:cubicBezTo>
                          <a:pt x="8293223" y="7591"/>
                          <a:pt x="8065500" y="-5268"/>
                          <a:pt x="7785666" y="18288"/>
                        </a:cubicBezTo>
                        <a:cubicBezTo>
                          <a:pt x="7505832" y="41844"/>
                          <a:pt x="7453436" y="14686"/>
                          <a:pt x="7215983" y="18288"/>
                        </a:cubicBezTo>
                        <a:cubicBezTo>
                          <a:pt x="6978530" y="21890"/>
                          <a:pt x="6912959" y="-4579"/>
                          <a:pt x="6646300" y="18288"/>
                        </a:cubicBezTo>
                        <a:cubicBezTo>
                          <a:pt x="6379641" y="41155"/>
                          <a:pt x="6192949" y="11334"/>
                          <a:pt x="6076617" y="18288"/>
                        </a:cubicBezTo>
                        <a:cubicBezTo>
                          <a:pt x="5960285" y="25242"/>
                          <a:pt x="5654491" y="16931"/>
                          <a:pt x="5506934" y="18288"/>
                        </a:cubicBezTo>
                        <a:cubicBezTo>
                          <a:pt x="5359377" y="19645"/>
                          <a:pt x="5074820" y="57133"/>
                          <a:pt x="4720229" y="18288"/>
                        </a:cubicBezTo>
                        <a:cubicBezTo>
                          <a:pt x="4365638" y="-20557"/>
                          <a:pt x="4235643" y="35829"/>
                          <a:pt x="4042035" y="18288"/>
                        </a:cubicBezTo>
                        <a:cubicBezTo>
                          <a:pt x="3848427" y="747"/>
                          <a:pt x="3836250" y="19497"/>
                          <a:pt x="3689375" y="18288"/>
                        </a:cubicBezTo>
                        <a:cubicBezTo>
                          <a:pt x="3542500" y="17079"/>
                          <a:pt x="3388619" y="546"/>
                          <a:pt x="3119692" y="18288"/>
                        </a:cubicBezTo>
                        <a:cubicBezTo>
                          <a:pt x="2850765" y="36030"/>
                          <a:pt x="2691101" y="-5259"/>
                          <a:pt x="2332987" y="18288"/>
                        </a:cubicBezTo>
                        <a:cubicBezTo>
                          <a:pt x="1974873" y="41835"/>
                          <a:pt x="1990372" y="38390"/>
                          <a:pt x="1871815" y="18288"/>
                        </a:cubicBezTo>
                        <a:cubicBezTo>
                          <a:pt x="1753258" y="-1814"/>
                          <a:pt x="1233786" y="7515"/>
                          <a:pt x="976599" y="18288"/>
                        </a:cubicBezTo>
                        <a:cubicBezTo>
                          <a:pt x="719412" y="29061"/>
                          <a:pt x="248269" y="32929"/>
                          <a:pt x="0" y="18288"/>
                        </a:cubicBezTo>
                        <a:cubicBezTo>
                          <a:pt x="-213" y="9468"/>
                          <a:pt x="187" y="4459"/>
                          <a:pt x="0" y="0"/>
                        </a:cubicBezTo>
                        <a:close/>
                      </a:path>
                      <a:path w="10851102" h="18288" stroke="0" extrusionOk="0">
                        <a:moveTo>
                          <a:pt x="0" y="0"/>
                        </a:moveTo>
                        <a:cubicBezTo>
                          <a:pt x="249512" y="603"/>
                          <a:pt x="322886" y="-12005"/>
                          <a:pt x="569683" y="0"/>
                        </a:cubicBezTo>
                        <a:cubicBezTo>
                          <a:pt x="816480" y="12005"/>
                          <a:pt x="757534" y="14978"/>
                          <a:pt x="922344" y="0"/>
                        </a:cubicBezTo>
                        <a:cubicBezTo>
                          <a:pt x="1087154" y="-14978"/>
                          <a:pt x="1528858" y="-11977"/>
                          <a:pt x="1817560" y="0"/>
                        </a:cubicBezTo>
                        <a:cubicBezTo>
                          <a:pt x="2106262" y="11977"/>
                          <a:pt x="2178362" y="8275"/>
                          <a:pt x="2387242" y="0"/>
                        </a:cubicBezTo>
                        <a:cubicBezTo>
                          <a:pt x="2596122" y="-8275"/>
                          <a:pt x="2715945" y="23193"/>
                          <a:pt x="2956925" y="0"/>
                        </a:cubicBezTo>
                        <a:cubicBezTo>
                          <a:pt x="3197905" y="-23193"/>
                          <a:pt x="3634004" y="-24933"/>
                          <a:pt x="3852141" y="0"/>
                        </a:cubicBezTo>
                        <a:cubicBezTo>
                          <a:pt x="4070278" y="24933"/>
                          <a:pt x="4207124" y="-1171"/>
                          <a:pt x="4313313" y="0"/>
                        </a:cubicBezTo>
                        <a:cubicBezTo>
                          <a:pt x="4419502" y="1171"/>
                          <a:pt x="4961603" y="-7515"/>
                          <a:pt x="5208529" y="0"/>
                        </a:cubicBezTo>
                        <a:cubicBezTo>
                          <a:pt x="5455455" y="7515"/>
                          <a:pt x="5766394" y="32819"/>
                          <a:pt x="6103745" y="0"/>
                        </a:cubicBezTo>
                        <a:cubicBezTo>
                          <a:pt x="6441096" y="-32819"/>
                          <a:pt x="6493798" y="-5746"/>
                          <a:pt x="6781939" y="0"/>
                        </a:cubicBezTo>
                        <a:cubicBezTo>
                          <a:pt x="7070080" y="5746"/>
                          <a:pt x="7302605" y="31316"/>
                          <a:pt x="7677155" y="0"/>
                        </a:cubicBezTo>
                        <a:cubicBezTo>
                          <a:pt x="8051705" y="-31316"/>
                          <a:pt x="8097099" y="8110"/>
                          <a:pt x="8246838" y="0"/>
                        </a:cubicBezTo>
                        <a:cubicBezTo>
                          <a:pt x="8396577" y="-8110"/>
                          <a:pt x="8541823" y="9462"/>
                          <a:pt x="8816520" y="0"/>
                        </a:cubicBezTo>
                        <a:cubicBezTo>
                          <a:pt x="9091217" y="-9462"/>
                          <a:pt x="9367610" y="-25115"/>
                          <a:pt x="9603225" y="0"/>
                        </a:cubicBezTo>
                        <a:cubicBezTo>
                          <a:pt x="9838841" y="25115"/>
                          <a:pt x="9969402" y="14411"/>
                          <a:pt x="10172908" y="0"/>
                        </a:cubicBezTo>
                        <a:cubicBezTo>
                          <a:pt x="10376414" y="-14411"/>
                          <a:pt x="10657578" y="5673"/>
                          <a:pt x="10851102" y="0"/>
                        </a:cubicBezTo>
                        <a:cubicBezTo>
                          <a:pt x="10850695" y="8690"/>
                          <a:pt x="10850948" y="14141"/>
                          <a:pt x="10851102" y="18288"/>
                        </a:cubicBezTo>
                        <a:cubicBezTo>
                          <a:pt x="10486066" y="-10634"/>
                          <a:pt x="10362943" y="52582"/>
                          <a:pt x="10064397" y="18288"/>
                        </a:cubicBezTo>
                        <a:cubicBezTo>
                          <a:pt x="9765852" y="-16006"/>
                          <a:pt x="9863248" y="31531"/>
                          <a:pt x="9711736" y="18288"/>
                        </a:cubicBezTo>
                        <a:cubicBezTo>
                          <a:pt x="9560224" y="5045"/>
                          <a:pt x="9431887" y="14666"/>
                          <a:pt x="9250564" y="18288"/>
                        </a:cubicBezTo>
                        <a:cubicBezTo>
                          <a:pt x="9069241" y="21910"/>
                          <a:pt x="8611460" y="57462"/>
                          <a:pt x="8355349" y="18288"/>
                        </a:cubicBezTo>
                        <a:cubicBezTo>
                          <a:pt x="8099238" y="-20886"/>
                          <a:pt x="7839674" y="-13896"/>
                          <a:pt x="7677155" y="18288"/>
                        </a:cubicBezTo>
                        <a:cubicBezTo>
                          <a:pt x="7514636" y="50472"/>
                          <a:pt x="7428268" y="36826"/>
                          <a:pt x="7215983" y="18288"/>
                        </a:cubicBezTo>
                        <a:cubicBezTo>
                          <a:pt x="7003698" y="-250"/>
                          <a:pt x="6679167" y="13652"/>
                          <a:pt x="6537789" y="18288"/>
                        </a:cubicBezTo>
                        <a:cubicBezTo>
                          <a:pt x="6396411" y="22924"/>
                          <a:pt x="6260542" y="35250"/>
                          <a:pt x="6185128" y="18288"/>
                        </a:cubicBezTo>
                        <a:cubicBezTo>
                          <a:pt x="6109714" y="1326"/>
                          <a:pt x="5906586" y="24198"/>
                          <a:pt x="5832467" y="18288"/>
                        </a:cubicBezTo>
                        <a:cubicBezTo>
                          <a:pt x="5758348" y="12378"/>
                          <a:pt x="5412281" y="-15196"/>
                          <a:pt x="5154273" y="18288"/>
                        </a:cubicBezTo>
                        <a:cubicBezTo>
                          <a:pt x="4896265" y="51772"/>
                          <a:pt x="4821094" y="7078"/>
                          <a:pt x="4693102" y="18288"/>
                        </a:cubicBezTo>
                        <a:cubicBezTo>
                          <a:pt x="4565110" y="29498"/>
                          <a:pt x="4184341" y="-13419"/>
                          <a:pt x="3906397" y="18288"/>
                        </a:cubicBezTo>
                        <a:cubicBezTo>
                          <a:pt x="3628454" y="49995"/>
                          <a:pt x="3664035" y="4493"/>
                          <a:pt x="3445225" y="18288"/>
                        </a:cubicBezTo>
                        <a:cubicBezTo>
                          <a:pt x="3226415" y="32083"/>
                          <a:pt x="2902565" y="-15508"/>
                          <a:pt x="2658520" y="18288"/>
                        </a:cubicBezTo>
                        <a:cubicBezTo>
                          <a:pt x="2414476" y="52084"/>
                          <a:pt x="2461019" y="10411"/>
                          <a:pt x="2305859" y="18288"/>
                        </a:cubicBezTo>
                        <a:cubicBezTo>
                          <a:pt x="2150699" y="26165"/>
                          <a:pt x="1765181" y="23925"/>
                          <a:pt x="1519154" y="18288"/>
                        </a:cubicBezTo>
                        <a:cubicBezTo>
                          <a:pt x="1273128" y="12651"/>
                          <a:pt x="1243243" y="14997"/>
                          <a:pt x="1057982" y="18288"/>
                        </a:cubicBezTo>
                        <a:cubicBezTo>
                          <a:pt x="872721" y="21579"/>
                          <a:pt x="822488" y="15142"/>
                          <a:pt x="705322" y="18288"/>
                        </a:cubicBezTo>
                        <a:cubicBezTo>
                          <a:pt x="588156" y="21434"/>
                          <a:pt x="238882" y="45496"/>
                          <a:pt x="0" y="18288"/>
                        </a:cubicBezTo>
                        <a:cubicBezTo>
                          <a:pt x="-53" y="11301"/>
                          <a:pt x="-649" y="77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7981" y="1929384"/>
            <a:ext cx="10512862" cy="4251960"/>
          </a:xfrm>
        </p:spPr>
        <p:txBody>
          <a:bodyPr>
            <a:normAutofit/>
          </a:bodyPr>
          <a:lstStyle/>
          <a:p>
            <a:pPr lvl="1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Design: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Semi-automated device with pulley mechanisms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safety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effort, time, and cost</a:t>
            </a:r>
          </a:p>
          <a:p>
            <a:pPr marL="463550" lvl="2" indent="0">
              <a:buNone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Production, Low Maintenance: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force is required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time leads to high production rates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maintenance cost due to availability of parts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GB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39913" y="320040"/>
            <a:ext cx="6691084" cy="3892669"/>
          </a:xfrm>
        </p:spPr>
        <p:txBody>
          <a:bodyPr>
            <a:normAutofit/>
          </a:bodyPr>
          <a:lstStyle/>
          <a:p>
            <a:pPr algn="l"/>
            <a:r>
              <a:rPr lang="en-US" sz="65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Needs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375" y="4409267"/>
            <a:ext cx="4242484" cy="18288"/>
          </a:xfrm>
          <a:custGeom>
            <a:avLst/>
            <a:gdLst>
              <a:gd name="connsiteX0" fmla="*/ 0 w 4242484"/>
              <a:gd name="connsiteY0" fmla="*/ 0 h 18288"/>
              <a:gd name="connsiteX1" fmla="*/ 563644 w 4242484"/>
              <a:gd name="connsiteY1" fmla="*/ 0 h 18288"/>
              <a:gd name="connsiteX2" fmla="*/ 1042439 w 4242484"/>
              <a:gd name="connsiteY2" fmla="*/ 0 h 18288"/>
              <a:gd name="connsiteX3" fmla="*/ 1563658 w 4242484"/>
              <a:gd name="connsiteY3" fmla="*/ 0 h 18288"/>
              <a:gd name="connsiteX4" fmla="*/ 2212152 w 4242484"/>
              <a:gd name="connsiteY4" fmla="*/ 0 h 18288"/>
              <a:gd name="connsiteX5" fmla="*/ 2775797 w 4242484"/>
              <a:gd name="connsiteY5" fmla="*/ 0 h 18288"/>
              <a:gd name="connsiteX6" fmla="*/ 3297016 w 4242484"/>
              <a:gd name="connsiteY6" fmla="*/ 0 h 18288"/>
              <a:gd name="connsiteX7" fmla="*/ 4242484 w 4242484"/>
              <a:gd name="connsiteY7" fmla="*/ 0 h 18288"/>
              <a:gd name="connsiteX8" fmla="*/ 4242484 w 4242484"/>
              <a:gd name="connsiteY8" fmla="*/ 18288 h 18288"/>
              <a:gd name="connsiteX9" fmla="*/ 3636415 w 4242484"/>
              <a:gd name="connsiteY9" fmla="*/ 18288 h 18288"/>
              <a:gd name="connsiteX10" fmla="*/ 3115195 w 4242484"/>
              <a:gd name="connsiteY10" fmla="*/ 18288 h 18288"/>
              <a:gd name="connsiteX11" fmla="*/ 2424277 w 4242484"/>
              <a:gd name="connsiteY11" fmla="*/ 18288 h 18288"/>
              <a:gd name="connsiteX12" fmla="*/ 1860632 w 4242484"/>
              <a:gd name="connsiteY12" fmla="*/ 18288 h 18288"/>
              <a:gd name="connsiteX13" fmla="*/ 1381838 w 4242484"/>
              <a:gd name="connsiteY13" fmla="*/ 18288 h 18288"/>
              <a:gd name="connsiteX14" fmla="*/ 733344 w 4242484"/>
              <a:gd name="connsiteY14" fmla="*/ 18288 h 18288"/>
              <a:gd name="connsiteX15" fmla="*/ 0 w 4242484"/>
              <a:gd name="connsiteY15" fmla="*/ 18288 h 18288"/>
              <a:gd name="connsiteX16" fmla="*/ 0 w 4242484"/>
              <a:gd name="connsiteY16" fmla="*/ 0 h 18288"/>
              <a:gd name="connsiteX0" fmla="*/ 0 w 4242484"/>
              <a:gd name="connsiteY0" fmla="*/ 0 h 18288"/>
              <a:gd name="connsiteX1" fmla="*/ 563644 w 4242484"/>
              <a:gd name="connsiteY1" fmla="*/ 0 h 18288"/>
              <a:gd name="connsiteX2" fmla="*/ 1042439 w 4242484"/>
              <a:gd name="connsiteY2" fmla="*/ 0 h 18288"/>
              <a:gd name="connsiteX3" fmla="*/ 1733358 w 4242484"/>
              <a:gd name="connsiteY3" fmla="*/ 0 h 18288"/>
              <a:gd name="connsiteX4" fmla="*/ 2297002 w 4242484"/>
              <a:gd name="connsiteY4" fmla="*/ 0 h 18288"/>
              <a:gd name="connsiteX5" fmla="*/ 2860646 w 4242484"/>
              <a:gd name="connsiteY5" fmla="*/ 0 h 18288"/>
              <a:gd name="connsiteX6" fmla="*/ 3551565 w 4242484"/>
              <a:gd name="connsiteY6" fmla="*/ 0 h 18288"/>
              <a:gd name="connsiteX7" fmla="*/ 4242484 w 4242484"/>
              <a:gd name="connsiteY7" fmla="*/ 0 h 18288"/>
              <a:gd name="connsiteX8" fmla="*/ 4242484 w 4242484"/>
              <a:gd name="connsiteY8" fmla="*/ 18288 h 18288"/>
              <a:gd name="connsiteX9" fmla="*/ 3721265 w 4242484"/>
              <a:gd name="connsiteY9" fmla="*/ 18288 h 18288"/>
              <a:gd name="connsiteX10" fmla="*/ 3115195 w 4242484"/>
              <a:gd name="connsiteY10" fmla="*/ 18288 h 18288"/>
              <a:gd name="connsiteX11" fmla="*/ 2509126 w 4242484"/>
              <a:gd name="connsiteY11" fmla="*/ 18288 h 18288"/>
              <a:gd name="connsiteX12" fmla="*/ 1945482 w 4242484"/>
              <a:gd name="connsiteY12" fmla="*/ 18288 h 18288"/>
              <a:gd name="connsiteX13" fmla="*/ 1254563 w 4242484"/>
              <a:gd name="connsiteY13" fmla="*/ 18288 h 18288"/>
              <a:gd name="connsiteX14" fmla="*/ 563644 w 4242484"/>
              <a:gd name="connsiteY14" fmla="*/ 18288 h 18288"/>
              <a:gd name="connsiteX15" fmla="*/ 0 w 4242484"/>
              <a:gd name="connsiteY15" fmla="*/ 18288 h 18288"/>
              <a:gd name="connsiteX16" fmla="*/ 0 w 4242484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484" h="18288" fill="none" extrusionOk="0">
                <a:moveTo>
                  <a:pt x="0" y="0"/>
                </a:moveTo>
                <a:cubicBezTo>
                  <a:pt x="199971" y="24647"/>
                  <a:pt x="340619" y="-9786"/>
                  <a:pt x="563644" y="0"/>
                </a:cubicBezTo>
                <a:cubicBezTo>
                  <a:pt x="792189" y="16319"/>
                  <a:pt x="879429" y="11974"/>
                  <a:pt x="1042439" y="0"/>
                </a:cubicBezTo>
                <a:cubicBezTo>
                  <a:pt x="1190140" y="8725"/>
                  <a:pt x="1335453" y="34192"/>
                  <a:pt x="1563658" y="0"/>
                </a:cubicBezTo>
                <a:cubicBezTo>
                  <a:pt x="1765387" y="-46736"/>
                  <a:pt x="1921760" y="29241"/>
                  <a:pt x="2212152" y="0"/>
                </a:cubicBezTo>
                <a:cubicBezTo>
                  <a:pt x="2488034" y="-28124"/>
                  <a:pt x="2612331" y="10017"/>
                  <a:pt x="2775797" y="0"/>
                </a:cubicBezTo>
                <a:cubicBezTo>
                  <a:pt x="2923018" y="31999"/>
                  <a:pt x="3077581" y="-7145"/>
                  <a:pt x="3297016" y="0"/>
                </a:cubicBezTo>
                <a:cubicBezTo>
                  <a:pt x="3527986" y="-2849"/>
                  <a:pt x="4002867" y="-37639"/>
                  <a:pt x="4242484" y="0"/>
                </a:cubicBezTo>
                <a:cubicBezTo>
                  <a:pt x="4243386" y="7746"/>
                  <a:pt x="4241909" y="10944"/>
                  <a:pt x="4242484" y="18288"/>
                </a:cubicBezTo>
                <a:cubicBezTo>
                  <a:pt x="4009542" y="22846"/>
                  <a:pt x="3845569" y="5379"/>
                  <a:pt x="3636415" y="18288"/>
                </a:cubicBezTo>
                <a:cubicBezTo>
                  <a:pt x="3432679" y="-14803"/>
                  <a:pt x="3325815" y="-10670"/>
                  <a:pt x="3115195" y="18288"/>
                </a:cubicBezTo>
                <a:cubicBezTo>
                  <a:pt x="2887350" y="23467"/>
                  <a:pt x="2600303" y="-10768"/>
                  <a:pt x="2424277" y="18288"/>
                </a:cubicBezTo>
                <a:cubicBezTo>
                  <a:pt x="2253704" y="34256"/>
                  <a:pt x="2131346" y="46631"/>
                  <a:pt x="1860632" y="18288"/>
                </a:cubicBezTo>
                <a:cubicBezTo>
                  <a:pt x="1600649" y="13799"/>
                  <a:pt x="1532530" y="34885"/>
                  <a:pt x="1381838" y="18288"/>
                </a:cubicBezTo>
                <a:cubicBezTo>
                  <a:pt x="1261042" y="17977"/>
                  <a:pt x="896240" y="6888"/>
                  <a:pt x="733344" y="18288"/>
                </a:cubicBezTo>
                <a:cubicBezTo>
                  <a:pt x="607423" y="5269"/>
                  <a:pt x="370622" y="76511"/>
                  <a:pt x="0" y="18288"/>
                </a:cubicBezTo>
                <a:cubicBezTo>
                  <a:pt x="239" y="14000"/>
                  <a:pt x="-609" y="6462"/>
                  <a:pt x="0" y="0"/>
                </a:cubicBezTo>
                <a:close/>
              </a:path>
              <a:path w="4242484" h="18288" stroke="0" extrusionOk="0">
                <a:moveTo>
                  <a:pt x="0" y="0"/>
                </a:moveTo>
                <a:cubicBezTo>
                  <a:pt x="128483" y="21312"/>
                  <a:pt x="373229" y="-10803"/>
                  <a:pt x="563644" y="0"/>
                </a:cubicBezTo>
                <a:cubicBezTo>
                  <a:pt x="729152" y="-18321"/>
                  <a:pt x="818674" y="-1842"/>
                  <a:pt x="1042439" y="0"/>
                </a:cubicBezTo>
                <a:cubicBezTo>
                  <a:pt x="1289841" y="-4392"/>
                  <a:pt x="1568290" y="19390"/>
                  <a:pt x="1733358" y="0"/>
                </a:cubicBezTo>
                <a:cubicBezTo>
                  <a:pt x="1885126" y="-21888"/>
                  <a:pt x="2089981" y="32129"/>
                  <a:pt x="2297002" y="0"/>
                </a:cubicBezTo>
                <a:cubicBezTo>
                  <a:pt x="2501212" y="-13758"/>
                  <a:pt x="2637773" y="-20162"/>
                  <a:pt x="2860646" y="0"/>
                </a:cubicBezTo>
                <a:cubicBezTo>
                  <a:pt x="3104579" y="22023"/>
                  <a:pt x="3227790" y="29863"/>
                  <a:pt x="3551565" y="0"/>
                </a:cubicBezTo>
                <a:cubicBezTo>
                  <a:pt x="3875827" y="-23419"/>
                  <a:pt x="3948732" y="-4557"/>
                  <a:pt x="4242484" y="0"/>
                </a:cubicBezTo>
                <a:cubicBezTo>
                  <a:pt x="4241625" y="5160"/>
                  <a:pt x="4243399" y="13769"/>
                  <a:pt x="4242484" y="18288"/>
                </a:cubicBezTo>
                <a:cubicBezTo>
                  <a:pt x="3972463" y="23763"/>
                  <a:pt x="3835433" y="-17270"/>
                  <a:pt x="3721265" y="18288"/>
                </a:cubicBezTo>
                <a:cubicBezTo>
                  <a:pt x="3652581" y="12169"/>
                  <a:pt x="3420607" y="5756"/>
                  <a:pt x="3115195" y="18288"/>
                </a:cubicBezTo>
                <a:cubicBezTo>
                  <a:pt x="2826585" y="22758"/>
                  <a:pt x="2780331" y="18941"/>
                  <a:pt x="2509126" y="18288"/>
                </a:cubicBezTo>
                <a:cubicBezTo>
                  <a:pt x="2237888" y="20045"/>
                  <a:pt x="2132161" y="3467"/>
                  <a:pt x="1945482" y="18288"/>
                </a:cubicBezTo>
                <a:cubicBezTo>
                  <a:pt x="1758265" y="31314"/>
                  <a:pt x="1377851" y="49907"/>
                  <a:pt x="1254563" y="18288"/>
                </a:cubicBezTo>
                <a:cubicBezTo>
                  <a:pt x="1083719" y="1013"/>
                  <a:pt x="811929" y="-20915"/>
                  <a:pt x="563644" y="18288"/>
                </a:cubicBezTo>
                <a:cubicBezTo>
                  <a:pt x="360766" y="31949"/>
                  <a:pt x="268312" y="-9836"/>
                  <a:pt x="0" y="18288"/>
                </a:cubicBezTo>
                <a:cubicBezTo>
                  <a:pt x="974" y="14260"/>
                  <a:pt x="1207" y="5498"/>
                  <a:pt x="0" y="0"/>
                </a:cubicBezTo>
                <a:close/>
              </a:path>
              <a:path w="4242484" h="18288" fill="none" stroke="0" extrusionOk="0">
                <a:moveTo>
                  <a:pt x="0" y="0"/>
                </a:moveTo>
                <a:cubicBezTo>
                  <a:pt x="198510" y="-7303"/>
                  <a:pt x="321579" y="711"/>
                  <a:pt x="563644" y="0"/>
                </a:cubicBezTo>
                <a:cubicBezTo>
                  <a:pt x="813825" y="3141"/>
                  <a:pt x="879510" y="11431"/>
                  <a:pt x="1042439" y="0"/>
                </a:cubicBezTo>
                <a:cubicBezTo>
                  <a:pt x="1166877" y="2533"/>
                  <a:pt x="1362379" y="43275"/>
                  <a:pt x="1563658" y="0"/>
                </a:cubicBezTo>
                <a:cubicBezTo>
                  <a:pt x="1754083" y="-20929"/>
                  <a:pt x="1961091" y="40907"/>
                  <a:pt x="2212152" y="0"/>
                </a:cubicBezTo>
                <a:cubicBezTo>
                  <a:pt x="2490310" y="-29643"/>
                  <a:pt x="2631778" y="-38939"/>
                  <a:pt x="2775797" y="0"/>
                </a:cubicBezTo>
                <a:cubicBezTo>
                  <a:pt x="2912505" y="15364"/>
                  <a:pt x="3087723" y="13765"/>
                  <a:pt x="3297016" y="0"/>
                </a:cubicBezTo>
                <a:cubicBezTo>
                  <a:pt x="3498413" y="-54634"/>
                  <a:pt x="3995784" y="16841"/>
                  <a:pt x="4242484" y="0"/>
                </a:cubicBezTo>
                <a:cubicBezTo>
                  <a:pt x="4243010" y="7501"/>
                  <a:pt x="4242907" y="10929"/>
                  <a:pt x="4242484" y="18288"/>
                </a:cubicBezTo>
                <a:cubicBezTo>
                  <a:pt x="3986261" y="-16801"/>
                  <a:pt x="3863920" y="45450"/>
                  <a:pt x="3636415" y="18288"/>
                </a:cubicBezTo>
                <a:cubicBezTo>
                  <a:pt x="3424061" y="8580"/>
                  <a:pt x="3319398" y="20870"/>
                  <a:pt x="3115195" y="18288"/>
                </a:cubicBezTo>
                <a:cubicBezTo>
                  <a:pt x="2932455" y="63638"/>
                  <a:pt x="2590523" y="29665"/>
                  <a:pt x="2424277" y="18288"/>
                </a:cubicBezTo>
                <a:cubicBezTo>
                  <a:pt x="2297990" y="1237"/>
                  <a:pt x="2129455" y="-10713"/>
                  <a:pt x="1860632" y="18288"/>
                </a:cubicBezTo>
                <a:cubicBezTo>
                  <a:pt x="1587929" y="15949"/>
                  <a:pt x="1527861" y="23181"/>
                  <a:pt x="1381838" y="18288"/>
                </a:cubicBezTo>
                <a:cubicBezTo>
                  <a:pt x="1189375" y="6024"/>
                  <a:pt x="897102" y="18330"/>
                  <a:pt x="733344" y="18288"/>
                </a:cubicBezTo>
                <a:cubicBezTo>
                  <a:pt x="566092" y="-44474"/>
                  <a:pt x="306774" y="59618"/>
                  <a:pt x="0" y="18288"/>
                </a:cubicBezTo>
                <a:cubicBezTo>
                  <a:pt x="-1033" y="13994"/>
                  <a:pt x="19" y="683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42484"/>
                      <a:gd name="connsiteY0" fmla="*/ 0 h 18288"/>
                      <a:gd name="connsiteX1" fmla="*/ 563644 w 4242484"/>
                      <a:gd name="connsiteY1" fmla="*/ 0 h 18288"/>
                      <a:gd name="connsiteX2" fmla="*/ 1042439 w 4242484"/>
                      <a:gd name="connsiteY2" fmla="*/ 0 h 18288"/>
                      <a:gd name="connsiteX3" fmla="*/ 1563658 w 4242484"/>
                      <a:gd name="connsiteY3" fmla="*/ 0 h 18288"/>
                      <a:gd name="connsiteX4" fmla="*/ 2212152 w 4242484"/>
                      <a:gd name="connsiteY4" fmla="*/ 0 h 18288"/>
                      <a:gd name="connsiteX5" fmla="*/ 2775797 w 4242484"/>
                      <a:gd name="connsiteY5" fmla="*/ 0 h 18288"/>
                      <a:gd name="connsiteX6" fmla="*/ 3297016 w 4242484"/>
                      <a:gd name="connsiteY6" fmla="*/ 0 h 18288"/>
                      <a:gd name="connsiteX7" fmla="*/ 4242484 w 4242484"/>
                      <a:gd name="connsiteY7" fmla="*/ 0 h 18288"/>
                      <a:gd name="connsiteX8" fmla="*/ 4242484 w 4242484"/>
                      <a:gd name="connsiteY8" fmla="*/ 18288 h 18288"/>
                      <a:gd name="connsiteX9" fmla="*/ 3636415 w 4242484"/>
                      <a:gd name="connsiteY9" fmla="*/ 18288 h 18288"/>
                      <a:gd name="connsiteX10" fmla="*/ 3115195 w 4242484"/>
                      <a:gd name="connsiteY10" fmla="*/ 18288 h 18288"/>
                      <a:gd name="connsiteX11" fmla="*/ 2424277 w 4242484"/>
                      <a:gd name="connsiteY11" fmla="*/ 18288 h 18288"/>
                      <a:gd name="connsiteX12" fmla="*/ 1860632 w 4242484"/>
                      <a:gd name="connsiteY12" fmla="*/ 18288 h 18288"/>
                      <a:gd name="connsiteX13" fmla="*/ 1381838 w 4242484"/>
                      <a:gd name="connsiteY13" fmla="*/ 18288 h 18288"/>
                      <a:gd name="connsiteX14" fmla="*/ 733344 w 4242484"/>
                      <a:gd name="connsiteY14" fmla="*/ 18288 h 18288"/>
                      <a:gd name="connsiteX15" fmla="*/ 0 w 4242484"/>
                      <a:gd name="connsiteY15" fmla="*/ 18288 h 18288"/>
                      <a:gd name="connsiteX16" fmla="*/ 0 w 4242484"/>
                      <a:gd name="connsiteY1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242484" h="18288" fill="none" extrusionOk="0">
                        <a:moveTo>
                          <a:pt x="0" y="0"/>
                        </a:moveTo>
                        <a:cubicBezTo>
                          <a:pt x="201244" y="-5617"/>
                          <a:pt x="325237" y="-662"/>
                          <a:pt x="563644" y="0"/>
                        </a:cubicBezTo>
                        <a:cubicBezTo>
                          <a:pt x="802051" y="662"/>
                          <a:pt x="904517" y="10636"/>
                          <a:pt x="1042439" y="0"/>
                        </a:cubicBezTo>
                        <a:cubicBezTo>
                          <a:pt x="1180362" y="-10636"/>
                          <a:pt x="1367035" y="17538"/>
                          <a:pt x="1563658" y="0"/>
                        </a:cubicBezTo>
                        <a:cubicBezTo>
                          <a:pt x="1760281" y="-17538"/>
                          <a:pt x="1938680" y="30199"/>
                          <a:pt x="2212152" y="0"/>
                        </a:cubicBezTo>
                        <a:cubicBezTo>
                          <a:pt x="2485624" y="-30199"/>
                          <a:pt x="2621622" y="-18039"/>
                          <a:pt x="2775797" y="0"/>
                        </a:cubicBezTo>
                        <a:cubicBezTo>
                          <a:pt x="2929972" y="18039"/>
                          <a:pt x="3091009" y="10671"/>
                          <a:pt x="3297016" y="0"/>
                        </a:cubicBezTo>
                        <a:cubicBezTo>
                          <a:pt x="3503023" y="-10671"/>
                          <a:pt x="4004883" y="4197"/>
                          <a:pt x="4242484" y="0"/>
                        </a:cubicBezTo>
                        <a:cubicBezTo>
                          <a:pt x="4242882" y="7429"/>
                          <a:pt x="4242464" y="10822"/>
                          <a:pt x="4242484" y="18288"/>
                        </a:cubicBezTo>
                        <a:cubicBezTo>
                          <a:pt x="4020484" y="-11266"/>
                          <a:pt x="3856319" y="39234"/>
                          <a:pt x="3636415" y="18288"/>
                        </a:cubicBezTo>
                        <a:cubicBezTo>
                          <a:pt x="3416511" y="-2658"/>
                          <a:pt x="3317711" y="3399"/>
                          <a:pt x="3115195" y="18288"/>
                        </a:cubicBezTo>
                        <a:cubicBezTo>
                          <a:pt x="2912679" y="33177"/>
                          <a:pt x="2576568" y="12571"/>
                          <a:pt x="2424277" y="18288"/>
                        </a:cubicBezTo>
                        <a:cubicBezTo>
                          <a:pt x="2271986" y="24005"/>
                          <a:pt x="2122411" y="22421"/>
                          <a:pt x="1860632" y="18288"/>
                        </a:cubicBezTo>
                        <a:cubicBezTo>
                          <a:pt x="1598853" y="14155"/>
                          <a:pt x="1534444" y="27723"/>
                          <a:pt x="1381838" y="18288"/>
                        </a:cubicBezTo>
                        <a:cubicBezTo>
                          <a:pt x="1229232" y="8853"/>
                          <a:pt x="904168" y="32734"/>
                          <a:pt x="733344" y="18288"/>
                        </a:cubicBezTo>
                        <a:cubicBezTo>
                          <a:pt x="562520" y="3842"/>
                          <a:pt x="337183" y="41862"/>
                          <a:pt x="0" y="18288"/>
                        </a:cubicBezTo>
                        <a:cubicBezTo>
                          <a:pt x="-591" y="13205"/>
                          <a:pt x="-663" y="6329"/>
                          <a:pt x="0" y="0"/>
                        </a:cubicBezTo>
                        <a:close/>
                      </a:path>
                      <a:path w="4242484" h="18288" stroke="0" extrusionOk="0">
                        <a:moveTo>
                          <a:pt x="0" y="0"/>
                        </a:moveTo>
                        <a:cubicBezTo>
                          <a:pt x="115272" y="8242"/>
                          <a:pt x="396340" y="20103"/>
                          <a:pt x="563644" y="0"/>
                        </a:cubicBezTo>
                        <a:cubicBezTo>
                          <a:pt x="730948" y="-20103"/>
                          <a:pt x="803967" y="-5143"/>
                          <a:pt x="1042439" y="0"/>
                        </a:cubicBezTo>
                        <a:cubicBezTo>
                          <a:pt x="1280912" y="5143"/>
                          <a:pt x="1572146" y="26277"/>
                          <a:pt x="1733358" y="0"/>
                        </a:cubicBezTo>
                        <a:cubicBezTo>
                          <a:pt x="1894570" y="-26277"/>
                          <a:pt x="2088423" y="8759"/>
                          <a:pt x="2297002" y="0"/>
                        </a:cubicBezTo>
                        <a:cubicBezTo>
                          <a:pt x="2505581" y="-8759"/>
                          <a:pt x="2627376" y="-8913"/>
                          <a:pt x="2860646" y="0"/>
                        </a:cubicBezTo>
                        <a:cubicBezTo>
                          <a:pt x="3093916" y="8913"/>
                          <a:pt x="3215464" y="27750"/>
                          <a:pt x="3551565" y="0"/>
                        </a:cubicBezTo>
                        <a:cubicBezTo>
                          <a:pt x="3887666" y="-27750"/>
                          <a:pt x="3948927" y="2131"/>
                          <a:pt x="4242484" y="0"/>
                        </a:cubicBezTo>
                        <a:cubicBezTo>
                          <a:pt x="4241598" y="5429"/>
                          <a:pt x="4243305" y="14046"/>
                          <a:pt x="4242484" y="18288"/>
                        </a:cubicBezTo>
                        <a:cubicBezTo>
                          <a:pt x="3989097" y="22464"/>
                          <a:pt x="3827791" y="-5372"/>
                          <a:pt x="3721265" y="18288"/>
                        </a:cubicBezTo>
                        <a:cubicBezTo>
                          <a:pt x="3614739" y="41948"/>
                          <a:pt x="3405587" y="6922"/>
                          <a:pt x="3115195" y="18288"/>
                        </a:cubicBezTo>
                        <a:cubicBezTo>
                          <a:pt x="2824803" y="29655"/>
                          <a:pt x="2778477" y="25905"/>
                          <a:pt x="2509126" y="18288"/>
                        </a:cubicBezTo>
                        <a:cubicBezTo>
                          <a:pt x="2239775" y="10671"/>
                          <a:pt x="2137274" y="8946"/>
                          <a:pt x="1945482" y="18288"/>
                        </a:cubicBezTo>
                        <a:cubicBezTo>
                          <a:pt x="1753690" y="27630"/>
                          <a:pt x="1410688" y="40726"/>
                          <a:pt x="1254563" y="18288"/>
                        </a:cubicBezTo>
                        <a:cubicBezTo>
                          <a:pt x="1098438" y="-4150"/>
                          <a:pt x="812726" y="18846"/>
                          <a:pt x="563644" y="18288"/>
                        </a:cubicBezTo>
                        <a:cubicBezTo>
                          <a:pt x="314562" y="17730"/>
                          <a:pt x="157920" y="15588"/>
                          <a:pt x="0" y="18288"/>
                        </a:cubicBezTo>
                        <a:cubicBezTo>
                          <a:pt x="668" y="13665"/>
                          <a:pt x="578" y="567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52A1A644-0A09-5815-207A-02568F26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3" b="10515"/>
          <a:stretch/>
        </p:blipFill>
        <p:spPr>
          <a:xfrm>
            <a:off x="7779517" y="2161185"/>
            <a:ext cx="4086304" cy="2299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1781" y="2358"/>
            <a:ext cx="1876164" cy="1766008"/>
            <a:chOff x="-648769" y="2358"/>
            <a:chExt cx="1876653" cy="1766008"/>
          </a:xfrm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6399" y="6033750"/>
            <a:ext cx="645368" cy="6452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086" y="5721108"/>
            <a:ext cx="2261376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28A1F-9413-27F6-65FD-5D5CF6624A3E}"/>
              </a:ext>
            </a:extLst>
          </p:cNvPr>
          <p:cNvSpPr txBox="1"/>
          <p:nvPr/>
        </p:nvSpPr>
        <p:spPr>
          <a:xfrm>
            <a:off x="837981" y="365125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0" i="0" dirty="0">
                <a:latin typeface="+mj-lt"/>
                <a:ea typeface="+mj-ea"/>
                <a:cs typeface="+mj-cs"/>
              </a:rPr>
              <a:t>Customer Segmentation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2F6227C-27E4-F991-B512-5DA8B47C0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909778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0421" y="1196752"/>
            <a:ext cx="4888069" cy="1021154"/>
          </a:xfrm>
        </p:spPr>
        <p:txBody>
          <a:bodyPr anchor="b"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of surveys</a:t>
            </a:r>
            <a:endParaRPr lang="en-GB" sz="4400" dirty="0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840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E697307-1077-2DDA-9E38-72637747D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9" y="299509"/>
            <a:ext cx="5054127" cy="625898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FE507626-B4F0-8540-4E61-BF7E832CC9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548925"/>
              </p:ext>
            </p:extLst>
          </p:nvPr>
        </p:nvGraphicFramePr>
        <p:xfrm>
          <a:off x="6390917" y="2831972"/>
          <a:ext cx="4888069" cy="2037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Graphic 4" descr="Marker with solid fill">
            <a:extLst>
              <a:ext uri="{FF2B5EF4-FFF2-40B4-BE49-F238E27FC236}">
                <a16:creationId xmlns:a16="http://schemas.microsoft.com/office/drawing/2014/main" id="{4287B294-8728-0C6C-6844-489315F4C2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85598" y="3645330"/>
            <a:ext cx="605899" cy="6058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Graphic 5" descr="Marker with solid fill">
            <a:extLst>
              <a:ext uri="{FF2B5EF4-FFF2-40B4-BE49-F238E27FC236}">
                <a16:creationId xmlns:a16="http://schemas.microsoft.com/office/drawing/2014/main" id="{32BD9B18-4251-8700-EBD7-1ADF63E047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3115" y="4566210"/>
            <a:ext cx="605899" cy="6058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aphic 8" descr="Marker with solid fill">
            <a:extLst>
              <a:ext uri="{FF2B5EF4-FFF2-40B4-BE49-F238E27FC236}">
                <a16:creationId xmlns:a16="http://schemas.microsoft.com/office/drawing/2014/main" id="{D73CB524-51E8-3EDF-63E4-3C1D8BC99C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39014" y="3244667"/>
            <a:ext cx="605899" cy="6058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Graphic 17" descr="Marker with solid fill">
            <a:extLst>
              <a:ext uri="{FF2B5EF4-FFF2-40B4-BE49-F238E27FC236}">
                <a16:creationId xmlns:a16="http://schemas.microsoft.com/office/drawing/2014/main" id="{C102C643-214B-08E8-4674-085EDF8D9B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4335" y="3547616"/>
            <a:ext cx="605899" cy="6058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9877" y="457200"/>
            <a:ext cx="9721080" cy="192938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you aware of the benefits of using a bamboo cutting machine over traditional manual methods?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e chart with numbers on it&#10;&#10;Description automatically generated">
            <a:extLst>
              <a:ext uri="{FF2B5EF4-FFF2-40B4-BE49-F238E27FC236}">
                <a16:creationId xmlns:a16="http://schemas.microsoft.com/office/drawing/2014/main" id="{5ACF4BCA-F2F7-4307-995F-ABDEB7297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24" y="2584425"/>
            <a:ext cx="5466688" cy="364901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B0DDD8-C0B4-4D67-B60F-771AF4CE5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20073"/>
              </p:ext>
            </p:extLst>
          </p:nvPr>
        </p:nvGraphicFramePr>
        <p:xfrm>
          <a:off x="6454452" y="3328812"/>
          <a:ext cx="5268153" cy="216024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756051">
                  <a:extLst>
                    <a:ext uri="{9D8B030D-6E8A-4147-A177-3AD203B41FA5}">
                      <a16:colId xmlns:a16="http://schemas.microsoft.com/office/drawing/2014/main" val="33016013"/>
                    </a:ext>
                  </a:extLst>
                </a:gridCol>
                <a:gridCol w="1756051">
                  <a:extLst>
                    <a:ext uri="{9D8B030D-6E8A-4147-A177-3AD203B41FA5}">
                      <a16:colId xmlns:a16="http://schemas.microsoft.com/office/drawing/2014/main" val="1664646117"/>
                    </a:ext>
                  </a:extLst>
                </a:gridCol>
                <a:gridCol w="1756051">
                  <a:extLst>
                    <a:ext uri="{9D8B030D-6E8A-4147-A177-3AD203B41FA5}">
                      <a16:colId xmlns:a16="http://schemas.microsoft.com/office/drawing/2014/main" val="1229415641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75"/>
                        </a:spcAft>
                      </a:pPr>
                      <a:r>
                        <a:rPr lang="en-GB" sz="1600" kern="100" dirty="0">
                          <a:effectLst/>
                        </a:rPr>
                        <a:t>Option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Response Count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Response Percent (%)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extLst>
                  <a:ext uri="{0D108BD9-81ED-4DB2-BD59-A6C34878D82A}">
                    <a16:rowId xmlns:a16="http://schemas.microsoft.com/office/drawing/2014/main" val="1176583687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Yes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10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31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extLst>
                  <a:ext uri="{0D108BD9-81ED-4DB2-BD59-A6C34878D82A}">
                    <a16:rowId xmlns:a16="http://schemas.microsoft.com/office/drawing/2014/main" val="235574762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No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22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69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277" marR="151277" marT="0" marB="0" anchor="ctr"/>
                </a:tc>
                <a:extLst>
                  <a:ext uri="{0D108BD9-81ED-4DB2-BD59-A6C34878D82A}">
                    <a16:rowId xmlns:a16="http://schemas.microsoft.com/office/drawing/2014/main" val="79322927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9876" y="457200"/>
            <a:ext cx="9721080" cy="1929384"/>
          </a:xfrm>
        </p:spPr>
        <p:txBody>
          <a:bodyPr anchor="ctr">
            <a:normAutofit/>
          </a:bodyPr>
          <a:lstStyle/>
          <a:p>
            <a:pPr marR="0" lv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Vrinda" panose="020B0502040204020203" pitchFamily="34" charset="0"/>
              </a:rPr>
              <a:t>From the list below, what problem you have faced the most while cutting bamboo?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Vrinda" panose="020B0502040204020203" pitchFamily="34" charset="0"/>
              </a:rPr>
              <a:t>Thorns and splinters related issues.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Vrinda" panose="020B0502040204020203" pitchFamily="34" charset="0"/>
              </a:rPr>
              <a:t>Physical pain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Vrinda" panose="020B0502040204020203" pitchFamily="34" charset="0"/>
              </a:rPr>
              <a:t>Inadequate tools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Vrinda" panose="020B0502040204020203" pitchFamily="34" charset="0"/>
              </a:rPr>
              <a:t>Time consuming process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pic>
        <p:nvPicPr>
          <p:cNvPr id="6" name="image19.png" descr="A pie chart with numbers and text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63728" y="2584425"/>
            <a:ext cx="5466688" cy="364901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649CC8E-1259-4685-BB50-CFDA1D08F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003902"/>
              </p:ext>
            </p:extLst>
          </p:nvPr>
        </p:nvGraphicFramePr>
        <p:xfrm>
          <a:off x="6454451" y="2644892"/>
          <a:ext cx="5268150" cy="352808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756050">
                  <a:extLst>
                    <a:ext uri="{9D8B030D-6E8A-4147-A177-3AD203B41FA5}">
                      <a16:colId xmlns:a16="http://schemas.microsoft.com/office/drawing/2014/main" val="3759557752"/>
                    </a:ext>
                  </a:extLst>
                </a:gridCol>
                <a:gridCol w="1756050">
                  <a:extLst>
                    <a:ext uri="{9D8B030D-6E8A-4147-A177-3AD203B41FA5}">
                      <a16:colId xmlns:a16="http://schemas.microsoft.com/office/drawing/2014/main" val="1234003407"/>
                    </a:ext>
                  </a:extLst>
                </a:gridCol>
                <a:gridCol w="1756050">
                  <a:extLst>
                    <a:ext uri="{9D8B030D-6E8A-4147-A177-3AD203B41FA5}">
                      <a16:colId xmlns:a16="http://schemas.microsoft.com/office/drawing/2014/main" val="2459018464"/>
                    </a:ext>
                  </a:extLst>
                </a:gridCol>
              </a:tblGrid>
              <a:tr h="6665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75"/>
                        </a:spcAft>
                      </a:pPr>
                      <a:r>
                        <a:rPr lang="en-GB" sz="1600" kern="100" dirty="0">
                          <a:effectLst/>
                        </a:rPr>
                        <a:t>Option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Response Count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Response Percent (%)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extLst>
                  <a:ext uri="{0D108BD9-81ED-4DB2-BD59-A6C34878D82A}">
                    <a16:rowId xmlns:a16="http://schemas.microsoft.com/office/drawing/2014/main" val="830003870"/>
                  </a:ext>
                </a:extLst>
              </a:tr>
              <a:tr h="10186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Thorns and splinters related issues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7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22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extLst>
                  <a:ext uri="{0D108BD9-81ED-4DB2-BD59-A6C34878D82A}">
                    <a16:rowId xmlns:a16="http://schemas.microsoft.com/office/drawing/2014/main" val="2554426925"/>
                  </a:ext>
                </a:extLst>
              </a:tr>
              <a:tr h="542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Physical pain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13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41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extLst>
                  <a:ext uri="{0D108BD9-81ED-4DB2-BD59-A6C34878D82A}">
                    <a16:rowId xmlns:a16="http://schemas.microsoft.com/office/drawing/2014/main" val="2271277841"/>
                  </a:ext>
                </a:extLst>
              </a:tr>
              <a:tr h="542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Inadequate tools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4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12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extLst>
                  <a:ext uri="{0D108BD9-81ED-4DB2-BD59-A6C34878D82A}">
                    <a16:rowId xmlns:a16="http://schemas.microsoft.com/office/drawing/2014/main" val="1635853551"/>
                  </a:ext>
                </a:extLst>
              </a:tr>
              <a:tr h="6665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Time Consuming Process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8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25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474" marR="92474" marT="0" marB="0" anchor="ctr"/>
                </a:tc>
                <a:extLst>
                  <a:ext uri="{0D108BD9-81ED-4DB2-BD59-A6C34878D82A}">
                    <a16:rowId xmlns:a16="http://schemas.microsoft.com/office/drawing/2014/main" val="208640692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9876" y="457200"/>
            <a:ext cx="9721080" cy="1929384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important is the safety feature of a bamboo cutting machine to you?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Very much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moderate level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that much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e chart with numbers and symbols&#10;&#10;Description automatically generated">
            <a:extLst>
              <a:ext uri="{FF2B5EF4-FFF2-40B4-BE49-F238E27FC236}">
                <a16:creationId xmlns:a16="http://schemas.microsoft.com/office/drawing/2014/main" id="{5ACF4BCA-F2F7-4307-995F-ABDEB7297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7724" y="2584425"/>
            <a:ext cx="5466688" cy="364901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0CDA4C-E292-4281-9F56-2BF425948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249532"/>
              </p:ext>
            </p:extLst>
          </p:nvPr>
        </p:nvGraphicFramePr>
        <p:xfrm>
          <a:off x="6454452" y="2968772"/>
          <a:ext cx="5268150" cy="288032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756050">
                  <a:extLst>
                    <a:ext uri="{9D8B030D-6E8A-4147-A177-3AD203B41FA5}">
                      <a16:colId xmlns:a16="http://schemas.microsoft.com/office/drawing/2014/main" val="3393027361"/>
                    </a:ext>
                  </a:extLst>
                </a:gridCol>
                <a:gridCol w="1756050">
                  <a:extLst>
                    <a:ext uri="{9D8B030D-6E8A-4147-A177-3AD203B41FA5}">
                      <a16:colId xmlns:a16="http://schemas.microsoft.com/office/drawing/2014/main" val="2775475124"/>
                    </a:ext>
                  </a:extLst>
                </a:gridCol>
                <a:gridCol w="1756050">
                  <a:extLst>
                    <a:ext uri="{9D8B030D-6E8A-4147-A177-3AD203B41FA5}">
                      <a16:colId xmlns:a16="http://schemas.microsoft.com/office/drawing/2014/main" val="2870686840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75"/>
                        </a:spcAft>
                      </a:pPr>
                      <a:r>
                        <a:rPr lang="en-GB" sz="1600" kern="100" dirty="0">
                          <a:effectLst/>
                        </a:rPr>
                        <a:t>Option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Response Count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Response Percent (%)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extLst>
                  <a:ext uri="{0D108BD9-81ED-4DB2-BD59-A6C34878D82A}">
                    <a16:rowId xmlns:a16="http://schemas.microsoft.com/office/drawing/2014/main" val="2729904967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Very much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22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68.75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extLst>
                  <a:ext uri="{0D108BD9-81ED-4DB2-BD59-A6C34878D82A}">
                    <a16:rowId xmlns:a16="http://schemas.microsoft.com/office/drawing/2014/main" val="1354515964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At moderate level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8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25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extLst>
                  <a:ext uri="{0D108BD9-81ED-4DB2-BD59-A6C34878D82A}">
                    <a16:rowId xmlns:a16="http://schemas.microsoft.com/office/drawing/2014/main" val="110846288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Not that much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>
                          <a:effectLst/>
                        </a:rPr>
                        <a:t>2</a:t>
                      </a:r>
                      <a:endParaRPr lang="en-US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600" kern="100" dirty="0">
                          <a:effectLst/>
                        </a:rPr>
                        <a:t>6.25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6921" marR="116921" marT="0" marB="0" anchor="ctr"/>
                </a:tc>
                <a:extLst>
                  <a:ext uri="{0D108BD9-81ED-4DB2-BD59-A6C34878D82A}">
                    <a16:rowId xmlns:a16="http://schemas.microsoft.com/office/drawing/2014/main" val="3309497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91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715" y="639193"/>
            <a:ext cx="357088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Customer’s Requirement Evaluation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4409267"/>
            <a:ext cx="3254247" cy="18288"/>
          </a:xfrm>
          <a:custGeom>
            <a:avLst/>
            <a:gdLst>
              <a:gd name="connsiteX0" fmla="*/ 0 w 3254247"/>
              <a:gd name="connsiteY0" fmla="*/ 0 h 18288"/>
              <a:gd name="connsiteX1" fmla="*/ 618307 w 3254247"/>
              <a:gd name="connsiteY1" fmla="*/ 0 h 18288"/>
              <a:gd name="connsiteX2" fmla="*/ 1269156 w 3254247"/>
              <a:gd name="connsiteY2" fmla="*/ 0 h 18288"/>
              <a:gd name="connsiteX3" fmla="*/ 1952548 w 3254247"/>
              <a:gd name="connsiteY3" fmla="*/ 0 h 18288"/>
              <a:gd name="connsiteX4" fmla="*/ 2635940 w 3254247"/>
              <a:gd name="connsiteY4" fmla="*/ 0 h 18288"/>
              <a:gd name="connsiteX5" fmla="*/ 3254247 w 3254247"/>
              <a:gd name="connsiteY5" fmla="*/ 0 h 18288"/>
              <a:gd name="connsiteX6" fmla="*/ 3254247 w 3254247"/>
              <a:gd name="connsiteY6" fmla="*/ 18288 h 18288"/>
              <a:gd name="connsiteX7" fmla="*/ 2538313 w 3254247"/>
              <a:gd name="connsiteY7" fmla="*/ 18288 h 18288"/>
              <a:gd name="connsiteX8" fmla="*/ 1822378 w 3254247"/>
              <a:gd name="connsiteY8" fmla="*/ 18288 h 18288"/>
              <a:gd name="connsiteX9" fmla="*/ 1171529 w 3254247"/>
              <a:gd name="connsiteY9" fmla="*/ 18288 h 18288"/>
              <a:gd name="connsiteX10" fmla="*/ 0 w 3254247"/>
              <a:gd name="connsiteY10" fmla="*/ 18288 h 18288"/>
              <a:gd name="connsiteX11" fmla="*/ 0 w 3254247"/>
              <a:gd name="connsiteY11" fmla="*/ 0 h 18288"/>
              <a:gd name="connsiteX0" fmla="*/ 0 w 3254247"/>
              <a:gd name="connsiteY0" fmla="*/ 0 h 18288"/>
              <a:gd name="connsiteX1" fmla="*/ 618307 w 3254247"/>
              <a:gd name="connsiteY1" fmla="*/ 0 h 18288"/>
              <a:gd name="connsiteX2" fmla="*/ 1171529 w 3254247"/>
              <a:gd name="connsiteY2" fmla="*/ 0 h 18288"/>
              <a:gd name="connsiteX3" fmla="*/ 1887463 w 3254247"/>
              <a:gd name="connsiteY3" fmla="*/ 0 h 18288"/>
              <a:gd name="connsiteX4" fmla="*/ 2505770 w 3254247"/>
              <a:gd name="connsiteY4" fmla="*/ 0 h 18288"/>
              <a:gd name="connsiteX5" fmla="*/ 3254247 w 3254247"/>
              <a:gd name="connsiteY5" fmla="*/ 0 h 18288"/>
              <a:gd name="connsiteX6" fmla="*/ 3254247 w 3254247"/>
              <a:gd name="connsiteY6" fmla="*/ 18288 h 18288"/>
              <a:gd name="connsiteX7" fmla="*/ 2603398 w 3254247"/>
              <a:gd name="connsiteY7" fmla="*/ 18288 h 18288"/>
              <a:gd name="connsiteX8" fmla="*/ 1887463 w 3254247"/>
              <a:gd name="connsiteY8" fmla="*/ 18288 h 18288"/>
              <a:gd name="connsiteX9" fmla="*/ 1334241 w 3254247"/>
              <a:gd name="connsiteY9" fmla="*/ 18288 h 18288"/>
              <a:gd name="connsiteX10" fmla="*/ 683392 w 3254247"/>
              <a:gd name="connsiteY10" fmla="*/ 18288 h 18288"/>
              <a:gd name="connsiteX11" fmla="*/ 0 w 3254247"/>
              <a:gd name="connsiteY11" fmla="*/ 18288 h 18288"/>
              <a:gd name="connsiteX12" fmla="*/ 0 w 3254247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70390" y="-35104"/>
                  <a:pt x="435554" y="-38343"/>
                  <a:pt x="618307" y="0"/>
                </a:cubicBezTo>
                <a:cubicBezTo>
                  <a:pt x="766739" y="6680"/>
                  <a:pt x="1055388" y="-7398"/>
                  <a:pt x="1269156" y="0"/>
                </a:cubicBezTo>
                <a:cubicBezTo>
                  <a:pt x="1452764" y="-9287"/>
                  <a:pt x="1697258" y="-76372"/>
                  <a:pt x="1952548" y="0"/>
                </a:cubicBezTo>
                <a:cubicBezTo>
                  <a:pt x="2186220" y="-20862"/>
                  <a:pt x="2361014" y="-425"/>
                  <a:pt x="2635940" y="0"/>
                </a:cubicBezTo>
                <a:cubicBezTo>
                  <a:pt x="2869607" y="29136"/>
                  <a:pt x="3051805" y="13560"/>
                  <a:pt x="3254247" y="0"/>
                </a:cubicBezTo>
                <a:cubicBezTo>
                  <a:pt x="3253528" y="8390"/>
                  <a:pt x="3254290" y="11854"/>
                  <a:pt x="3254247" y="18288"/>
                </a:cubicBezTo>
                <a:cubicBezTo>
                  <a:pt x="2952776" y="7486"/>
                  <a:pt x="2711362" y="17728"/>
                  <a:pt x="2538313" y="18288"/>
                </a:cubicBezTo>
                <a:cubicBezTo>
                  <a:pt x="2385928" y="68484"/>
                  <a:pt x="2039249" y="27410"/>
                  <a:pt x="1822378" y="18288"/>
                </a:cubicBezTo>
                <a:cubicBezTo>
                  <a:pt x="1574404" y="21208"/>
                  <a:pt x="1447817" y="10667"/>
                  <a:pt x="1171529" y="18288"/>
                </a:cubicBezTo>
                <a:cubicBezTo>
                  <a:pt x="904027" y="43317"/>
                  <a:pt x="550889" y="74405"/>
                  <a:pt x="0" y="18288"/>
                </a:cubicBezTo>
                <a:cubicBezTo>
                  <a:pt x="-405" y="13204"/>
                  <a:pt x="-1092" y="531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51157" y="-26706"/>
                  <a:pt x="412647" y="7862"/>
                  <a:pt x="618307" y="0"/>
                </a:cubicBezTo>
                <a:cubicBezTo>
                  <a:pt x="831195" y="-17667"/>
                  <a:pt x="889669" y="21419"/>
                  <a:pt x="1171529" y="0"/>
                </a:cubicBezTo>
                <a:cubicBezTo>
                  <a:pt x="1432227" y="-6621"/>
                  <a:pt x="1712813" y="-38346"/>
                  <a:pt x="1887463" y="0"/>
                </a:cubicBezTo>
                <a:cubicBezTo>
                  <a:pt x="2085961" y="15551"/>
                  <a:pt x="2367085" y="-8220"/>
                  <a:pt x="2505770" y="0"/>
                </a:cubicBezTo>
                <a:cubicBezTo>
                  <a:pt x="2653608" y="-27626"/>
                  <a:pt x="3056599" y="-53002"/>
                  <a:pt x="3254247" y="0"/>
                </a:cubicBezTo>
                <a:cubicBezTo>
                  <a:pt x="3253621" y="4696"/>
                  <a:pt x="3254925" y="10269"/>
                  <a:pt x="3254247" y="18288"/>
                </a:cubicBezTo>
                <a:cubicBezTo>
                  <a:pt x="2939698" y="-8570"/>
                  <a:pt x="2744238" y="57155"/>
                  <a:pt x="2603398" y="18288"/>
                </a:cubicBezTo>
                <a:cubicBezTo>
                  <a:pt x="2519757" y="15717"/>
                  <a:pt x="2180493" y="-3107"/>
                  <a:pt x="1887463" y="18288"/>
                </a:cubicBezTo>
                <a:cubicBezTo>
                  <a:pt x="1607944" y="26506"/>
                  <a:pt x="1508503" y="42402"/>
                  <a:pt x="1334241" y="18288"/>
                </a:cubicBezTo>
                <a:cubicBezTo>
                  <a:pt x="1180410" y="14831"/>
                  <a:pt x="965068" y="25430"/>
                  <a:pt x="683392" y="18288"/>
                </a:cubicBezTo>
                <a:cubicBezTo>
                  <a:pt x="422506" y="36152"/>
                  <a:pt x="249436" y="-4936"/>
                  <a:pt x="0" y="18288"/>
                </a:cubicBezTo>
                <a:cubicBezTo>
                  <a:pt x="527" y="9891"/>
                  <a:pt x="870" y="7012"/>
                  <a:pt x="0" y="0"/>
                </a:cubicBezTo>
                <a:close/>
              </a:path>
              <a:path w="3254247" h="18288" fill="none" stroke="0" extrusionOk="0">
                <a:moveTo>
                  <a:pt x="0" y="0"/>
                </a:moveTo>
                <a:cubicBezTo>
                  <a:pt x="122904" y="-25682"/>
                  <a:pt x="392942" y="13214"/>
                  <a:pt x="618307" y="0"/>
                </a:cubicBezTo>
                <a:cubicBezTo>
                  <a:pt x="826820" y="3388"/>
                  <a:pt x="1032260" y="10297"/>
                  <a:pt x="1269156" y="0"/>
                </a:cubicBezTo>
                <a:cubicBezTo>
                  <a:pt x="1437689" y="12414"/>
                  <a:pt x="1712269" y="30061"/>
                  <a:pt x="1952548" y="0"/>
                </a:cubicBezTo>
                <a:cubicBezTo>
                  <a:pt x="2139435" y="1613"/>
                  <a:pt x="2432543" y="-5981"/>
                  <a:pt x="2635940" y="0"/>
                </a:cubicBezTo>
                <a:cubicBezTo>
                  <a:pt x="2883553" y="23476"/>
                  <a:pt x="3047827" y="-28770"/>
                  <a:pt x="3254247" y="0"/>
                </a:cubicBezTo>
                <a:cubicBezTo>
                  <a:pt x="3253396" y="8135"/>
                  <a:pt x="3253191" y="12730"/>
                  <a:pt x="3254247" y="18288"/>
                </a:cubicBezTo>
                <a:cubicBezTo>
                  <a:pt x="2958603" y="-17009"/>
                  <a:pt x="2710380" y="24824"/>
                  <a:pt x="2538313" y="18288"/>
                </a:cubicBezTo>
                <a:cubicBezTo>
                  <a:pt x="2397019" y="39256"/>
                  <a:pt x="2085338" y="13965"/>
                  <a:pt x="1822378" y="18288"/>
                </a:cubicBezTo>
                <a:cubicBezTo>
                  <a:pt x="1550999" y="22362"/>
                  <a:pt x="1481122" y="28588"/>
                  <a:pt x="1171529" y="18288"/>
                </a:cubicBezTo>
                <a:cubicBezTo>
                  <a:pt x="909396" y="64505"/>
                  <a:pt x="558215" y="74301"/>
                  <a:pt x="0" y="18288"/>
                </a:cubicBezTo>
                <a:cubicBezTo>
                  <a:pt x="508" y="13336"/>
                  <a:pt x="437" y="727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254247"/>
                      <a:gd name="connsiteY0" fmla="*/ 0 h 18288"/>
                      <a:gd name="connsiteX1" fmla="*/ 618307 w 3254247"/>
                      <a:gd name="connsiteY1" fmla="*/ 0 h 18288"/>
                      <a:gd name="connsiteX2" fmla="*/ 1269156 w 3254247"/>
                      <a:gd name="connsiteY2" fmla="*/ 0 h 18288"/>
                      <a:gd name="connsiteX3" fmla="*/ 1952548 w 3254247"/>
                      <a:gd name="connsiteY3" fmla="*/ 0 h 18288"/>
                      <a:gd name="connsiteX4" fmla="*/ 2635940 w 3254247"/>
                      <a:gd name="connsiteY4" fmla="*/ 0 h 18288"/>
                      <a:gd name="connsiteX5" fmla="*/ 3254247 w 3254247"/>
                      <a:gd name="connsiteY5" fmla="*/ 0 h 18288"/>
                      <a:gd name="connsiteX6" fmla="*/ 3254247 w 3254247"/>
                      <a:gd name="connsiteY6" fmla="*/ 18288 h 18288"/>
                      <a:gd name="connsiteX7" fmla="*/ 2538313 w 3254247"/>
                      <a:gd name="connsiteY7" fmla="*/ 18288 h 18288"/>
                      <a:gd name="connsiteX8" fmla="*/ 1822378 w 3254247"/>
                      <a:gd name="connsiteY8" fmla="*/ 18288 h 18288"/>
                      <a:gd name="connsiteX9" fmla="*/ 1171529 w 3254247"/>
                      <a:gd name="connsiteY9" fmla="*/ 18288 h 18288"/>
                      <a:gd name="connsiteX10" fmla="*/ 0 w 3254247"/>
                      <a:gd name="connsiteY10" fmla="*/ 18288 h 18288"/>
                      <a:gd name="connsiteX11" fmla="*/ 0 w 3254247"/>
                      <a:gd name="connsiteY11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254247" h="18288" fill="none" extrusionOk="0">
                        <a:moveTo>
                          <a:pt x="0" y="0"/>
                        </a:moveTo>
                        <a:cubicBezTo>
                          <a:pt x="144450" y="-12392"/>
                          <a:pt x="427337" y="305"/>
                          <a:pt x="618307" y="0"/>
                        </a:cubicBezTo>
                        <a:cubicBezTo>
                          <a:pt x="809277" y="-305"/>
                          <a:pt x="1078885" y="8814"/>
                          <a:pt x="1269156" y="0"/>
                        </a:cubicBezTo>
                        <a:cubicBezTo>
                          <a:pt x="1459427" y="-8814"/>
                          <a:pt x="1722292" y="-25341"/>
                          <a:pt x="1952548" y="0"/>
                        </a:cubicBezTo>
                        <a:cubicBezTo>
                          <a:pt x="2182804" y="25341"/>
                          <a:pt x="2398437" y="-22277"/>
                          <a:pt x="2635940" y="0"/>
                        </a:cubicBezTo>
                        <a:cubicBezTo>
                          <a:pt x="2873443" y="22277"/>
                          <a:pt x="3033770" y="159"/>
                          <a:pt x="3254247" y="0"/>
                        </a:cubicBezTo>
                        <a:cubicBezTo>
                          <a:pt x="3253538" y="8157"/>
                          <a:pt x="3253834" y="12125"/>
                          <a:pt x="3254247" y="18288"/>
                        </a:cubicBezTo>
                        <a:cubicBezTo>
                          <a:pt x="2959973" y="-3940"/>
                          <a:pt x="2715651" y="17499"/>
                          <a:pt x="2538313" y="18288"/>
                        </a:cubicBezTo>
                        <a:cubicBezTo>
                          <a:pt x="2360975" y="19077"/>
                          <a:pt x="2071193" y="10564"/>
                          <a:pt x="1822378" y="18288"/>
                        </a:cubicBezTo>
                        <a:cubicBezTo>
                          <a:pt x="1573564" y="26012"/>
                          <a:pt x="1460056" y="11360"/>
                          <a:pt x="1171529" y="18288"/>
                        </a:cubicBezTo>
                        <a:cubicBezTo>
                          <a:pt x="883002" y="25216"/>
                          <a:pt x="556569" y="57254"/>
                          <a:pt x="0" y="18288"/>
                        </a:cubicBezTo>
                        <a:cubicBezTo>
                          <a:pt x="-46" y="12483"/>
                          <a:pt x="-203" y="6491"/>
                          <a:pt x="0" y="0"/>
                        </a:cubicBezTo>
                        <a:close/>
                      </a:path>
                      <a:path w="3254247" h="18288" stroke="0" extrusionOk="0">
                        <a:moveTo>
                          <a:pt x="0" y="0"/>
                        </a:moveTo>
                        <a:cubicBezTo>
                          <a:pt x="245716" y="-28411"/>
                          <a:pt x="413361" y="22670"/>
                          <a:pt x="618307" y="0"/>
                        </a:cubicBezTo>
                        <a:cubicBezTo>
                          <a:pt x="823253" y="-22670"/>
                          <a:pt x="907327" y="17544"/>
                          <a:pt x="1171529" y="0"/>
                        </a:cubicBezTo>
                        <a:cubicBezTo>
                          <a:pt x="1435731" y="-17544"/>
                          <a:pt x="1714065" y="-34404"/>
                          <a:pt x="1887463" y="0"/>
                        </a:cubicBezTo>
                        <a:cubicBezTo>
                          <a:pt x="2060861" y="34404"/>
                          <a:pt x="2348517" y="24017"/>
                          <a:pt x="2505770" y="0"/>
                        </a:cubicBezTo>
                        <a:cubicBezTo>
                          <a:pt x="2663023" y="-24017"/>
                          <a:pt x="3030962" y="-27792"/>
                          <a:pt x="3254247" y="0"/>
                        </a:cubicBezTo>
                        <a:cubicBezTo>
                          <a:pt x="3253983" y="4493"/>
                          <a:pt x="3254631" y="9472"/>
                          <a:pt x="3254247" y="18288"/>
                        </a:cubicBezTo>
                        <a:cubicBezTo>
                          <a:pt x="2934372" y="-7513"/>
                          <a:pt x="2749175" y="38681"/>
                          <a:pt x="2603398" y="18288"/>
                        </a:cubicBezTo>
                        <a:cubicBezTo>
                          <a:pt x="2457621" y="-2105"/>
                          <a:pt x="2184707" y="10633"/>
                          <a:pt x="1887463" y="18288"/>
                        </a:cubicBezTo>
                        <a:cubicBezTo>
                          <a:pt x="1590219" y="25943"/>
                          <a:pt x="1494607" y="28003"/>
                          <a:pt x="1334241" y="18288"/>
                        </a:cubicBezTo>
                        <a:cubicBezTo>
                          <a:pt x="1173875" y="8573"/>
                          <a:pt x="962016" y="17971"/>
                          <a:pt x="683392" y="18288"/>
                        </a:cubicBezTo>
                        <a:cubicBezTo>
                          <a:pt x="404768" y="18605"/>
                          <a:pt x="256873" y="5009"/>
                          <a:pt x="0" y="18288"/>
                        </a:cubicBezTo>
                        <a:cubicBezTo>
                          <a:pt x="843" y="9577"/>
                          <a:pt x="371" y="690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FB65A3-69E5-4BC5-A2E6-ED49219EC6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460527"/>
              </p:ext>
            </p:extLst>
          </p:nvPr>
        </p:nvGraphicFramePr>
        <p:xfrm>
          <a:off x="4764488" y="640080"/>
          <a:ext cx="6989929" cy="555041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18561">
                  <a:extLst>
                    <a:ext uri="{9D8B030D-6E8A-4147-A177-3AD203B41FA5}">
                      <a16:colId xmlns:a16="http://schemas.microsoft.com/office/drawing/2014/main" val="2158151759"/>
                    </a:ext>
                  </a:extLst>
                </a:gridCol>
                <a:gridCol w="3771368">
                  <a:extLst>
                    <a:ext uri="{9D8B030D-6E8A-4147-A177-3AD203B41FA5}">
                      <a16:colId xmlns:a16="http://schemas.microsoft.com/office/drawing/2014/main" val="3660600248"/>
                    </a:ext>
                  </a:extLst>
                </a:gridCol>
              </a:tblGrid>
              <a:tr h="1027119">
                <a:tc>
                  <a:txBody>
                    <a:bodyPr/>
                    <a:lstStyle/>
                    <a:p>
                      <a:pPr marL="527050" marR="523875" algn="ctr">
                        <a:lnSpc>
                          <a:spcPct val="107000"/>
                        </a:lnSpc>
                        <a:spcBef>
                          <a:spcPts val="1025"/>
                        </a:spcBef>
                        <a:spcAft>
                          <a:spcPts val="0"/>
                        </a:spcAft>
                      </a:pPr>
                      <a:r>
                        <a:rPr lang="en-US" sz="1600" b="0" cap="all" spc="15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Requirement</a:t>
                      </a:r>
                      <a:endParaRPr lang="en-US" sz="1600" b="0" cap="all" spc="15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527685" marR="523240" algn="ctr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cap="all" spc="15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 Weight/ Importance</a:t>
                      </a:r>
                    </a:p>
                    <a:p>
                      <a:pPr marL="527685" marR="521335" algn="ctr">
                        <a:lnSpc>
                          <a:spcPct val="107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en-US" sz="1600" b="0" cap="all" spc="15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(Scale of 10)</a:t>
                      </a:r>
                      <a:endParaRPr lang="en-US" sz="1600" b="0" cap="all" spc="15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426919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2605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Move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105695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070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Safety Features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87751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3875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Saving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319456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324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and Accuracy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899537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1335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Variety of Functions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845850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6415" marR="523875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Cost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37017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324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Maintain/Repair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355391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070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Durability and Reliability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488973"/>
                  </a:ext>
                </a:extLst>
              </a:tr>
              <a:tr h="502588">
                <a:tc>
                  <a:txBody>
                    <a:bodyPr/>
                    <a:lstStyle/>
                    <a:p>
                      <a:pPr marL="527685" marR="523875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Ramming Force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1059" marR="141059" marT="141059" marB="1410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81467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520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588945" y="4267832"/>
            <a:ext cx="4804745" cy="1297115"/>
          </a:xfrm>
        </p:spPr>
        <p:txBody>
          <a:bodyPr anchor="t">
            <a:normAutofit/>
          </a:bodyPr>
          <a:lstStyle/>
          <a:p>
            <a:pPr marL="0" marR="0" algn="l">
              <a:spcBef>
                <a:spcPts val="2400"/>
              </a:spcBef>
              <a:spcAft>
                <a:spcPts val="1200"/>
              </a:spcAft>
            </a:pPr>
            <a:r>
              <a:rPr lang="en-US" sz="4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Function Deployment (QFD)</a:t>
            </a:r>
          </a:p>
        </p:txBody>
      </p:sp>
      <p:pic>
        <p:nvPicPr>
          <p:cNvPr id="38" name="Graphic 37" descr="Box">
            <a:extLst>
              <a:ext uri="{FF2B5EF4-FFF2-40B4-BE49-F238E27FC236}">
                <a16:creationId xmlns:a16="http://schemas.microsoft.com/office/drawing/2014/main" id="{EE3F52CB-5152-2561-5E4B-D50270BEE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381" y="1815859"/>
            <a:ext cx="4140681" cy="4140681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1" y="-5977"/>
            <a:ext cx="6237049" cy="6863979"/>
            <a:chOff x="305" y="-5977"/>
            <a:chExt cx="6238675" cy="6863979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557189"/>
            <a:ext cx="3373258" cy="556789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of the Customer (VOC)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4B4B27-CECD-1687-AADD-58BB00579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582476"/>
              </p:ext>
            </p:extLst>
          </p:nvPr>
        </p:nvGraphicFramePr>
        <p:xfrm>
          <a:off x="5091881" y="620392"/>
          <a:ext cx="6262009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B99CF-5A04-882C-6D5B-8722BC2D1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15" y="639193"/>
            <a:ext cx="357088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6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House of Quality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4409267"/>
            <a:ext cx="3254247" cy="18288"/>
          </a:xfrm>
          <a:custGeom>
            <a:avLst/>
            <a:gdLst>
              <a:gd name="connsiteX0" fmla="*/ 0 w 3254247"/>
              <a:gd name="connsiteY0" fmla="*/ 0 h 18288"/>
              <a:gd name="connsiteX1" fmla="*/ 618307 w 3254247"/>
              <a:gd name="connsiteY1" fmla="*/ 0 h 18288"/>
              <a:gd name="connsiteX2" fmla="*/ 1269156 w 3254247"/>
              <a:gd name="connsiteY2" fmla="*/ 0 h 18288"/>
              <a:gd name="connsiteX3" fmla="*/ 1952548 w 3254247"/>
              <a:gd name="connsiteY3" fmla="*/ 0 h 18288"/>
              <a:gd name="connsiteX4" fmla="*/ 2635940 w 3254247"/>
              <a:gd name="connsiteY4" fmla="*/ 0 h 18288"/>
              <a:gd name="connsiteX5" fmla="*/ 3254247 w 3254247"/>
              <a:gd name="connsiteY5" fmla="*/ 0 h 18288"/>
              <a:gd name="connsiteX6" fmla="*/ 3254247 w 3254247"/>
              <a:gd name="connsiteY6" fmla="*/ 18288 h 18288"/>
              <a:gd name="connsiteX7" fmla="*/ 2538313 w 3254247"/>
              <a:gd name="connsiteY7" fmla="*/ 18288 h 18288"/>
              <a:gd name="connsiteX8" fmla="*/ 1822378 w 3254247"/>
              <a:gd name="connsiteY8" fmla="*/ 18288 h 18288"/>
              <a:gd name="connsiteX9" fmla="*/ 1171529 w 3254247"/>
              <a:gd name="connsiteY9" fmla="*/ 18288 h 18288"/>
              <a:gd name="connsiteX10" fmla="*/ 0 w 3254247"/>
              <a:gd name="connsiteY10" fmla="*/ 18288 h 18288"/>
              <a:gd name="connsiteX11" fmla="*/ 0 w 3254247"/>
              <a:gd name="connsiteY11" fmla="*/ 0 h 18288"/>
              <a:gd name="connsiteX0" fmla="*/ 0 w 3254247"/>
              <a:gd name="connsiteY0" fmla="*/ 0 h 18288"/>
              <a:gd name="connsiteX1" fmla="*/ 618307 w 3254247"/>
              <a:gd name="connsiteY1" fmla="*/ 0 h 18288"/>
              <a:gd name="connsiteX2" fmla="*/ 1171529 w 3254247"/>
              <a:gd name="connsiteY2" fmla="*/ 0 h 18288"/>
              <a:gd name="connsiteX3" fmla="*/ 1887463 w 3254247"/>
              <a:gd name="connsiteY3" fmla="*/ 0 h 18288"/>
              <a:gd name="connsiteX4" fmla="*/ 2505770 w 3254247"/>
              <a:gd name="connsiteY4" fmla="*/ 0 h 18288"/>
              <a:gd name="connsiteX5" fmla="*/ 3254247 w 3254247"/>
              <a:gd name="connsiteY5" fmla="*/ 0 h 18288"/>
              <a:gd name="connsiteX6" fmla="*/ 3254247 w 3254247"/>
              <a:gd name="connsiteY6" fmla="*/ 18288 h 18288"/>
              <a:gd name="connsiteX7" fmla="*/ 2603398 w 3254247"/>
              <a:gd name="connsiteY7" fmla="*/ 18288 h 18288"/>
              <a:gd name="connsiteX8" fmla="*/ 1887463 w 3254247"/>
              <a:gd name="connsiteY8" fmla="*/ 18288 h 18288"/>
              <a:gd name="connsiteX9" fmla="*/ 1334241 w 3254247"/>
              <a:gd name="connsiteY9" fmla="*/ 18288 h 18288"/>
              <a:gd name="connsiteX10" fmla="*/ 683392 w 3254247"/>
              <a:gd name="connsiteY10" fmla="*/ 18288 h 18288"/>
              <a:gd name="connsiteX11" fmla="*/ 0 w 3254247"/>
              <a:gd name="connsiteY11" fmla="*/ 18288 h 18288"/>
              <a:gd name="connsiteX12" fmla="*/ 0 w 3254247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70390" y="-35104"/>
                  <a:pt x="435554" y="-38343"/>
                  <a:pt x="618307" y="0"/>
                </a:cubicBezTo>
                <a:cubicBezTo>
                  <a:pt x="766739" y="6680"/>
                  <a:pt x="1055388" y="-7398"/>
                  <a:pt x="1269156" y="0"/>
                </a:cubicBezTo>
                <a:cubicBezTo>
                  <a:pt x="1452764" y="-9287"/>
                  <a:pt x="1697258" y="-76372"/>
                  <a:pt x="1952548" y="0"/>
                </a:cubicBezTo>
                <a:cubicBezTo>
                  <a:pt x="2186220" y="-20862"/>
                  <a:pt x="2361014" y="-425"/>
                  <a:pt x="2635940" y="0"/>
                </a:cubicBezTo>
                <a:cubicBezTo>
                  <a:pt x="2869607" y="29136"/>
                  <a:pt x="3051805" y="13560"/>
                  <a:pt x="3254247" y="0"/>
                </a:cubicBezTo>
                <a:cubicBezTo>
                  <a:pt x="3253528" y="8390"/>
                  <a:pt x="3254290" y="11854"/>
                  <a:pt x="3254247" y="18288"/>
                </a:cubicBezTo>
                <a:cubicBezTo>
                  <a:pt x="2952776" y="7486"/>
                  <a:pt x="2711362" y="17728"/>
                  <a:pt x="2538313" y="18288"/>
                </a:cubicBezTo>
                <a:cubicBezTo>
                  <a:pt x="2385928" y="68484"/>
                  <a:pt x="2039249" y="27410"/>
                  <a:pt x="1822378" y="18288"/>
                </a:cubicBezTo>
                <a:cubicBezTo>
                  <a:pt x="1574404" y="21208"/>
                  <a:pt x="1447817" y="10667"/>
                  <a:pt x="1171529" y="18288"/>
                </a:cubicBezTo>
                <a:cubicBezTo>
                  <a:pt x="904027" y="43317"/>
                  <a:pt x="550889" y="74405"/>
                  <a:pt x="0" y="18288"/>
                </a:cubicBezTo>
                <a:cubicBezTo>
                  <a:pt x="-405" y="13204"/>
                  <a:pt x="-1092" y="531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51157" y="-26706"/>
                  <a:pt x="412647" y="7862"/>
                  <a:pt x="618307" y="0"/>
                </a:cubicBezTo>
                <a:cubicBezTo>
                  <a:pt x="831195" y="-17667"/>
                  <a:pt x="889669" y="21419"/>
                  <a:pt x="1171529" y="0"/>
                </a:cubicBezTo>
                <a:cubicBezTo>
                  <a:pt x="1432227" y="-6621"/>
                  <a:pt x="1712813" y="-38346"/>
                  <a:pt x="1887463" y="0"/>
                </a:cubicBezTo>
                <a:cubicBezTo>
                  <a:pt x="2085961" y="15551"/>
                  <a:pt x="2367085" y="-8220"/>
                  <a:pt x="2505770" y="0"/>
                </a:cubicBezTo>
                <a:cubicBezTo>
                  <a:pt x="2653608" y="-27626"/>
                  <a:pt x="3056599" y="-53002"/>
                  <a:pt x="3254247" y="0"/>
                </a:cubicBezTo>
                <a:cubicBezTo>
                  <a:pt x="3253621" y="4696"/>
                  <a:pt x="3254925" y="10269"/>
                  <a:pt x="3254247" y="18288"/>
                </a:cubicBezTo>
                <a:cubicBezTo>
                  <a:pt x="2939698" y="-8570"/>
                  <a:pt x="2744238" y="57155"/>
                  <a:pt x="2603398" y="18288"/>
                </a:cubicBezTo>
                <a:cubicBezTo>
                  <a:pt x="2519757" y="15717"/>
                  <a:pt x="2180493" y="-3107"/>
                  <a:pt x="1887463" y="18288"/>
                </a:cubicBezTo>
                <a:cubicBezTo>
                  <a:pt x="1607944" y="26506"/>
                  <a:pt x="1508503" y="42402"/>
                  <a:pt x="1334241" y="18288"/>
                </a:cubicBezTo>
                <a:cubicBezTo>
                  <a:pt x="1180410" y="14831"/>
                  <a:pt x="965068" y="25430"/>
                  <a:pt x="683392" y="18288"/>
                </a:cubicBezTo>
                <a:cubicBezTo>
                  <a:pt x="422506" y="36152"/>
                  <a:pt x="249436" y="-4936"/>
                  <a:pt x="0" y="18288"/>
                </a:cubicBezTo>
                <a:cubicBezTo>
                  <a:pt x="527" y="9891"/>
                  <a:pt x="870" y="7012"/>
                  <a:pt x="0" y="0"/>
                </a:cubicBezTo>
                <a:close/>
              </a:path>
              <a:path w="3254247" h="18288" fill="none" stroke="0" extrusionOk="0">
                <a:moveTo>
                  <a:pt x="0" y="0"/>
                </a:moveTo>
                <a:cubicBezTo>
                  <a:pt x="122904" y="-25682"/>
                  <a:pt x="392942" y="13214"/>
                  <a:pt x="618307" y="0"/>
                </a:cubicBezTo>
                <a:cubicBezTo>
                  <a:pt x="826820" y="3388"/>
                  <a:pt x="1032260" y="10297"/>
                  <a:pt x="1269156" y="0"/>
                </a:cubicBezTo>
                <a:cubicBezTo>
                  <a:pt x="1437689" y="12414"/>
                  <a:pt x="1712269" y="30061"/>
                  <a:pt x="1952548" y="0"/>
                </a:cubicBezTo>
                <a:cubicBezTo>
                  <a:pt x="2139435" y="1613"/>
                  <a:pt x="2432543" y="-5981"/>
                  <a:pt x="2635940" y="0"/>
                </a:cubicBezTo>
                <a:cubicBezTo>
                  <a:pt x="2883553" y="23476"/>
                  <a:pt x="3047827" y="-28770"/>
                  <a:pt x="3254247" y="0"/>
                </a:cubicBezTo>
                <a:cubicBezTo>
                  <a:pt x="3253396" y="8135"/>
                  <a:pt x="3253191" y="12730"/>
                  <a:pt x="3254247" y="18288"/>
                </a:cubicBezTo>
                <a:cubicBezTo>
                  <a:pt x="2958603" y="-17009"/>
                  <a:pt x="2710380" y="24824"/>
                  <a:pt x="2538313" y="18288"/>
                </a:cubicBezTo>
                <a:cubicBezTo>
                  <a:pt x="2397019" y="39256"/>
                  <a:pt x="2085338" y="13965"/>
                  <a:pt x="1822378" y="18288"/>
                </a:cubicBezTo>
                <a:cubicBezTo>
                  <a:pt x="1550999" y="22362"/>
                  <a:pt x="1481122" y="28588"/>
                  <a:pt x="1171529" y="18288"/>
                </a:cubicBezTo>
                <a:cubicBezTo>
                  <a:pt x="909396" y="64505"/>
                  <a:pt x="558215" y="74301"/>
                  <a:pt x="0" y="18288"/>
                </a:cubicBezTo>
                <a:cubicBezTo>
                  <a:pt x="508" y="13336"/>
                  <a:pt x="437" y="727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254247"/>
                      <a:gd name="connsiteY0" fmla="*/ 0 h 18288"/>
                      <a:gd name="connsiteX1" fmla="*/ 618307 w 3254247"/>
                      <a:gd name="connsiteY1" fmla="*/ 0 h 18288"/>
                      <a:gd name="connsiteX2" fmla="*/ 1269156 w 3254247"/>
                      <a:gd name="connsiteY2" fmla="*/ 0 h 18288"/>
                      <a:gd name="connsiteX3" fmla="*/ 1952548 w 3254247"/>
                      <a:gd name="connsiteY3" fmla="*/ 0 h 18288"/>
                      <a:gd name="connsiteX4" fmla="*/ 2635940 w 3254247"/>
                      <a:gd name="connsiteY4" fmla="*/ 0 h 18288"/>
                      <a:gd name="connsiteX5" fmla="*/ 3254247 w 3254247"/>
                      <a:gd name="connsiteY5" fmla="*/ 0 h 18288"/>
                      <a:gd name="connsiteX6" fmla="*/ 3254247 w 3254247"/>
                      <a:gd name="connsiteY6" fmla="*/ 18288 h 18288"/>
                      <a:gd name="connsiteX7" fmla="*/ 2538313 w 3254247"/>
                      <a:gd name="connsiteY7" fmla="*/ 18288 h 18288"/>
                      <a:gd name="connsiteX8" fmla="*/ 1822378 w 3254247"/>
                      <a:gd name="connsiteY8" fmla="*/ 18288 h 18288"/>
                      <a:gd name="connsiteX9" fmla="*/ 1171529 w 3254247"/>
                      <a:gd name="connsiteY9" fmla="*/ 18288 h 18288"/>
                      <a:gd name="connsiteX10" fmla="*/ 0 w 3254247"/>
                      <a:gd name="connsiteY10" fmla="*/ 18288 h 18288"/>
                      <a:gd name="connsiteX11" fmla="*/ 0 w 3254247"/>
                      <a:gd name="connsiteY11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254247" h="18288" fill="none" extrusionOk="0">
                        <a:moveTo>
                          <a:pt x="0" y="0"/>
                        </a:moveTo>
                        <a:cubicBezTo>
                          <a:pt x="144450" y="-12392"/>
                          <a:pt x="427337" y="305"/>
                          <a:pt x="618307" y="0"/>
                        </a:cubicBezTo>
                        <a:cubicBezTo>
                          <a:pt x="809277" y="-305"/>
                          <a:pt x="1078885" y="8814"/>
                          <a:pt x="1269156" y="0"/>
                        </a:cubicBezTo>
                        <a:cubicBezTo>
                          <a:pt x="1459427" y="-8814"/>
                          <a:pt x="1722292" y="-25341"/>
                          <a:pt x="1952548" y="0"/>
                        </a:cubicBezTo>
                        <a:cubicBezTo>
                          <a:pt x="2182804" y="25341"/>
                          <a:pt x="2398437" y="-22277"/>
                          <a:pt x="2635940" y="0"/>
                        </a:cubicBezTo>
                        <a:cubicBezTo>
                          <a:pt x="2873443" y="22277"/>
                          <a:pt x="3033770" y="159"/>
                          <a:pt x="3254247" y="0"/>
                        </a:cubicBezTo>
                        <a:cubicBezTo>
                          <a:pt x="3253538" y="8157"/>
                          <a:pt x="3253834" y="12125"/>
                          <a:pt x="3254247" y="18288"/>
                        </a:cubicBezTo>
                        <a:cubicBezTo>
                          <a:pt x="2959973" y="-3940"/>
                          <a:pt x="2715651" y="17499"/>
                          <a:pt x="2538313" y="18288"/>
                        </a:cubicBezTo>
                        <a:cubicBezTo>
                          <a:pt x="2360975" y="19077"/>
                          <a:pt x="2071193" y="10564"/>
                          <a:pt x="1822378" y="18288"/>
                        </a:cubicBezTo>
                        <a:cubicBezTo>
                          <a:pt x="1573564" y="26012"/>
                          <a:pt x="1460056" y="11360"/>
                          <a:pt x="1171529" y="18288"/>
                        </a:cubicBezTo>
                        <a:cubicBezTo>
                          <a:pt x="883002" y="25216"/>
                          <a:pt x="556569" y="57254"/>
                          <a:pt x="0" y="18288"/>
                        </a:cubicBezTo>
                        <a:cubicBezTo>
                          <a:pt x="-46" y="12483"/>
                          <a:pt x="-203" y="6491"/>
                          <a:pt x="0" y="0"/>
                        </a:cubicBezTo>
                        <a:close/>
                      </a:path>
                      <a:path w="3254247" h="18288" stroke="0" extrusionOk="0">
                        <a:moveTo>
                          <a:pt x="0" y="0"/>
                        </a:moveTo>
                        <a:cubicBezTo>
                          <a:pt x="245716" y="-28411"/>
                          <a:pt x="413361" y="22670"/>
                          <a:pt x="618307" y="0"/>
                        </a:cubicBezTo>
                        <a:cubicBezTo>
                          <a:pt x="823253" y="-22670"/>
                          <a:pt x="907327" y="17544"/>
                          <a:pt x="1171529" y="0"/>
                        </a:cubicBezTo>
                        <a:cubicBezTo>
                          <a:pt x="1435731" y="-17544"/>
                          <a:pt x="1714065" y="-34404"/>
                          <a:pt x="1887463" y="0"/>
                        </a:cubicBezTo>
                        <a:cubicBezTo>
                          <a:pt x="2060861" y="34404"/>
                          <a:pt x="2348517" y="24017"/>
                          <a:pt x="2505770" y="0"/>
                        </a:cubicBezTo>
                        <a:cubicBezTo>
                          <a:pt x="2663023" y="-24017"/>
                          <a:pt x="3030962" y="-27792"/>
                          <a:pt x="3254247" y="0"/>
                        </a:cubicBezTo>
                        <a:cubicBezTo>
                          <a:pt x="3253983" y="4493"/>
                          <a:pt x="3254631" y="9472"/>
                          <a:pt x="3254247" y="18288"/>
                        </a:cubicBezTo>
                        <a:cubicBezTo>
                          <a:pt x="2934372" y="-7513"/>
                          <a:pt x="2749175" y="38681"/>
                          <a:pt x="2603398" y="18288"/>
                        </a:cubicBezTo>
                        <a:cubicBezTo>
                          <a:pt x="2457621" y="-2105"/>
                          <a:pt x="2184707" y="10633"/>
                          <a:pt x="1887463" y="18288"/>
                        </a:cubicBezTo>
                        <a:cubicBezTo>
                          <a:pt x="1590219" y="25943"/>
                          <a:pt x="1494607" y="28003"/>
                          <a:pt x="1334241" y="18288"/>
                        </a:cubicBezTo>
                        <a:cubicBezTo>
                          <a:pt x="1173875" y="8573"/>
                          <a:pt x="962016" y="17971"/>
                          <a:pt x="683392" y="18288"/>
                        </a:cubicBezTo>
                        <a:cubicBezTo>
                          <a:pt x="404768" y="18605"/>
                          <a:pt x="256873" y="5009"/>
                          <a:pt x="0" y="18288"/>
                        </a:cubicBezTo>
                        <a:cubicBezTo>
                          <a:pt x="843" y="9577"/>
                          <a:pt x="371" y="690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diagram&#10;&#10;Description automatically generated">
            <a:extLst>
              <a:ext uri="{FF2B5EF4-FFF2-40B4-BE49-F238E27FC236}">
                <a16:creationId xmlns:a16="http://schemas.microsoft.com/office/drawing/2014/main" id="{D13EF0FB-2A0F-BFF4-814A-4B6961D2A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091" y="162000"/>
            <a:ext cx="7920000" cy="653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937611-37B0-4460-D3E9-E341428D65ED}"/>
              </a:ext>
            </a:extLst>
          </p:cNvPr>
          <p:cNvSpPr txBox="1"/>
          <p:nvPr/>
        </p:nvSpPr>
        <p:spPr>
          <a:xfrm>
            <a:off x="9334772" y="5877272"/>
            <a:ext cx="720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Sum= 74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028673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638714" y="417576"/>
            <a:ext cx="10906799" cy="1249394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en-GB" sz="5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Importance Rating Table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6710" y="1733454"/>
            <a:ext cx="4570809" cy="18288"/>
          </a:xfrm>
          <a:custGeom>
            <a:avLst/>
            <a:gdLst>
              <a:gd name="connsiteX0" fmla="*/ 0 w 4570809"/>
              <a:gd name="connsiteY0" fmla="*/ 0 h 18288"/>
              <a:gd name="connsiteX1" fmla="*/ 515848 w 4570809"/>
              <a:gd name="connsiteY1" fmla="*/ 0 h 18288"/>
              <a:gd name="connsiteX2" fmla="*/ 1031697 w 4570809"/>
              <a:gd name="connsiteY2" fmla="*/ 0 h 18288"/>
              <a:gd name="connsiteX3" fmla="*/ 1638962 w 4570809"/>
              <a:gd name="connsiteY3" fmla="*/ 0 h 18288"/>
              <a:gd name="connsiteX4" fmla="*/ 2383350 w 4570809"/>
              <a:gd name="connsiteY4" fmla="*/ 0 h 18288"/>
              <a:gd name="connsiteX5" fmla="*/ 2944907 w 4570809"/>
              <a:gd name="connsiteY5" fmla="*/ 0 h 18288"/>
              <a:gd name="connsiteX6" fmla="*/ 3506463 w 4570809"/>
              <a:gd name="connsiteY6" fmla="*/ 0 h 18288"/>
              <a:gd name="connsiteX7" fmla="*/ 4570809 w 4570809"/>
              <a:gd name="connsiteY7" fmla="*/ 0 h 18288"/>
              <a:gd name="connsiteX8" fmla="*/ 4570809 w 4570809"/>
              <a:gd name="connsiteY8" fmla="*/ 18288 h 18288"/>
              <a:gd name="connsiteX9" fmla="*/ 3872128 w 4570809"/>
              <a:gd name="connsiteY9" fmla="*/ 18288 h 18288"/>
              <a:gd name="connsiteX10" fmla="*/ 3310572 w 4570809"/>
              <a:gd name="connsiteY10" fmla="*/ 18288 h 18288"/>
              <a:gd name="connsiteX11" fmla="*/ 2749015 w 4570809"/>
              <a:gd name="connsiteY11" fmla="*/ 18288 h 18288"/>
              <a:gd name="connsiteX12" fmla="*/ 2050334 w 4570809"/>
              <a:gd name="connsiteY12" fmla="*/ 18288 h 18288"/>
              <a:gd name="connsiteX13" fmla="*/ 1305945 w 4570809"/>
              <a:gd name="connsiteY13" fmla="*/ 18288 h 18288"/>
              <a:gd name="connsiteX14" fmla="*/ 790097 w 4570809"/>
              <a:gd name="connsiteY14" fmla="*/ 18288 h 18288"/>
              <a:gd name="connsiteX15" fmla="*/ 0 w 4570809"/>
              <a:gd name="connsiteY15" fmla="*/ 18288 h 18288"/>
              <a:gd name="connsiteX16" fmla="*/ 0 w 4570809"/>
              <a:gd name="connsiteY16" fmla="*/ 0 h 18288"/>
              <a:gd name="connsiteX0" fmla="*/ 0 w 4570809"/>
              <a:gd name="connsiteY0" fmla="*/ 0 h 18288"/>
              <a:gd name="connsiteX1" fmla="*/ 561557 w 4570809"/>
              <a:gd name="connsiteY1" fmla="*/ 0 h 18288"/>
              <a:gd name="connsiteX2" fmla="*/ 1077405 w 4570809"/>
              <a:gd name="connsiteY2" fmla="*/ 0 h 18288"/>
              <a:gd name="connsiteX3" fmla="*/ 1638962 w 4570809"/>
              <a:gd name="connsiteY3" fmla="*/ 0 h 18288"/>
              <a:gd name="connsiteX4" fmla="*/ 2291934 w 4570809"/>
              <a:gd name="connsiteY4" fmla="*/ 0 h 18288"/>
              <a:gd name="connsiteX5" fmla="*/ 2990615 w 4570809"/>
              <a:gd name="connsiteY5" fmla="*/ 0 h 18288"/>
              <a:gd name="connsiteX6" fmla="*/ 3735004 w 4570809"/>
              <a:gd name="connsiteY6" fmla="*/ 0 h 18288"/>
              <a:gd name="connsiteX7" fmla="*/ 4570809 w 4570809"/>
              <a:gd name="connsiteY7" fmla="*/ 0 h 18288"/>
              <a:gd name="connsiteX8" fmla="*/ 4570809 w 4570809"/>
              <a:gd name="connsiteY8" fmla="*/ 18288 h 18288"/>
              <a:gd name="connsiteX9" fmla="*/ 3872128 w 4570809"/>
              <a:gd name="connsiteY9" fmla="*/ 18288 h 18288"/>
              <a:gd name="connsiteX10" fmla="*/ 3127739 w 4570809"/>
              <a:gd name="connsiteY10" fmla="*/ 18288 h 18288"/>
              <a:gd name="connsiteX11" fmla="*/ 2383350 w 4570809"/>
              <a:gd name="connsiteY11" fmla="*/ 18288 h 18288"/>
              <a:gd name="connsiteX12" fmla="*/ 1867502 w 4570809"/>
              <a:gd name="connsiteY12" fmla="*/ 18288 h 18288"/>
              <a:gd name="connsiteX13" fmla="*/ 1168821 w 4570809"/>
              <a:gd name="connsiteY13" fmla="*/ 18288 h 18288"/>
              <a:gd name="connsiteX14" fmla="*/ 561557 w 4570809"/>
              <a:gd name="connsiteY14" fmla="*/ 18288 h 18288"/>
              <a:gd name="connsiteX15" fmla="*/ 0 w 4570809"/>
              <a:gd name="connsiteY15" fmla="*/ 18288 h 18288"/>
              <a:gd name="connsiteX16" fmla="*/ 0 w 457080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0809" h="18288" fill="none" extrusionOk="0">
                <a:moveTo>
                  <a:pt x="0" y="0"/>
                </a:moveTo>
                <a:cubicBezTo>
                  <a:pt x="115677" y="41419"/>
                  <a:pt x="349148" y="-9394"/>
                  <a:pt x="515848" y="0"/>
                </a:cubicBezTo>
                <a:cubicBezTo>
                  <a:pt x="654093" y="-5345"/>
                  <a:pt x="905379" y="-36067"/>
                  <a:pt x="1031697" y="0"/>
                </a:cubicBezTo>
                <a:cubicBezTo>
                  <a:pt x="1144872" y="-32308"/>
                  <a:pt x="1411779" y="-58247"/>
                  <a:pt x="1638962" y="0"/>
                </a:cubicBezTo>
                <a:cubicBezTo>
                  <a:pt x="1830212" y="-10771"/>
                  <a:pt x="2108641" y="-1729"/>
                  <a:pt x="2383350" y="0"/>
                </a:cubicBezTo>
                <a:cubicBezTo>
                  <a:pt x="2647425" y="-19134"/>
                  <a:pt x="2677762" y="-3537"/>
                  <a:pt x="2944907" y="0"/>
                </a:cubicBezTo>
                <a:cubicBezTo>
                  <a:pt x="3220811" y="-14210"/>
                  <a:pt x="3276808" y="-14917"/>
                  <a:pt x="3506463" y="0"/>
                </a:cubicBezTo>
                <a:cubicBezTo>
                  <a:pt x="3743862" y="-6458"/>
                  <a:pt x="4127115" y="-11020"/>
                  <a:pt x="4570809" y="0"/>
                </a:cubicBezTo>
                <a:cubicBezTo>
                  <a:pt x="4571629" y="9023"/>
                  <a:pt x="4570293" y="9538"/>
                  <a:pt x="4570809" y="18288"/>
                </a:cubicBezTo>
                <a:cubicBezTo>
                  <a:pt x="4350076" y="25519"/>
                  <a:pt x="4217443" y="-12983"/>
                  <a:pt x="3872128" y="18288"/>
                </a:cubicBezTo>
                <a:cubicBezTo>
                  <a:pt x="3541831" y="45840"/>
                  <a:pt x="3590446" y="32112"/>
                  <a:pt x="3310572" y="18288"/>
                </a:cubicBezTo>
                <a:cubicBezTo>
                  <a:pt x="3044821" y="10138"/>
                  <a:pt x="2995206" y="12947"/>
                  <a:pt x="2749015" y="18288"/>
                </a:cubicBezTo>
                <a:cubicBezTo>
                  <a:pt x="2477783" y="53671"/>
                  <a:pt x="2331069" y="62089"/>
                  <a:pt x="2050334" y="18288"/>
                </a:cubicBezTo>
                <a:cubicBezTo>
                  <a:pt x="1801080" y="2005"/>
                  <a:pt x="1664211" y="12525"/>
                  <a:pt x="1305945" y="18288"/>
                </a:cubicBezTo>
                <a:cubicBezTo>
                  <a:pt x="931319" y="16043"/>
                  <a:pt x="991741" y="32959"/>
                  <a:pt x="790097" y="18288"/>
                </a:cubicBezTo>
                <a:cubicBezTo>
                  <a:pt x="570610" y="-25423"/>
                  <a:pt x="273563" y="25900"/>
                  <a:pt x="0" y="18288"/>
                </a:cubicBezTo>
                <a:cubicBezTo>
                  <a:pt x="599" y="14243"/>
                  <a:pt x="272" y="6133"/>
                  <a:pt x="0" y="0"/>
                </a:cubicBezTo>
                <a:close/>
              </a:path>
              <a:path w="4570809" h="18288" stroke="0" extrusionOk="0">
                <a:moveTo>
                  <a:pt x="0" y="0"/>
                </a:moveTo>
                <a:cubicBezTo>
                  <a:pt x="180418" y="-42887"/>
                  <a:pt x="366429" y="-6052"/>
                  <a:pt x="561557" y="0"/>
                </a:cubicBezTo>
                <a:cubicBezTo>
                  <a:pt x="770104" y="-2037"/>
                  <a:pt x="912138" y="-3635"/>
                  <a:pt x="1077405" y="0"/>
                </a:cubicBezTo>
                <a:cubicBezTo>
                  <a:pt x="1242589" y="12576"/>
                  <a:pt x="1424335" y="-7452"/>
                  <a:pt x="1638962" y="0"/>
                </a:cubicBezTo>
                <a:cubicBezTo>
                  <a:pt x="1828268" y="-32379"/>
                  <a:pt x="2129522" y="10215"/>
                  <a:pt x="2291934" y="0"/>
                </a:cubicBezTo>
                <a:cubicBezTo>
                  <a:pt x="2477442" y="27448"/>
                  <a:pt x="2740328" y="-4281"/>
                  <a:pt x="2990615" y="0"/>
                </a:cubicBezTo>
                <a:cubicBezTo>
                  <a:pt x="3182340" y="64080"/>
                  <a:pt x="3449821" y="-35915"/>
                  <a:pt x="3735004" y="0"/>
                </a:cubicBezTo>
                <a:cubicBezTo>
                  <a:pt x="4040117" y="74754"/>
                  <a:pt x="4311039" y="20970"/>
                  <a:pt x="4570809" y="0"/>
                </a:cubicBezTo>
                <a:cubicBezTo>
                  <a:pt x="4569748" y="6404"/>
                  <a:pt x="4571135" y="11682"/>
                  <a:pt x="4570809" y="18288"/>
                </a:cubicBezTo>
                <a:cubicBezTo>
                  <a:pt x="4398230" y="52866"/>
                  <a:pt x="4149396" y="17457"/>
                  <a:pt x="3872128" y="18288"/>
                </a:cubicBezTo>
                <a:cubicBezTo>
                  <a:pt x="3561523" y="54249"/>
                  <a:pt x="3395392" y="12221"/>
                  <a:pt x="3127739" y="18288"/>
                </a:cubicBezTo>
                <a:cubicBezTo>
                  <a:pt x="2889067" y="5965"/>
                  <a:pt x="2694976" y="27079"/>
                  <a:pt x="2383350" y="18288"/>
                </a:cubicBezTo>
                <a:cubicBezTo>
                  <a:pt x="2101675" y="2080"/>
                  <a:pt x="2103589" y="9588"/>
                  <a:pt x="1867502" y="18288"/>
                </a:cubicBezTo>
                <a:cubicBezTo>
                  <a:pt x="1646551" y="-5113"/>
                  <a:pt x="1479338" y="21498"/>
                  <a:pt x="1168821" y="18288"/>
                </a:cubicBezTo>
                <a:cubicBezTo>
                  <a:pt x="883790" y="21835"/>
                  <a:pt x="830223" y="2490"/>
                  <a:pt x="561557" y="18288"/>
                </a:cubicBezTo>
                <a:cubicBezTo>
                  <a:pt x="288311" y="40157"/>
                  <a:pt x="244466" y="16248"/>
                  <a:pt x="0" y="18288"/>
                </a:cubicBezTo>
                <a:cubicBezTo>
                  <a:pt x="449" y="10536"/>
                  <a:pt x="-339" y="8270"/>
                  <a:pt x="0" y="0"/>
                </a:cubicBezTo>
                <a:close/>
              </a:path>
              <a:path w="4570809" h="18288" fill="none" stroke="0" extrusionOk="0">
                <a:moveTo>
                  <a:pt x="0" y="0"/>
                </a:moveTo>
                <a:cubicBezTo>
                  <a:pt x="114856" y="19040"/>
                  <a:pt x="345668" y="4980"/>
                  <a:pt x="515848" y="0"/>
                </a:cubicBezTo>
                <a:cubicBezTo>
                  <a:pt x="654033" y="-20618"/>
                  <a:pt x="886742" y="-7733"/>
                  <a:pt x="1031697" y="0"/>
                </a:cubicBezTo>
                <a:cubicBezTo>
                  <a:pt x="1203202" y="-5727"/>
                  <a:pt x="1412628" y="-2103"/>
                  <a:pt x="1638962" y="0"/>
                </a:cubicBezTo>
                <a:cubicBezTo>
                  <a:pt x="1876857" y="39223"/>
                  <a:pt x="2156958" y="33098"/>
                  <a:pt x="2383350" y="0"/>
                </a:cubicBezTo>
                <a:cubicBezTo>
                  <a:pt x="2645367" y="-14615"/>
                  <a:pt x="2676303" y="-3387"/>
                  <a:pt x="2944907" y="0"/>
                </a:cubicBezTo>
                <a:cubicBezTo>
                  <a:pt x="3208386" y="-17984"/>
                  <a:pt x="3273582" y="-14964"/>
                  <a:pt x="3506463" y="0"/>
                </a:cubicBezTo>
                <a:cubicBezTo>
                  <a:pt x="3771854" y="26834"/>
                  <a:pt x="4092981" y="-29994"/>
                  <a:pt x="4570809" y="0"/>
                </a:cubicBezTo>
                <a:cubicBezTo>
                  <a:pt x="4571608" y="8810"/>
                  <a:pt x="4570357" y="9090"/>
                  <a:pt x="4570809" y="18288"/>
                </a:cubicBezTo>
                <a:cubicBezTo>
                  <a:pt x="4369238" y="31076"/>
                  <a:pt x="4185958" y="-19112"/>
                  <a:pt x="3872128" y="18288"/>
                </a:cubicBezTo>
                <a:cubicBezTo>
                  <a:pt x="3541604" y="34134"/>
                  <a:pt x="3593712" y="25482"/>
                  <a:pt x="3310572" y="18288"/>
                </a:cubicBezTo>
                <a:cubicBezTo>
                  <a:pt x="3041163" y="10316"/>
                  <a:pt x="2981288" y="6889"/>
                  <a:pt x="2749015" y="18288"/>
                </a:cubicBezTo>
                <a:cubicBezTo>
                  <a:pt x="2512062" y="26900"/>
                  <a:pt x="2299380" y="49256"/>
                  <a:pt x="2050334" y="18288"/>
                </a:cubicBezTo>
                <a:cubicBezTo>
                  <a:pt x="1771692" y="2255"/>
                  <a:pt x="1672022" y="33417"/>
                  <a:pt x="1305945" y="18288"/>
                </a:cubicBezTo>
                <a:cubicBezTo>
                  <a:pt x="944075" y="5754"/>
                  <a:pt x="995761" y="17935"/>
                  <a:pt x="790097" y="18288"/>
                </a:cubicBezTo>
                <a:cubicBezTo>
                  <a:pt x="569767" y="-32319"/>
                  <a:pt x="312305" y="-43205"/>
                  <a:pt x="0" y="18288"/>
                </a:cubicBezTo>
                <a:cubicBezTo>
                  <a:pt x="-355" y="12955"/>
                  <a:pt x="-634" y="61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4570809"/>
                      <a:gd name="connsiteY0" fmla="*/ 0 h 18288"/>
                      <a:gd name="connsiteX1" fmla="*/ 515848 w 4570809"/>
                      <a:gd name="connsiteY1" fmla="*/ 0 h 18288"/>
                      <a:gd name="connsiteX2" fmla="*/ 1031697 w 4570809"/>
                      <a:gd name="connsiteY2" fmla="*/ 0 h 18288"/>
                      <a:gd name="connsiteX3" fmla="*/ 1638962 w 4570809"/>
                      <a:gd name="connsiteY3" fmla="*/ 0 h 18288"/>
                      <a:gd name="connsiteX4" fmla="*/ 2383350 w 4570809"/>
                      <a:gd name="connsiteY4" fmla="*/ 0 h 18288"/>
                      <a:gd name="connsiteX5" fmla="*/ 2944907 w 4570809"/>
                      <a:gd name="connsiteY5" fmla="*/ 0 h 18288"/>
                      <a:gd name="connsiteX6" fmla="*/ 3506463 w 4570809"/>
                      <a:gd name="connsiteY6" fmla="*/ 0 h 18288"/>
                      <a:gd name="connsiteX7" fmla="*/ 4570809 w 4570809"/>
                      <a:gd name="connsiteY7" fmla="*/ 0 h 18288"/>
                      <a:gd name="connsiteX8" fmla="*/ 4570809 w 4570809"/>
                      <a:gd name="connsiteY8" fmla="*/ 18288 h 18288"/>
                      <a:gd name="connsiteX9" fmla="*/ 3872128 w 4570809"/>
                      <a:gd name="connsiteY9" fmla="*/ 18288 h 18288"/>
                      <a:gd name="connsiteX10" fmla="*/ 3310572 w 4570809"/>
                      <a:gd name="connsiteY10" fmla="*/ 18288 h 18288"/>
                      <a:gd name="connsiteX11" fmla="*/ 2749015 w 4570809"/>
                      <a:gd name="connsiteY11" fmla="*/ 18288 h 18288"/>
                      <a:gd name="connsiteX12" fmla="*/ 2050334 w 4570809"/>
                      <a:gd name="connsiteY12" fmla="*/ 18288 h 18288"/>
                      <a:gd name="connsiteX13" fmla="*/ 1305945 w 4570809"/>
                      <a:gd name="connsiteY13" fmla="*/ 18288 h 18288"/>
                      <a:gd name="connsiteX14" fmla="*/ 790097 w 4570809"/>
                      <a:gd name="connsiteY14" fmla="*/ 18288 h 18288"/>
                      <a:gd name="connsiteX15" fmla="*/ 0 w 4570809"/>
                      <a:gd name="connsiteY15" fmla="*/ 18288 h 18288"/>
                      <a:gd name="connsiteX16" fmla="*/ 0 w 4570809"/>
                      <a:gd name="connsiteY1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570809" h="18288" fill="none" extrusionOk="0">
                        <a:moveTo>
                          <a:pt x="0" y="0"/>
                        </a:moveTo>
                        <a:cubicBezTo>
                          <a:pt x="130589" y="11804"/>
                          <a:pt x="357796" y="18988"/>
                          <a:pt x="515848" y="0"/>
                        </a:cubicBezTo>
                        <a:cubicBezTo>
                          <a:pt x="673900" y="-18988"/>
                          <a:pt x="898050" y="-13988"/>
                          <a:pt x="1031697" y="0"/>
                        </a:cubicBezTo>
                        <a:cubicBezTo>
                          <a:pt x="1165344" y="13988"/>
                          <a:pt x="1434010" y="-13084"/>
                          <a:pt x="1638962" y="0"/>
                        </a:cubicBezTo>
                        <a:cubicBezTo>
                          <a:pt x="1843914" y="13084"/>
                          <a:pt x="2124864" y="16367"/>
                          <a:pt x="2383350" y="0"/>
                        </a:cubicBezTo>
                        <a:cubicBezTo>
                          <a:pt x="2641836" y="-16367"/>
                          <a:pt x="2676823" y="5102"/>
                          <a:pt x="2944907" y="0"/>
                        </a:cubicBezTo>
                        <a:cubicBezTo>
                          <a:pt x="3212991" y="-5102"/>
                          <a:pt x="3275382" y="-18192"/>
                          <a:pt x="3506463" y="0"/>
                        </a:cubicBezTo>
                        <a:cubicBezTo>
                          <a:pt x="3737544" y="18192"/>
                          <a:pt x="4144455" y="-14394"/>
                          <a:pt x="4570809" y="0"/>
                        </a:cubicBezTo>
                        <a:cubicBezTo>
                          <a:pt x="4571704" y="8974"/>
                          <a:pt x="4570263" y="9359"/>
                          <a:pt x="4570809" y="18288"/>
                        </a:cubicBezTo>
                        <a:cubicBezTo>
                          <a:pt x="4364577" y="38638"/>
                          <a:pt x="4201392" y="-7009"/>
                          <a:pt x="3872128" y="18288"/>
                        </a:cubicBezTo>
                        <a:cubicBezTo>
                          <a:pt x="3542864" y="43585"/>
                          <a:pt x="3583378" y="28341"/>
                          <a:pt x="3310572" y="18288"/>
                        </a:cubicBezTo>
                        <a:cubicBezTo>
                          <a:pt x="3037766" y="8235"/>
                          <a:pt x="2991030" y="9559"/>
                          <a:pt x="2749015" y="18288"/>
                        </a:cubicBezTo>
                        <a:cubicBezTo>
                          <a:pt x="2507000" y="27017"/>
                          <a:pt x="2304636" y="41089"/>
                          <a:pt x="2050334" y="18288"/>
                        </a:cubicBezTo>
                        <a:cubicBezTo>
                          <a:pt x="1796032" y="-4513"/>
                          <a:pt x="1668822" y="25068"/>
                          <a:pt x="1305945" y="18288"/>
                        </a:cubicBezTo>
                        <a:cubicBezTo>
                          <a:pt x="943068" y="11508"/>
                          <a:pt x="993706" y="30281"/>
                          <a:pt x="790097" y="18288"/>
                        </a:cubicBezTo>
                        <a:cubicBezTo>
                          <a:pt x="586488" y="6295"/>
                          <a:pt x="306699" y="-17432"/>
                          <a:pt x="0" y="18288"/>
                        </a:cubicBezTo>
                        <a:cubicBezTo>
                          <a:pt x="-229" y="14222"/>
                          <a:pt x="509" y="5816"/>
                          <a:pt x="0" y="0"/>
                        </a:cubicBezTo>
                        <a:close/>
                      </a:path>
                      <a:path w="4570809" h="18288" stroke="0" extrusionOk="0">
                        <a:moveTo>
                          <a:pt x="0" y="0"/>
                        </a:moveTo>
                        <a:cubicBezTo>
                          <a:pt x="152532" y="-2364"/>
                          <a:pt x="357923" y="1427"/>
                          <a:pt x="561557" y="0"/>
                        </a:cubicBezTo>
                        <a:cubicBezTo>
                          <a:pt x="765191" y="-1427"/>
                          <a:pt x="918920" y="-15661"/>
                          <a:pt x="1077405" y="0"/>
                        </a:cubicBezTo>
                        <a:cubicBezTo>
                          <a:pt x="1235890" y="15661"/>
                          <a:pt x="1460747" y="11963"/>
                          <a:pt x="1638962" y="0"/>
                        </a:cubicBezTo>
                        <a:cubicBezTo>
                          <a:pt x="1817177" y="-11963"/>
                          <a:pt x="2125574" y="8824"/>
                          <a:pt x="2291934" y="0"/>
                        </a:cubicBezTo>
                        <a:cubicBezTo>
                          <a:pt x="2458294" y="-8824"/>
                          <a:pt x="2784153" y="-12947"/>
                          <a:pt x="2990615" y="0"/>
                        </a:cubicBezTo>
                        <a:cubicBezTo>
                          <a:pt x="3197077" y="12947"/>
                          <a:pt x="3428629" y="-16296"/>
                          <a:pt x="3735004" y="0"/>
                        </a:cubicBezTo>
                        <a:cubicBezTo>
                          <a:pt x="4041379" y="16296"/>
                          <a:pt x="4318160" y="-6098"/>
                          <a:pt x="4570809" y="0"/>
                        </a:cubicBezTo>
                        <a:cubicBezTo>
                          <a:pt x="4570354" y="6162"/>
                          <a:pt x="4570712" y="11775"/>
                          <a:pt x="4570809" y="18288"/>
                        </a:cubicBezTo>
                        <a:cubicBezTo>
                          <a:pt x="4396028" y="40170"/>
                          <a:pt x="4132994" y="11222"/>
                          <a:pt x="3872128" y="18288"/>
                        </a:cubicBezTo>
                        <a:cubicBezTo>
                          <a:pt x="3611262" y="25354"/>
                          <a:pt x="3374891" y="17697"/>
                          <a:pt x="3127739" y="18288"/>
                        </a:cubicBezTo>
                        <a:cubicBezTo>
                          <a:pt x="2880587" y="18879"/>
                          <a:pt x="2664411" y="34935"/>
                          <a:pt x="2383350" y="18288"/>
                        </a:cubicBezTo>
                        <a:cubicBezTo>
                          <a:pt x="2102289" y="1641"/>
                          <a:pt x="2103614" y="8588"/>
                          <a:pt x="1867502" y="18288"/>
                        </a:cubicBezTo>
                        <a:cubicBezTo>
                          <a:pt x="1631390" y="27988"/>
                          <a:pt x="1460355" y="24402"/>
                          <a:pt x="1168821" y="18288"/>
                        </a:cubicBezTo>
                        <a:cubicBezTo>
                          <a:pt x="877287" y="12174"/>
                          <a:pt x="832023" y="-2656"/>
                          <a:pt x="561557" y="18288"/>
                        </a:cubicBezTo>
                        <a:cubicBezTo>
                          <a:pt x="291091" y="39232"/>
                          <a:pt x="243289" y="14072"/>
                          <a:pt x="0" y="18288"/>
                        </a:cubicBezTo>
                        <a:cubicBezTo>
                          <a:pt x="766" y="10800"/>
                          <a:pt x="-457" y="818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3"/>
          <p:cNvSpPr txBox="1"/>
          <p:nvPr/>
        </p:nvSpPr>
        <p:spPr>
          <a:xfrm>
            <a:off x="1891807" y="1699076"/>
            <a:ext cx="886737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en-GB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85C133-531F-453F-AEE0-0D33B09EF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397812"/>
              </p:ext>
            </p:extLst>
          </p:nvPr>
        </p:nvGraphicFramePr>
        <p:xfrm>
          <a:off x="1645492" y="2564904"/>
          <a:ext cx="9359999" cy="3586355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463198">
                  <a:extLst>
                    <a:ext uri="{9D8B030D-6E8A-4147-A177-3AD203B41FA5}">
                      <a16:colId xmlns:a16="http://schemas.microsoft.com/office/drawing/2014/main" val="2357166394"/>
                    </a:ext>
                  </a:extLst>
                </a:gridCol>
                <a:gridCol w="4049512">
                  <a:extLst>
                    <a:ext uri="{9D8B030D-6E8A-4147-A177-3AD203B41FA5}">
                      <a16:colId xmlns:a16="http://schemas.microsoft.com/office/drawing/2014/main" val="2146660079"/>
                    </a:ext>
                  </a:extLst>
                </a:gridCol>
                <a:gridCol w="3847289">
                  <a:extLst>
                    <a:ext uri="{9D8B030D-6E8A-4147-A177-3AD203B41FA5}">
                      <a16:colId xmlns:a16="http://schemas.microsoft.com/office/drawing/2014/main" val="552938948"/>
                    </a:ext>
                  </a:extLst>
                </a:gridCol>
              </a:tblGrid>
              <a:tr h="3871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kern="100" cap="none" spc="60">
                          <a:solidFill>
                            <a:schemeClr val="bg1"/>
                          </a:solidFill>
                          <a:effectLst/>
                        </a:rPr>
                        <a:t>Rank</a:t>
                      </a:r>
                      <a:endParaRPr lang="en-US" sz="1700" b="0" kern="100" cap="none" spc="6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kern="100" cap="none" spc="60" dirty="0">
                          <a:solidFill>
                            <a:schemeClr val="bg1"/>
                          </a:solidFill>
                          <a:effectLst/>
                        </a:rPr>
                        <a:t>Functional Requirement</a:t>
                      </a:r>
                      <a:endParaRPr lang="en-US" sz="1700" b="0" kern="100" cap="none" spc="6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kern="100" cap="none" spc="60">
                          <a:solidFill>
                            <a:schemeClr val="bg1"/>
                          </a:solidFill>
                          <a:effectLst/>
                        </a:rPr>
                        <a:t>Importance Rating (%)</a:t>
                      </a:r>
                      <a:endParaRPr lang="en-US" sz="1700" b="0" kern="100" cap="none" spc="6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3044225889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Design of Components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150556066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Pulley System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1242525310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Cutter Sharpness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1504483752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Manufacturing Cost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4178765233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Rope Strength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1028910897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Strength of Main Body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1645274967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Cutter Material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3108087328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Life Cycle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3220275096"/>
                  </a:ext>
                </a:extLst>
              </a:tr>
              <a:tr h="3554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>
                          <a:solidFill>
                            <a:schemeClr val="tx1"/>
                          </a:solidFill>
                          <a:effectLst/>
                        </a:rPr>
                        <a:t>Operational Cost</a:t>
                      </a:r>
                      <a:endParaRPr lang="en-US" sz="1500" kern="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500" kern="1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633" marR="125633" marT="95392" marB="0" anchor="ctr"/>
                </a:tc>
                <a:extLst>
                  <a:ext uri="{0D108BD9-81ED-4DB2-BD59-A6C34878D82A}">
                    <a16:rowId xmlns:a16="http://schemas.microsoft.com/office/drawing/2014/main" val="74928329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134" y="0"/>
            <a:ext cx="9960556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371" y="0"/>
            <a:ext cx="994608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69B9E-8482-4FFF-9DD8-70AD3A5C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606" y="1999615"/>
            <a:ext cx="9141618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7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Functional Decomposition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7591" y="5524786"/>
            <a:ext cx="4753642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099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88825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A3A53-2897-450D-83BB-DA75028C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87" y="643467"/>
            <a:ext cx="1120800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Black Box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A94B5-B9F4-4046-AC76-F7B0E1CD205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6023" y="1675227"/>
            <a:ext cx="7536778" cy="4394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95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88825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A3A53-2897-450D-83BB-DA75028C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87" y="643467"/>
            <a:ext cx="1120800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Component Hierarchy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6290F1-04D4-40E7-B1F1-D3394C9B0C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5337" y="1675227"/>
            <a:ext cx="5878150" cy="4394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8034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88825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A3A53-2897-450D-83BB-DA75028C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87" y="643467"/>
            <a:ext cx="1120800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Cluster Function Structure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4F607A-19A2-4686-969B-89A80F7B579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6226" y="1675227"/>
            <a:ext cx="4436371" cy="4394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3901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919A5A-C932-8F74-BD92-866EE5FA346A}"/>
              </a:ext>
            </a:extLst>
          </p:cNvPr>
          <p:cNvSpPr txBox="1"/>
          <p:nvPr/>
        </p:nvSpPr>
        <p:spPr>
          <a:xfrm>
            <a:off x="3031969" y="426119"/>
            <a:ext cx="61248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Motion Study </a:t>
            </a:r>
          </a:p>
        </p:txBody>
      </p:sp>
      <p:pic>
        <p:nvPicPr>
          <p:cNvPr id="3" name="Bamboo Cutting Machine_2" descr="A green object with a black background&#10;&#10;Description automatically generated with medium confidence">
            <a:hlinkClick r:id="" action="ppaction://media"/>
            <a:extLst>
              <a:ext uri="{FF2B5EF4-FFF2-40B4-BE49-F238E27FC236}">
                <a16:creationId xmlns:a16="http://schemas.microsoft.com/office/drawing/2014/main" id="{31F2651D-C1F2-4BFA-4385-235C821429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196752"/>
            <a:ext cx="12188825" cy="509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62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88825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A3A53-2897-450D-83BB-DA75028C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87" y="643467"/>
            <a:ext cx="1120800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FAST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1A204-934D-823A-FC41-538FB2338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2" y="1700923"/>
            <a:ext cx="119253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27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520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C84AF-AF21-48ED-B1EE-AB016DDE1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945" y="4267832"/>
            <a:ext cx="4804745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Qualitative Analysis</a:t>
            </a:r>
          </a:p>
        </p:txBody>
      </p:sp>
      <p:pic>
        <p:nvPicPr>
          <p:cNvPr id="76" name="Graphic 35" descr="Bar chart">
            <a:extLst>
              <a:ext uri="{FF2B5EF4-FFF2-40B4-BE49-F238E27FC236}">
                <a16:creationId xmlns:a16="http://schemas.microsoft.com/office/drawing/2014/main" id="{F463D226-5E99-8D7D-72ED-E40B1DD25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381" y="1815859"/>
            <a:ext cx="4140681" cy="4140681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77" name="Group 4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1" y="-5977"/>
            <a:ext cx="6237049" cy="6863979"/>
            <a:chOff x="305" y="-5977"/>
            <a:chExt cx="6238675" cy="6863979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4485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841A2-AE6E-40B2-804B-579D7918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557190"/>
            <a:ext cx="10512862" cy="1840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of Parts</a:t>
            </a:r>
          </a:p>
        </p:txBody>
      </p:sp>
      <p:pic>
        <p:nvPicPr>
          <p:cNvPr id="5" name="Picture 4" descr="A metal piece with holes&#10;&#10;Description automatically generated">
            <a:extLst>
              <a:ext uri="{FF2B5EF4-FFF2-40B4-BE49-F238E27FC236}">
                <a16:creationId xmlns:a16="http://schemas.microsoft.com/office/drawing/2014/main" id="{EE0447D7-E347-417E-8E4B-95C76BA625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63" r="27037" b="2"/>
          <a:stretch/>
        </p:blipFill>
        <p:spPr>
          <a:xfrm>
            <a:off x="787941" y="2402055"/>
            <a:ext cx="2827128" cy="3746844"/>
          </a:xfrm>
          <a:prstGeom prst="rect">
            <a:avLst/>
          </a:prstGeom>
        </p:spPr>
      </p:pic>
      <p:pic>
        <p:nvPicPr>
          <p:cNvPr id="7" name="Picture 6" descr="A metal object with a handle&#10;&#10;Description automatically generated">
            <a:extLst>
              <a:ext uri="{FF2B5EF4-FFF2-40B4-BE49-F238E27FC236}">
                <a16:creationId xmlns:a16="http://schemas.microsoft.com/office/drawing/2014/main" id="{8876C37A-96BA-4C22-B590-E46907D076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60" r="29240" b="2"/>
          <a:stretch/>
        </p:blipFill>
        <p:spPr>
          <a:xfrm>
            <a:off x="4701316" y="2397200"/>
            <a:ext cx="2827129" cy="3751699"/>
          </a:xfrm>
          <a:prstGeom prst="rect">
            <a:avLst/>
          </a:prstGeom>
        </p:spPr>
      </p:pic>
      <p:pic>
        <p:nvPicPr>
          <p:cNvPr id="9" name="Picture 8" descr="A close-up of a ring&#10;&#10;Description automatically generated">
            <a:extLst>
              <a:ext uri="{FF2B5EF4-FFF2-40B4-BE49-F238E27FC236}">
                <a16:creationId xmlns:a16="http://schemas.microsoft.com/office/drawing/2014/main" id="{070E83CB-B23B-440B-8EE4-440A32A105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25" r="27275" b="2"/>
          <a:stretch/>
        </p:blipFill>
        <p:spPr>
          <a:xfrm>
            <a:off x="8614692" y="2397200"/>
            <a:ext cx="2827129" cy="37516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9A37AA-6BA4-43A8-BD45-5A0599158F4F}"/>
              </a:ext>
            </a:extLst>
          </p:cNvPr>
          <p:cNvSpPr txBox="1"/>
          <p:nvPr/>
        </p:nvSpPr>
        <p:spPr>
          <a:xfrm>
            <a:off x="787940" y="5764614"/>
            <a:ext cx="282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Pulley Holder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56F406-216D-4289-B0E4-9F0CB764923B}"/>
              </a:ext>
            </a:extLst>
          </p:cNvPr>
          <p:cNvSpPr txBox="1"/>
          <p:nvPr/>
        </p:nvSpPr>
        <p:spPr>
          <a:xfrm>
            <a:off x="4701316" y="5764614"/>
            <a:ext cx="280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Cutter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ADB096-E523-423C-92AF-FA953822CAB9}"/>
              </a:ext>
            </a:extLst>
          </p:cNvPr>
          <p:cNvSpPr txBox="1"/>
          <p:nvPr/>
        </p:nvSpPr>
        <p:spPr>
          <a:xfrm>
            <a:off x="8628961" y="5779567"/>
            <a:ext cx="281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V-Groove Bearing</a:t>
            </a:r>
          </a:p>
        </p:txBody>
      </p:sp>
    </p:spTree>
    <p:extLst>
      <p:ext uri="{BB962C8B-B14F-4D97-AF65-F5344CB8AC3E}">
        <p14:creationId xmlns:p14="http://schemas.microsoft.com/office/powerpoint/2010/main" val="1035005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841A2-AE6E-40B2-804B-579D7918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557190"/>
            <a:ext cx="10512862" cy="1840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of Parts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447D7-E347-417E-8E4B-95C76BA625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89" t="-695" r="26597" b="695"/>
          <a:stretch/>
        </p:blipFill>
        <p:spPr>
          <a:xfrm>
            <a:off x="602989" y="2558693"/>
            <a:ext cx="3240359" cy="3731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76C37A-96BA-4C22-B590-E46907D076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3" r="24631"/>
          <a:stretch/>
        </p:blipFill>
        <p:spPr>
          <a:xfrm>
            <a:off x="4599432" y="2568918"/>
            <a:ext cx="3403193" cy="37318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8FD2FA4-DC7D-4D50-A59F-57F21F49A90B}"/>
              </a:ext>
            </a:extLst>
          </p:cNvPr>
          <p:cNvSpPr txBox="1"/>
          <p:nvPr/>
        </p:nvSpPr>
        <p:spPr>
          <a:xfrm>
            <a:off x="602989" y="5921252"/>
            <a:ext cx="3240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Pulley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1C0003-AD49-4DD6-9564-F93BFBD5B77F}"/>
              </a:ext>
            </a:extLst>
          </p:cNvPr>
          <p:cNvSpPr txBox="1"/>
          <p:nvPr/>
        </p:nvSpPr>
        <p:spPr>
          <a:xfrm>
            <a:off x="4599431" y="5931477"/>
            <a:ext cx="3403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Rammer</a:t>
            </a:r>
          </a:p>
        </p:txBody>
      </p:sp>
      <p:pic>
        <p:nvPicPr>
          <p:cNvPr id="3" name="Picture 2" descr="A grey plastic object with a circular ring&#10;&#10;Description automatically generated with medium confidence">
            <a:extLst>
              <a:ext uri="{FF2B5EF4-FFF2-40B4-BE49-F238E27FC236}">
                <a16:creationId xmlns:a16="http://schemas.microsoft.com/office/drawing/2014/main" id="{75805796-B47E-F1A6-AA8A-E47FCCE400B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61" r="22726"/>
          <a:stretch/>
        </p:blipFill>
        <p:spPr>
          <a:xfrm>
            <a:off x="8758708" y="2563805"/>
            <a:ext cx="2827128" cy="37318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9C733F-38C7-61E6-18A3-85DC06336ADF}"/>
              </a:ext>
            </a:extLst>
          </p:cNvPr>
          <p:cNvSpPr txBox="1"/>
          <p:nvPr/>
        </p:nvSpPr>
        <p:spPr>
          <a:xfrm>
            <a:off x="8758708" y="5931477"/>
            <a:ext cx="282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Cutter Holder</a:t>
            </a:r>
          </a:p>
        </p:txBody>
      </p:sp>
    </p:spTree>
    <p:extLst>
      <p:ext uri="{BB962C8B-B14F-4D97-AF65-F5344CB8AC3E}">
        <p14:creationId xmlns:p14="http://schemas.microsoft.com/office/powerpoint/2010/main" val="185684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A3A53-2897-450D-83BB-DA75028C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557189"/>
            <a:ext cx="3373258" cy="55678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Material Selection</a:t>
            </a:r>
          </a:p>
        </p:txBody>
      </p:sp>
      <p:graphicFrame>
        <p:nvGraphicFramePr>
          <p:cNvPr id="33" name="TextBox 30">
            <a:extLst>
              <a:ext uri="{FF2B5EF4-FFF2-40B4-BE49-F238E27FC236}">
                <a16:creationId xmlns:a16="http://schemas.microsoft.com/office/drawing/2014/main" id="{D648C456-3A53-9108-D20F-6C6E513B7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285103"/>
              </p:ext>
            </p:extLst>
          </p:nvPr>
        </p:nvGraphicFramePr>
        <p:xfrm>
          <a:off x="5091881" y="620392"/>
          <a:ext cx="6262009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4155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A3A53-2897-450D-83BB-DA75028CF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34" y="640823"/>
            <a:ext cx="341776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Manufacturing &amp; Joining Process Selection</a:t>
            </a:r>
          </a:p>
        </p:txBody>
      </p:sp>
      <p:sp>
        <p:nvSpPr>
          <p:cNvPr id="6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6322" y="3462721"/>
            <a:ext cx="5410200" cy="18283"/>
          </a:xfrm>
          <a:custGeom>
            <a:avLst/>
            <a:gdLst>
              <a:gd name="connsiteX0" fmla="*/ 0 w 5410200"/>
              <a:gd name="connsiteY0" fmla="*/ 0 h 18283"/>
              <a:gd name="connsiteX1" fmla="*/ 568071 w 5410200"/>
              <a:gd name="connsiteY1" fmla="*/ 0 h 18283"/>
              <a:gd name="connsiteX2" fmla="*/ 1298448 w 5410200"/>
              <a:gd name="connsiteY2" fmla="*/ 0 h 18283"/>
              <a:gd name="connsiteX3" fmla="*/ 1920621 w 5410200"/>
              <a:gd name="connsiteY3" fmla="*/ 0 h 18283"/>
              <a:gd name="connsiteX4" fmla="*/ 2488692 w 5410200"/>
              <a:gd name="connsiteY4" fmla="*/ 0 h 18283"/>
              <a:gd name="connsiteX5" fmla="*/ 3219069 w 5410200"/>
              <a:gd name="connsiteY5" fmla="*/ 0 h 18283"/>
              <a:gd name="connsiteX6" fmla="*/ 3895344 w 5410200"/>
              <a:gd name="connsiteY6" fmla="*/ 0 h 18283"/>
              <a:gd name="connsiteX7" fmla="*/ 4571619 w 5410200"/>
              <a:gd name="connsiteY7" fmla="*/ 0 h 18283"/>
              <a:gd name="connsiteX8" fmla="*/ 5410200 w 5410200"/>
              <a:gd name="connsiteY8" fmla="*/ 0 h 18283"/>
              <a:gd name="connsiteX9" fmla="*/ 5410200 w 5410200"/>
              <a:gd name="connsiteY9" fmla="*/ 18283 h 18283"/>
              <a:gd name="connsiteX10" fmla="*/ 4842129 w 5410200"/>
              <a:gd name="connsiteY10" fmla="*/ 18283 h 18283"/>
              <a:gd name="connsiteX11" fmla="*/ 4328160 w 5410200"/>
              <a:gd name="connsiteY11" fmla="*/ 18283 h 18283"/>
              <a:gd name="connsiteX12" fmla="*/ 3597783 w 5410200"/>
              <a:gd name="connsiteY12" fmla="*/ 18283 h 18283"/>
              <a:gd name="connsiteX13" fmla="*/ 3029712 w 5410200"/>
              <a:gd name="connsiteY13" fmla="*/ 18283 h 18283"/>
              <a:gd name="connsiteX14" fmla="*/ 2299335 w 5410200"/>
              <a:gd name="connsiteY14" fmla="*/ 18283 h 18283"/>
              <a:gd name="connsiteX15" fmla="*/ 1514856 w 5410200"/>
              <a:gd name="connsiteY15" fmla="*/ 18283 h 18283"/>
              <a:gd name="connsiteX16" fmla="*/ 892683 w 5410200"/>
              <a:gd name="connsiteY16" fmla="*/ 18283 h 18283"/>
              <a:gd name="connsiteX17" fmla="*/ 0 w 5410200"/>
              <a:gd name="connsiteY17" fmla="*/ 18283 h 18283"/>
              <a:gd name="connsiteX18" fmla="*/ 0 w 5410200"/>
              <a:gd name="connsiteY18" fmla="*/ 0 h 18283"/>
              <a:gd name="connsiteX0" fmla="*/ 0 w 5410200"/>
              <a:gd name="connsiteY0" fmla="*/ 0 h 18283"/>
              <a:gd name="connsiteX1" fmla="*/ 622173 w 5410200"/>
              <a:gd name="connsiteY1" fmla="*/ 0 h 18283"/>
              <a:gd name="connsiteX2" fmla="*/ 1136142 w 5410200"/>
              <a:gd name="connsiteY2" fmla="*/ 0 h 18283"/>
              <a:gd name="connsiteX3" fmla="*/ 1920621 w 5410200"/>
              <a:gd name="connsiteY3" fmla="*/ 0 h 18283"/>
              <a:gd name="connsiteX4" fmla="*/ 2542794 w 5410200"/>
              <a:gd name="connsiteY4" fmla="*/ 0 h 18283"/>
              <a:gd name="connsiteX5" fmla="*/ 3164967 w 5410200"/>
              <a:gd name="connsiteY5" fmla="*/ 0 h 18283"/>
              <a:gd name="connsiteX6" fmla="*/ 3949446 w 5410200"/>
              <a:gd name="connsiteY6" fmla="*/ 0 h 18283"/>
              <a:gd name="connsiteX7" fmla="*/ 4517517 w 5410200"/>
              <a:gd name="connsiteY7" fmla="*/ 0 h 18283"/>
              <a:gd name="connsiteX8" fmla="*/ 5410200 w 5410200"/>
              <a:gd name="connsiteY8" fmla="*/ 0 h 18283"/>
              <a:gd name="connsiteX9" fmla="*/ 5410200 w 5410200"/>
              <a:gd name="connsiteY9" fmla="*/ 18283 h 18283"/>
              <a:gd name="connsiteX10" fmla="*/ 4842129 w 5410200"/>
              <a:gd name="connsiteY10" fmla="*/ 18283 h 18283"/>
              <a:gd name="connsiteX11" fmla="*/ 4165854 w 5410200"/>
              <a:gd name="connsiteY11" fmla="*/ 18283 h 18283"/>
              <a:gd name="connsiteX12" fmla="*/ 3543681 w 5410200"/>
              <a:gd name="connsiteY12" fmla="*/ 18283 h 18283"/>
              <a:gd name="connsiteX13" fmla="*/ 2759202 w 5410200"/>
              <a:gd name="connsiteY13" fmla="*/ 18283 h 18283"/>
              <a:gd name="connsiteX14" fmla="*/ 1974723 w 5410200"/>
              <a:gd name="connsiteY14" fmla="*/ 18283 h 18283"/>
              <a:gd name="connsiteX15" fmla="*/ 1406652 w 5410200"/>
              <a:gd name="connsiteY15" fmla="*/ 18283 h 18283"/>
              <a:gd name="connsiteX16" fmla="*/ 730377 w 5410200"/>
              <a:gd name="connsiteY16" fmla="*/ 18283 h 18283"/>
              <a:gd name="connsiteX17" fmla="*/ 0 w 5410200"/>
              <a:gd name="connsiteY17" fmla="*/ 18283 h 18283"/>
              <a:gd name="connsiteX18" fmla="*/ 0 w 5410200"/>
              <a:gd name="connsiteY18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3" fill="none" extrusionOk="0">
                <a:moveTo>
                  <a:pt x="0" y="0"/>
                </a:moveTo>
                <a:cubicBezTo>
                  <a:pt x="176940" y="8795"/>
                  <a:pt x="295530" y="-3818"/>
                  <a:pt x="568071" y="0"/>
                </a:cubicBezTo>
                <a:cubicBezTo>
                  <a:pt x="821049" y="-7814"/>
                  <a:pt x="977778" y="-9274"/>
                  <a:pt x="1298448" y="0"/>
                </a:cubicBezTo>
                <a:cubicBezTo>
                  <a:pt x="1590381" y="13044"/>
                  <a:pt x="1630605" y="-28"/>
                  <a:pt x="1920621" y="0"/>
                </a:cubicBezTo>
                <a:cubicBezTo>
                  <a:pt x="2206035" y="10386"/>
                  <a:pt x="2357755" y="-28028"/>
                  <a:pt x="2488692" y="0"/>
                </a:cubicBezTo>
                <a:cubicBezTo>
                  <a:pt x="2633521" y="25625"/>
                  <a:pt x="3022777" y="-45440"/>
                  <a:pt x="3219069" y="0"/>
                </a:cubicBezTo>
                <a:cubicBezTo>
                  <a:pt x="3460337" y="63290"/>
                  <a:pt x="3645640" y="26494"/>
                  <a:pt x="3895344" y="0"/>
                </a:cubicBezTo>
                <a:cubicBezTo>
                  <a:pt x="4126339" y="-535"/>
                  <a:pt x="4382665" y="-55222"/>
                  <a:pt x="4571619" y="0"/>
                </a:cubicBezTo>
                <a:cubicBezTo>
                  <a:pt x="4776405" y="-816"/>
                  <a:pt x="5201098" y="-43036"/>
                  <a:pt x="5410200" y="0"/>
                </a:cubicBezTo>
                <a:cubicBezTo>
                  <a:pt x="5408588" y="5138"/>
                  <a:pt x="5410935" y="9731"/>
                  <a:pt x="5410200" y="18283"/>
                </a:cubicBezTo>
                <a:cubicBezTo>
                  <a:pt x="5133704" y="9749"/>
                  <a:pt x="5123444" y="36044"/>
                  <a:pt x="4842129" y="18283"/>
                </a:cubicBezTo>
                <a:cubicBezTo>
                  <a:pt x="4568650" y="4348"/>
                  <a:pt x="4447390" y="12788"/>
                  <a:pt x="4328160" y="18283"/>
                </a:cubicBezTo>
                <a:cubicBezTo>
                  <a:pt x="4227436" y="32645"/>
                  <a:pt x="3754725" y="2314"/>
                  <a:pt x="3597783" y="18283"/>
                </a:cubicBezTo>
                <a:cubicBezTo>
                  <a:pt x="3459353" y="14790"/>
                  <a:pt x="3317740" y="51882"/>
                  <a:pt x="3029712" y="18283"/>
                </a:cubicBezTo>
                <a:cubicBezTo>
                  <a:pt x="2766446" y="9812"/>
                  <a:pt x="2645518" y="40489"/>
                  <a:pt x="2299335" y="18283"/>
                </a:cubicBezTo>
                <a:cubicBezTo>
                  <a:pt x="1977844" y="28302"/>
                  <a:pt x="1781583" y="2766"/>
                  <a:pt x="1514856" y="18283"/>
                </a:cubicBezTo>
                <a:cubicBezTo>
                  <a:pt x="1212648" y="23348"/>
                  <a:pt x="1087880" y="160"/>
                  <a:pt x="892683" y="18283"/>
                </a:cubicBezTo>
                <a:cubicBezTo>
                  <a:pt x="745769" y="16339"/>
                  <a:pt x="183254" y="-27495"/>
                  <a:pt x="0" y="18283"/>
                </a:cubicBezTo>
                <a:cubicBezTo>
                  <a:pt x="-327" y="11401"/>
                  <a:pt x="-478" y="6778"/>
                  <a:pt x="0" y="0"/>
                </a:cubicBezTo>
                <a:close/>
              </a:path>
              <a:path w="5410200" h="18283" stroke="0" extrusionOk="0">
                <a:moveTo>
                  <a:pt x="0" y="0"/>
                </a:moveTo>
                <a:cubicBezTo>
                  <a:pt x="269468" y="-22806"/>
                  <a:pt x="392563" y="4840"/>
                  <a:pt x="622173" y="0"/>
                </a:cubicBezTo>
                <a:cubicBezTo>
                  <a:pt x="884216" y="-2196"/>
                  <a:pt x="1034637" y="7784"/>
                  <a:pt x="1136142" y="0"/>
                </a:cubicBezTo>
                <a:cubicBezTo>
                  <a:pt x="1204956" y="5920"/>
                  <a:pt x="1559779" y="-61408"/>
                  <a:pt x="1920621" y="0"/>
                </a:cubicBezTo>
                <a:cubicBezTo>
                  <a:pt x="2280250" y="-18581"/>
                  <a:pt x="2372470" y="4128"/>
                  <a:pt x="2542794" y="0"/>
                </a:cubicBezTo>
                <a:cubicBezTo>
                  <a:pt x="2688150" y="-17189"/>
                  <a:pt x="2885478" y="-51412"/>
                  <a:pt x="3164967" y="0"/>
                </a:cubicBezTo>
                <a:cubicBezTo>
                  <a:pt x="3470933" y="16143"/>
                  <a:pt x="3588003" y="-4313"/>
                  <a:pt x="3949446" y="0"/>
                </a:cubicBezTo>
                <a:cubicBezTo>
                  <a:pt x="4331172" y="1470"/>
                  <a:pt x="4289286" y="5331"/>
                  <a:pt x="4517517" y="0"/>
                </a:cubicBezTo>
                <a:cubicBezTo>
                  <a:pt x="4736577" y="41911"/>
                  <a:pt x="5141868" y="443"/>
                  <a:pt x="5410200" y="0"/>
                </a:cubicBezTo>
                <a:cubicBezTo>
                  <a:pt x="5409452" y="8559"/>
                  <a:pt x="5409262" y="10778"/>
                  <a:pt x="5410200" y="18283"/>
                </a:cubicBezTo>
                <a:cubicBezTo>
                  <a:pt x="5130880" y="52871"/>
                  <a:pt x="5008082" y="-22621"/>
                  <a:pt x="4842129" y="18283"/>
                </a:cubicBezTo>
                <a:cubicBezTo>
                  <a:pt x="4629232" y="43045"/>
                  <a:pt x="4430159" y="48439"/>
                  <a:pt x="4165854" y="18283"/>
                </a:cubicBezTo>
                <a:cubicBezTo>
                  <a:pt x="3880517" y="21593"/>
                  <a:pt x="3820863" y="-7642"/>
                  <a:pt x="3543681" y="18283"/>
                </a:cubicBezTo>
                <a:cubicBezTo>
                  <a:pt x="3267577" y="44254"/>
                  <a:pt x="3047131" y="-4207"/>
                  <a:pt x="2759202" y="18283"/>
                </a:cubicBezTo>
                <a:cubicBezTo>
                  <a:pt x="2418778" y="22496"/>
                  <a:pt x="2206820" y="-30528"/>
                  <a:pt x="1974723" y="18283"/>
                </a:cubicBezTo>
                <a:cubicBezTo>
                  <a:pt x="1740429" y="40277"/>
                  <a:pt x="1599301" y="39060"/>
                  <a:pt x="1406652" y="18283"/>
                </a:cubicBezTo>
                <a:cubicBezTo>
                  <a:pt x="1196601" y="8533"/>
                  <a:pt x="938578" y="43284"/>
                  <a:pt x="730377" y="18283"/>
                </a:cubicBezTo>
                <a:cubicBezTo>
                  <a:pt x="524173" y="31218"/>
                  <a:pt x="336004" y="-12902"/>
                  <a:pt x="0" y="18283"/>
                </a:cubicBezTo>
                <a:cubicBezTo>
                  <a:pt x="383" y="9659"/>
                  <a:pt x="-737" y="7580"/>
                  <a:pt x="0" y="0"/>
                </a:cubicBezTo>
                <a:close/>
              </a:path>
              <a:path w="5410200" h="18283" fill="none" stroke="0" extrusionOk="0">
                <a:moveTo>
                  <a:pt x="0" y="0"/>
                </a:moveTo>
                <a:cubicBezTo>
                  <a:pt x="148438" y="-27720"/>
                  <a:pt x="315263" y="-14841"/>
                  <a:pt x="568071" y="0"/>
                </a:cubicBezTo>
                <a:cubicBezTo>
                  <a:pt x="840209" y="21288"/>
                  <a:pt x="982180" y="-6281"/>
                  <a:pt x="1298448" y="0"/>
                </a:cubicBezTo>
                <a:cubicBezTo>
                  <a:pt x="1577021" y="13763"/>
                  <a:pt x="1630910" y="1060"/>
                  <a:pt x="1920621" y="0"/>
                </a:cubicBezTo>
                <a:cubicBezTo>
                  <a:pt x="2200928" y="-1340"/>
                  <a:pt x="2382869" y="-10369"/>
                  <a:pt x="2488692" y="0"/>
                </a:cubicBezTo>
                <a:cubicBezTo>
                  <a:pt x="2620356" y="20061"/>
                  <a:pt x="3042766" y="-74691"/>
                  <a:pt x="3219069" y="0"/>
                </a:cubicBezTo>
                <a:cubicBezTo>
                  <a:pt x="3395755" y="31704"/>
                  <a:pt x="3646717" y="33546"/>
                  <a:pt x="3895344" y="0"/>
                </a:cubicBezTo>
                <a:cubicBezTo>
                  <a:pt x="4131847" y="-43416"/>
                  <a:pt x="4371681" y="11418"/>
                  <a:pt x="4571619" y="0"/>
                </a:cubicBezTo>
                <a:cubicBezTo>
                  <a:pt x="4799447" y="47677"/>
                  <a:pt x="5212547" y="1562"/>
                  <a:pt x="5410200" y="0"/>
                </a:cubicBezTo>
                <a:cubicBezTo>
                  <a:pt x="5409124" y="5464"/>
                  <a:pt x="5410526" y="10435"/>
                  <a:pt x="5410200" y="18283"/>
                </a:cubicBezTo>
                <a:cubicBezTo>
                  <a:pt x="5139576" y="7514"/>
                  <a:pt x="5122299" y="38342"/>
                  <a:pt x="4842129" y="18283"/>
                </a:cubicBezTo>
                <a:cubicBezTo>
                  <a:pt x="4566356" y="11222"/>
                  <a:pt x="4456854" y="19993"/>
                  <a:pt x="4328160" y="18283"/>
                </a:cubicBezTo>
                <a:cubicBezTo>
                  <a:pt x="4234703" y="3745"/>
                  <a:pt x="3768176" y="-11495"/>
                  <a:pt x="3597783" y="18283"/>
                </a:cubicBezTo>
                <a:cubicBezTo>
                  <a:pt x="3430303" y="14715"/>
                  <a:pt x="3287506" y="24782"/>
                  <a:pt x="3029712" y="18283"/>
                </a:cubicBezTo>
                <a:cubicBezTo>
                  <a:pt x="2742636" y="2146"/>
                  <a:pt x="2637847" y="22676"/>
                  <a:pt x="2299335" y="18283"/>
                </a:cubicBezTo>
                <a:cubicBezTo>
                  <a:pt x="1959433" y="-3294"/>
                  <a:pt x="1779456" y="41668"/>
                  <a:pt x="1514856" y="18283"/>
                </a:cubicBezTo>
                <a:cubicBezTo>
                  <a:pt x="1212431" y="36364"/>
                  <a:pt x="1086601" y="11849"/>
                  <a:pt x="892683" y="18283"/>
                </a:cubicBezTo>
                <a:cubicBezTo>
                  <a:pt x="721500" y="50367"/>
                  <a:pt x="194249" y="-25235"/>
                  <a:pt x="0" y="18283"/>
                </a:cubicBezTo>
                <a:cubicBezTo>
                  <a:pt x="-402" y="11792"/>
                  <a:pt x="-865" y="616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10200"/>
                      <a:gd name="connsiteY0" fmla="*/ 0 h 18283"/>
                      <a:gd name="connsiteX1" fmla="*/ 568071 w 5410200"/>
                      <a:gd name="connsiteY1" fmla="*/ 0 h 18283"/>
                      <a:gd name="connsiteX2" fmla="*/ 1298448 w 5410200"/>
                      <a:gd name="connsiteY2" fmla="*/ 0 h 18283"/>
                      <a:gd name="connsiteX3" fmla="*/ 1920621 w 5410200"/>
                      <a:gd name="connsiteY3" fmla="*/ 0 h 18283"/>
                      <a:gd name="connsiteX4" fmla="*/ 2488692 w 5410200"/>
                      <a:gd name="connsiteY4" fmla="*/ 0 h 18283"/>
                      <a:gd name="connsiteX5" fmla="*/ 3219069 w 5410200"/>
                      <a:gd name="connsiteY5" fmla="*/ 0 h 18283"/>
                      <a:gd name="connsiteX6" fmla="*/ 3895344 w 5410200"/>
                      <a:gd name="connsiteY6" fmla="*/ 0 h 18283"/>
                      <a:gd name="connsiteX7" fmla="*/ 4571619 w 5410200"/>
                      <a:gd name="connsiteY7" fmla="*/ 0 h 18283"/>
                      <a:gd name="connsiteX8" fmla="*/ 5410200 w 5410200"/>
                      <a:gd name="connsiteY8" fmla="*/ 0 h 18283"/>
                      <a:gd name="connsiteX9" fmla="*/ 5410200 w 5410200"/>
                      <a:gd name="connsiteY9" fmla="*/ 18283 h 18283"/>
                      <a:gd name="connsiteX10" fmla="*/ 4842129 w 5410200"/>
                      <a:gd name="connsiteY10" fmla="*/ 18283 h 18283"/>
                      <a:gd name="connsiteX11" fmla="*/ 4328160 w 5410200"/>
                      <a:gd name="connsiteY11" fmla="*/ 18283 h 18283"/>
                      <a:gd name="connsiteX12" fmla="*/ 3597783 w 5410200"/>
                      <a:gd name="connsiteY12" fmla="*/ 18283 h 18283"/>
                      <a:gd name="connsiteX13" fmla="*/ 3029712 w 5410200"/>
                      <a:gd name="connsiteY13" fmla="*/ 18283 h 18283"/>
                      <a:gd name="connsiteX14" fmla="*/ 2299335 w 5410200"/>
                      <a:gd name="connsiteY14" fmla="*/ 18283 h 18283"/>
                      <a:gd name="connsiteX15" fmla="*/ 1514856 w 5410200"/>
                      <a:gd name="connsiteY15" fmla="*/ 18283 h 18283"/>
                      <a:gd name="connsiteX16" fmla="*/ 892683 w 5410200"/>
                      <a:gd name="connsiteY16" fmla="*/ 18283 h 18283"/>
                      <a:gd name="connsiteX17" fmla="*/ 0 w 5410200"/>
                      <a:gd name="connsiteY17" fmla="*/ 18283 h 18283"/>
                      <a:gd name="connsiteX18" fmla="*/ 0 w 5410200"/>
                      <a:gd name="connsiteY18" fmla="*/ 0 h 182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410200" h="18283" fill="none" extrusionOk="0">
                        <a:moveTo>
                          <a:pt x="0" y="0"/>
                        </a:moveTo>
                        <a:cubicBezTo>
                          <a:pt x="163050" y="-18707"/>
                          <a:pt x="319321" y="-16364"/>
                          <a:pt x="568071" y="0"/>
                        </a:cubicBezTo>
                        <a:cubicBezTo>
                          <a:pt x="816821" y="16364"/>
                          <a:pt x="1013224" y="-7268"/>
                          <a:pt x="1298448" y="0"/>
                        </a:cubicBezTo>
                        <a:cubicBezTo>
                          <a:pt x="1583672" y="7268"/>
                          <a:pt x="1631711" y="-3367"/>
                          <a:pt x="1920621" y="0"/>
                        </a:cubicBezTo>
                        <a:cubicBezTo>
                          <a:pt x="2209531" y="3367"/>
                          <a:pt x="2364420" y="-19184"/>
                          <a:pt x="2488692" y="0"/>
                        </a:cubicBezTo>
                        <a:cubicBezTo>
                          <a:pt x="2612964" y="19184"/>
                          <a:pt x="3023298" y="-34627"/>
                          <a:pt x="3219069" y="0"/>
                        </a:cubicBezTo>
                        <a:cubicBezTo>
                          <a:pt x="3414840" y="34627"/>
                          <a:pt x="3656810" y="24043"/>
                          <a:pt x="3895344" y="0"/>
                        </a:cubicBezTo>
                        <a:cubicBezTo>
                          <a:pt x="4133879" y="-24043"/>
                          <a:pt x="4393984" y="-19577"/>
                          <a:pt x="4571619" y="0"/>
                        </a:cubicBezTo>
                        <a:cubicBezTo>
                          <a:pt x="4749255" y="19577"/>
                          <a:pt x="5179928" y="-6281"/>
                          <a:pt x="5410200" y="0"/>
                        </a:cubicBezTo>
                        <a:cubicBezTo>
                          <a:pt x="5409668" y="5552"/>
                          <a:pt x="5410359" y="10298"/>
                          <a:pt x="5410200" y="18283"/>
                        </a:cubicBezTo>
                        <a:cubicBezTo>
                          <a:pt x="5139060" y="6746"/>
                          <a:pt x="5121593" y="31030"/>
                          <a:pt x="4842129" y="18283"/>
                        </a:cubicBezTo>
                        <a:cubicBezTo>
                          <a:pt x="4562665" y="5536"/>
                          <a:pt x="4448273" y="9482"/>
                          <a:pt x="4328160" y="18283"/>
                        </a:cubicBezTo>
                        <a:cubicBezTo>
                          <a:pt x="4208047" y="27084"/>
                          <a:pt x="3760936" y="22562"/>
                          <a:pt x="3597783" y="18283"/>
                        </a:cubicBezTo>
                        <a:cubicBezTo>
                          <a:pt x="3434630" y="14004"/>
                          <a:pt x="3299718" y="33208"/>
                          <a:pt x="3029712" y="18283"/>
                        </a:cubicBezTo>
                        <a:cubicBezTo>
                          <a:pt x="2759706" y="3358"/>
                          <a:pt x="2640159" y="27389"/>
                          <a:pt x="2299335" y="18283"/>
                        </a:cubicBezTo>
                        <a:cubicBezTo>
                          <a:pt x="1958511" y="9177"/>
                          <a:pt x="1801186" y="28980"/>
                          <a:pt x="1514856" y="18283"/>
                        </a:cubicBezTo>
                        <a:cubicBezTo>
                          <a:pt x="1228526" y="7586"/>
                          <a:pt x="1063509" y="-5310"/>
                          <a:pt x="892683" y="18283"/>
                        </a:cubicBezTo>
                        <a:cubicBezTo>
                          <a:pt x="721857" y="41876"/>
                          <a:pt x="186945" y="-20902"/>
                          <a:pt x="0" y="18283"/>
                        </a:cubicBezTo>
                        <a:cubicBezTo>
                          <a:pt x="-85" y="11289"/>
                          <a:pt x="-520" y="6143"/>
                          <a:pt x="0" y="0"/>
                        </a:cubicBezTo>
                        <a:close/>
                      </a:path>
                      <a:path w="5410200" h="18283" stroke="0" extrusionOk="0">
                        <a:moveTo>
                          <a:pt x="0" y="0"/>
                        </a:moveTo>
                        <a:cubicBezTo>
                          <a:pt x="285096" y="-4925"/>
                          <a:pt x="376456" y="22268"/>
                          <a:pt x="622173" y="0"/>
                        </a:cubicBezTo>
                        <a:cubicBezTo>
                          <a:pt x="867890" y="-22268"/>
                          <a:pt x="1031392" y="7228"/>
                          <a:pt x="1136142" y="0"/>
                        </a:cubicBezTo>
                        <a:cubicBezTo>
                          <a:pt x="1240892" y="-7228"/>
                          <a:pt x="1561853" y="9877"/>
                          <a:pt x="1920621" y="0"/>
                        </a:cubicBezTo>
                        <a:cubicBezTo>
                          <a:pt x="2279389" y="-9877"/>
                          <a:pt x="2367255" y="19546"/>
                          <a:pt x="2542794" y="0"/>
                        </a:cubicBezTo>
                        <a:cubicBezTo>
                          <a:pt x="2718333" y="-19546"/>
                          <a:pt x="2866732" y="-22226"/>
                          <a:pt x="3164967" y="0"/>
                        </a:cubicBezTo>
                        <a:cubicBezTo>
                          <a:pt x="3463202" y="22226"/>
                          <a:pt x="3568055" y="-2765"/>
                          <a:pt x="3949446" y="0"/>
                        </a:cubicBezTo>
                        <a:cubicBezTo>
                          <a:pt x="4330837" y="2765"/>
                          <a:pt x="4287895" y="10557"/>
                          <a:pt x="4517517" y="0"/>
                        </a:cubicBezTo>
                        <a:cubicBezTo>
                          <a:pt x="4747139" y="-10557"/>
                          <a:pt x="5149588" y="8716"/>
                          <a:pt x="5410200" y="0"/>
                        </a:cubicBezTo>
                        <a:cubicBezTo>
                          <a:pt x="5409301" y="8438"/>
                          <a:pt x="5409761" y="10638"/>
                          <a:pt x="5410200" y="18283"/>
                        </a:cubicBezTo>
                        <a:cubicBezTo>
                          <a:pt x="5163327" y="41489"/>
                          <a:pt x="5008749" y="10688"/>
                          <a:pt x="4842129" y="18283"/>
                        </a:cubicBezTo>
                        <a:cubicBezTo>
                          <a:pt x="4675509" y="25878"/>
                          <a:pt x="4433401" y="-620"/>
                          <a:pt x="4165854" y="18283"/>
                        </a:cubicBezTo>
                        <a:cubicBezTo>
                          <a:pt x="3898308" y="37186"/>
                          <a:pt x="3809032" y="-8715"/>
                          <a:pt x="3543681" y="18283"/>
                        </a:cubicBezTo>
                        <a:cubicBezTo>
                          <a:pt x="3278330" y="45281"/>
                          <a:pt x="3073876" y="-15922"/>
                          <a:pt x="2759202" y="18283"/>
                        </a:cubicBezTo>
                        <a:cubicBezTo>
                          <a:pt x="2444528" y="52488"/>
                          <a:pt x="2204144" y="3367"/>
                          <a:pt x="1974723" y="18283"/>
                        </a:cubicBezTo>
                        <a:cubicBezTo>
                          <a:pt x="1745302" y="33199"/>
                          <a:pt x="1602335" y="31485"/>
                          <a:pt x="1406652" y="18283"/>
                        </a:cubicBezTo>
                        <a:cubicBezTo>
                          <a:pt x="1210969" y="5081"/>
                          <a:pt x="923948" y="3156"/>
                          <a:pt x="730377" y="18283"/>
                        </a:cubicBezTo>
                        <a:cubicBezTo>
                          <a:pt x="536806" y="33410"/>
                          <a:pt x="336496" y="-146"/>
                          <a:pt x="0" y="18283"/>
                        </a:cubicBezTo>
                        <a:cubicBezTo>
                          <a:pt x="160" y="10086"/>
                          <a:pt x="-801" y="76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TextBox 7">
            <a:extLst>
              <a:ext uri="{FF2B5EF4-FFF2-40B4-BE49-F238E27FC236}">
                <a16:creationId xmlns:a16="http://schemas.microsoft.com/office/drawing/2014/main" id="{76F9A73D-33D1-5CA8-F582-DBCE98C716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6026802"/>
              </p:ext>
            </p:extLst>
          </p:nvPr>
        </p:nvGraphicFramePr>
        <p:xfrm>
          <a:off x="4646807" y="640822"/>
          <a:ext cx="6898715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6667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058" y="-253670"/>
            <a:ext cx="1827162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408" y="422146"/>
            <a:ext cx="645200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0866" y="655140"/>
            <a:ext cx="687293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3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4206" y="0"/>
            <a:ext cx="2834619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4266" y="6115501"/>
            <a:ext cx="149412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2099" y="6453143"/>
            <a:ext cx="814691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04B5AE-00E2-D139-9885-E741DEBEB94A}"/>
              </a:ext>
            </a:extLst>
          </p:cNvPr>
          <p:cNvSpPr txBox="1"/>
          <p:nvPr/>
        </p:nvSpPr>
        <p:spPr>
          <a:xfrm>
            <a:off x="1262261" y="643467"/>
            <a:ext cx="8377857" cy="32606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1643543">
              <a:lnSpc>
                <a:spcPct val="90000"/>
              </a:lnSpc>
              <a:spcBef>
                <a:spcPct val="0"/>
              </a:spcBef>
              <a:spcAft>
                <a:spcPts val="1078"/>
              </a:spcAft>
            </a:pPr>
            <a:r>
              <a:rPr lang="en-US" sz="7909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QUANTITATIVE ANALYSIS</a:t>
            </a:r>
            <a:endParaRPr lang="en-US" sz="4400">
              <a:latin typeface="+mj-lt"/>
              <a:ea typeface="+mj-ea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21CA1E-88C2-BD2D-33D9-81BCDBFC6A28}"/>
              </a:ext>
            </a:extLst>
          </p:cNvPr>
          <p:cNvSpPr txBox="1"/>
          <p:nvPr/>
        </p:nvSpPr>
        <p:spPr>
          <a:xfrm>
            <a:off x="3071150" y="5614440"/>
            <a:ext cx="7855413" cy="600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643543">
              <a:spcAft>
                <a:spcPts val="1254"/>
              </a:spcAft>
            </a:pPr>
            <a:r>
              <a:rPr lang="en-US" sz="3235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Digital Logic Method Approach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4462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3">
            <a:extLst>
              <a:ext uri="{FF2B5EF4-FFF2-40B4-BE49-F238E27FC236}">
                <a16:creationId xmlns:a16="http://schemas.microsoft.com/office/drawing/2014/main" id="{66121ACF-BE73-4BDF-EFED-F3AD8C97401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9729" y="1490494"/>
            <a:ext cx="7962826" cy="474663"/>
          </a:xfrm>
          <a:ln>
            <a:noFill/>
          </a:ln>
        </p:spPr>
        <p:txBody>
          <a:bodyPr/>
          <a:lstStyle/>
          <a:p>
            <a:r>
              <a:rPr lang="en-US" sz="1600" b="1" dirty="0">
                <a:effectLst/>
                <a:latin typeface="+mj-lt"/>
                <a:ea typeface="Calibri" panose="020F0502020204030204" pitchFamily="34" charset="0"/>
                <a:cs typeface="Vrinda" panose="020B0502040204020203" pitchFamily="34" charset="0"/>
              </a:rPr>
              <a:t>List of selection criteria with numerical values</a:t>
            </a:r>
            <a:endParaRPr lang="en-US" sz="1600" b="1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50F0C3-05AA-2DE5-DDE0-B6C1076811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88825" cy="1219200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/>
          <a:lstStyle/>
          <a:p>
            <a:r>
              <a:rPr lang="en-US" sz="6000" dirty="0"/>
              <a:t>Material Selection for Frame</a:t>
            </a: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A2DD3289-DEF5-6682-A226-84CC1ECBCDB3}"/>
              </a:ext>
            </a:extLst>
          </p:cNvPr>
          <p:cNvSpPr txBox="1">
            <a:spLocks/>
          </p:cNvSpPr>
          <p:nvPr/>
        </p:nvSpPr>
        <p:spPr>
          <a:xfrm>
            <a:off x="5158308" y="1961188"/>
            <a:ext cx="2269729" cy="4876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2265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/>
            <a:endParaRPr lang="en-US" sz="1800" kern="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680B272-1F57-EE3F-B6F7-89222457E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823221"/>
              </p:ext>
            </p:extLst>
          </p:nvPr>
        </p:nvGraphicFramePr>
        <p:xfrm>
          <a:off x="1658738" y="1969126"/>
          <a:ext cx="7964067" cy="20589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397">
                  <a:extLst>
                    <a:ext uri="{9D8B030D-6E8A-4147-A177-3AD203B41FA5}">
                      <a16:colId xmlns:a16="http://schemas.microsoft.com/office/drawing/2014/main" val="288093818"/>
                    </a:ext>
                  </a:extLst>
                </a:gridCol>
                <a:gridCol w="2011397">
                  <a:extLst>
                    <a:ext uri="{9D8B030D-6E8A-4147-A177-3AD203B41FA5}">
                      <a16:colId xmlns:a16="http://schemas.microsoft.com/office/drawing/2014/main" val="3113079911"/>
                    </a:ext>
                  </a:extLst>
                </a:gridCol>
                <a:gridCol w="2012258">
                  <a:extLst>
                    <a:ext uri="{9D8B030D-6E8A-4147-A177-3AD203B41FA5}">
                      <a16:colId xmlns:a16="http://schemas.microsoft.com/office/drawing/2014/main" val="3666260752"/>
                    </a:ext>
                  </a:extLst>
                </a:gridCol>
                <a:gridCol w="1929015">
                  <a:extLst>
                    <a:ext uri="{9D8B030D-6E8A-4147-A177-3AD203B41FA5}">
                      <a16:colId xmlns:a16="http://schemas.microsoft.com/office/drawing/2014/main" val="1608378023"/>
                    </a:ext>
                  </a:extLst>
                </a:gridCol>
              </a:tblGrid>
              <a:tr h="5147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Selection Criteria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Mild Steel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Aluminum Alloy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Stainless Steel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7988438"/>
                  </a:ext>
                </a:extLst>
              </a:tr>
              <a:tr h="5147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Strength (MPa)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550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621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9447469"/>
                  </a:ext>
                </a:extLst>
              </a:tr>
              <a:tr h="5147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Density (kg/m^3)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7680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2810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2932675"/>
                  </a:ext>
                </a:extLst>
              </a:tr>
              <a:tr h="5147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Cost (BDT/ per kg)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317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8651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0A4B219-9A7D-5478-1E5F-11660B7FD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10026"/>
              </p:ext>
            </p:extLst>
          </p:nvPr>
        </p:nvGraphicFramePr>
        <p:xfrm>
          <a:off x="1659978" y="4696412"/>
          <a:ext cx="7962827" cy="19637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9892">
                  <a:extLst>
                    <a:ext uri="{9D8B030D-6E8A-4147-A177-3AD203B41FA5}">
                      <a16:colId xmlns:a16="http://schemas.microsoft.com/office/drawing/2014/main" val="935729023"/>
                    </a:ext>
                  </a:extLst>
                </a:gridCol>
                <a:gridCol w="2059892">
                  <a:extLst>
                    <a:ext uri="{9D8B030D-6E8A-4147-A177-3AD203B41FA5}">
                      <a16:colId xmlns:a16="http://schemas.microsoft.com/office/drawing/2014/main" val="2545822063"/>
                    </a:ext>
                  </a:extLst>
                </a:gridCol>
                <a:gridCol w="2060772">
                  <a:extLst>
                    <a:ext uri="{9D8B030D-6E8A-4147-A177-3AD203B41FA5}">
                      <a16:colId xmlns:a16="http://schemas.microsoft.com/office/drawing/2014/main" val="95230784"/>
                    </a:ext>
                  </a:extLst>
                </a:gridCol>
                <a:gridCol w="1782271">
                  <a:extLst>
                    <a:ext uri="{9D8B030D-6E8A-4147-A177-3AD203B41FA5}">
                      <a16:colId xmlns:a16="http://schemas.microsoft.com/office/drawing/2014/main" val="2457557599"/>
                    </a:ext>
                  </a:extLst>
                </a:gridCol>
              </a:tblGrid>
              <a:tr h="4909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Selection Criteria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Mild Steel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Aluminum Alloy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Stainless Steel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9134432"/>
                  </a:ext>
                </a:extLst>
              </a:tr>
              <a:tr h="4909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Corrosion Resistance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7133409"/>
                  </a:ext>
                </a:extLst>
              </a:tr>
              <a:tr h="4909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Durability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0996706"/>
                  </a:ext>
                </a:extLst>
              </a:tr>
              <a:tr h="4909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Availability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5635325"/>
                  </a:ext>
                </a:extLst>
              </a:tr>
            </a:tbl>
          </a:graphicData>
        </a:graphic>
      </p:graphicFrame>
      <p:sp>
        <p:nvSpPr>
          <p:cNvPr id="17" name="Subtitle 13">
            <a:extLst>
              <a:ext uri="{FF2B5EF4-FFF2-40B4-BE49-F238E27FC236}">
                <a16:creationId xmlns:a16="http://schemas.microsoft.com/office/drawing/2014/main" id="{334905E9-E613-311B-6C8E-F1726832B82B}"/>
              </a:ext>
            </a:extLst>
          </p:cNvPr>
          <p:cNvSpPr txBox="1">
            <a:spLocks/>
          </p:cNvSpPr>
          <p:nvPr/>
        </p:nvSpPr>
        <p:spPr>
          <a:xfrm>
            <a:off x="1658739" y="4221995"/>
            <a:ext cx="7962828" cy="47441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2265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>
              <a:buFont typeface="Lato"/>
              <a:buChar char="●"/>
            </a:pPr>
            <a:r>
              <a:rPr lang="en-US" sz="1600" b="1" dirty="0">
                <a:latin typeface="+mj-lt"/>
                <a:cs typeface="Vrinda" panose="020B0502040204020203" pitchFamily="34" charset="0"/>
              </a:rPr>
              <a:t>List of Selection criteria with Likert scale</a:t>
            </a:r>
          </a:p>
        </p:txBody>
      </p:sp>
    </p:spTree>
    <p:extLst>
      <p:ext uri="{BB962C8B-B14F-4D97-AF65-F5344CB8AC3E}">
        <p14:creationId xmlns:p14="http://schemas.microsoft.com/office/powerpoint/2010/main" val="2534211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50F0C3-05AA-2DE5-DDE0-B6C1076811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88825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6000" dirty="0"/>
              <a:t>Material Selection for Frame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FD3B2F1-E542-F22A-2C0F-F22CB8EAA08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46957" y="1662197"/>
            <a:ext cx="10494909" cy="487362"/>
          </a:xfrm>
        </p:spPr>
        <p:txBody>
          <a:bodyPr/>
          <a:lstStyle/>
          <a:p>
            <a:r>
              <a:rPr lang="en-US" sz="1800" b="1" dirty="0">
                <a:effectLst/>
                <a:latin typeface="+mj-lt"/>
                <a:ea typeface="Calibri" panose="020F0502020204030204" pitchFamily="34" charset="0"/>
                <a:cs typeface="Vrinda" panose="020B0502040204020203" pitchFamily="34" charset="0"/>
              </a:rPr>
              <a:t>Determination of relative importance of material selection criteria for Frame</a:t>
            </a:r>
            <a:endParaRPr lang="en-US" sz="1400" b="1" dirty="0">
              <a:latin typeface="+mj-lt"/>
            </a:endParaRP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A2DD3289-DEF5-6682-A226-84CC1ECBCDB3}"/>
              </a:ext>
            </a:extLst>
          </p:cNvPr>
          <p:cNvSpPr txBox="1">
            <a:spLocks/>
          </p:cNvSpPr>
          <p:nvPr/>
        </p:nvSpPr>
        <p:spPr>
          <a:xfrm>
            <a:off x="5158308" y="1961188"/>
            <a:ext cx="2269729" cy="4876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2265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/>
            <a:endParaRPr lang="en-US" sz="1800" kern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1B5BF8-AAC9-01E6-1562-9AFB9509E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280627"/>
              </p:ext>
            </p:extLst>
          </p:nvPr>
        </p:nvGraphicFramePr>
        <p:xfrm>
          <a:off x="846957" y="2276872"/>
          <a:ext cx="10494910" cy="374253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2179">
                  <a:extLst>
                    <a:ext uri="{9D8B030D-6E8A-4147-A177-3AD203B41FA5}">
                      <a16:colId xmlns:a16="http://schemas.microsoft.com/office/drawing/2014/main" val="2652656353"/>
                    </a:ext>
                  </a:extLst>
                </a:gridCol>
                <a:gridCol w="357373">
                  <a:extLst>
                    <a:ext uri="{9D8B030D-6E8A-4147-A177-3AD203B41FA5}">
                      <a16:colId xmlns:a16="http://schemas.microsoft.com/office/drawing/2014/main" val="4005280519"/>
                    </a:ext>
                  </a:extLst>
                </a:gridCol>
                <a:gridCol w="357373">
                  <a:extLst>
                    <a:ext uri="{9D8B030D-6E8A-4147-A177-3AD203B41FA5}">
                      <a16:colId xmlns:a16="http://schemas.microsoft.com/office/drawing/2014/main" val="851362531"/>
                    </a:ext>
                  </a:extLst>
                </a:gridCol>
                <a:gridCol w="355258">
                  <a:extLst>
                    <a:ext uri="{9D8B030D-6E8A-4147-A177-3AD203B41FA5}">
                      <a16:colId xmlns:a16="http://schemas.microsoft.com/office/drawing/2014/main" val="576584497"/>
                    </a:ext>
                  </a:extLst>
                </a:gridCol>
                <a:gridCol w="355258">
                  <a:extLst>
                    <a:ext uri="{9D8B030D-6E8A-4147-A177-3AD203B41FA5}">
                      <a16:colId xmlns:a16="http://schemas.microsoft.com/office/drawing/2014/main" val="3516060723"/>
                    </a:ext>
                  </a:extLst>
                </a:gridCol>
                <a:gridCol w="355258">
                  <a:extLst>
                    <a:ext uri="{9D8B030D-6E8A-4147-A177-3AD203B41FA5}">
                      <a16:colId xmlns:a16="http://schemas.microsoft.com/office/drawing/2014/main" val="2916970099"/>
                    </a:ext>
                  </a:extLst>
                </a:gridCol>
                <a:gridCol w="355258">
                  <a:extLst>
                    <a:ext uri="{9D8B030D-6E8A-4147-A177-3AD203B41FA5}">
                      <a16:colId xmlns:a16="http://schemas.microsoft.com/office/drawing/2014/main" val="1167716126"/>
                    </a:ext>
                  </a:extLst>
                </a:gridCol>
                <a:gridCol w="355258">
                  <a:extLst>
                    <a:ext uri="{9D8B030D-6E8A-4147-A177-3AD203B41FA5}">
                      <a16:colId xmlns:a16="http://schemas.microsoft.com/office/drawing/2014/main" val="2179788763"/>
                    </a:ext>
                  </a:extLst>
                </a:gridCol>
                <a:gridCol w="355258">
                  <a:extLst>
                    <a:ext uri="{9D8B030D-6E8A-4147-A177-3AD203B41FA5}">
                      <a16:colId xmlns:a16="http://schemas.microsoft.com/office/drawing/2014/main" val="984763512"/>
                    </a:ext>
                  </a:extLst>
                </a:gridCol>
                <a:gridCol w="482135">
                  <a:extLst>
                    <a:ext uri="{9D8B030D-6E8A-4147-A177-3AD203B41FA5}">
                      <a16:colId xmlns:a16="http://schemas.microsoft.com/office/drawing/2014/main" val="2174643290"/>
                    </a:ext>
                  </a:extLst>
                </a:gridCol>
                <a:gridCol w="482135">
                  <a:extLst>
                    <a:ext uri="{9D8B030D-6E8A-4147-A177-3AD203B41FA5}">
                      <a16:colId xmlns:a16="http://schemas.microsoft.com/office/drawing/2014/main" val="2904447335"/>
                    </a:ext>
                  </a:extLst>
                </a:gridCol>
                <a:gridCol w="482135">
                  <a:extLst>
                    <a:ext uri="{9D8B030D-6E8A-4147-A177-3AD203B41FA5}">
                      <a16:colId xmlns:a16="http://schemas.microsoft.com/office/drawing/2014/main" val="3948356747"/>
                    </a:ext>
                  </a:extLst>
                </a:gridCol>
                <a:gridCol w="482135">
                  <a:extLst>
                    <a:ext uri="{9D8B030D-6E8A-4147-A177-3AD203B41FA5}">
                      <a16:colId xmlns:a16="http://schemas.microsoft.com/office/drawing/2014/main" val="2739460108"/>
                    </a:ext>
                  </a:extLst>
                </a:gridCol>
                <a:gridCol w="482135">
                  <a:extLst>
                    <a:ext uri="{9D8B030D-6E8A-4147-A177-3AD203B41FA5}">
                      <a16:colId xmlns:a16="http://schemas.microsoft.com/office/drawing/2014/main" val="95843592"/>
                    </a:ext>
                  </a:extLst>
                </a:gridCol>
                <a:gridCol w="483193">
                  <a:extLst>
                    <a:ext uri="{9D8B030D-6E8A-4147-A177-3AD203B41FA5}">
                      <a16:colId xmlns:a16="http://schemas.microsoft.com/office/drawing/2014/main" val="1216103063"/>
                    </a:ext>
                  </a:extLst>
                </a:gridCol>
                <a:gridCol w="483193">
                  <a:extLst>
                    <a:ext uri="{9D8B030D-6E8A-4147-A177-3AD203B41FA5}">
                      <a16:colId xmlns:a16="http://schemas.microsoft.com/office/drawing/2014/main" val="3300042105"/>
                    </a:ext>
                  </a:extLst>
                </a:gridCol>
                <a:gridCol w="1229658">
                  <a:extLst>
                    <a:ext uri="{9D8B030D-6E8A-4147-A177-3AD203B41FA5}">
                      <a16:colId xmlns:a16="http://schemas.microsoft.com/office/drawing/2014/main" val="3430617779"/>
                    </a:ext>
                  </a:extLst>
                </a:gridCol>
                <a:gridCol w="1599718">
                  <a:extLst>
                    <a:ext uri="{9D8B030D-6E8A-4147-A177-3AD203B41FA5}">
                      <a16:colId xmlns:a16="http://schemas.microsoft.com/office/drawing/2014/main" val="1890368486"/>
                    </a:ext>
                  </a:extLst>
                </a:gridCol>
              </a:tblGrid>
              <a:tr h="42552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Selection Criteria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gridSpan="15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Numbers of positive decision, n(n-1)/2=6(6-1)/2=15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Positive Decisions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Relative Emphasis Coefficient, α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1408329"/>
                  </a:ext>
                </a:extLst>
              </a:tr>
              <a:tr h="449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807301"/>
                  </a:ext>
                </a:extLst>
              </a:tr>
              <a:tr h="358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Strength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0.133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8300444"/>
                  </a:ext>
                </a:extLst>
              </a:tr>
              <a:tr h="358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Density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0.067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2285386"/>
                  </a:ext>
                </a:extLst>
              </a:tr>
              <a:tr h="358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0.267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9377299"/>
                  </a:ext>
                </a:extLst>
              </a:tr>
              <a:tr h="5669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Corrosion Resistance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0.067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3858814"/>
                  </a:ext>
                </a:extLst>
              </a:tr>
              <a:tr h="358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Durability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0289373"/>
                  </a:ext>
                </a:extLst>
              </a:tr>
              <a:tr h="4255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Availability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0.266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3071116"/>
                  </a:ext>
                </a:extLst>
              </a:tr>
              <a:tr h="439866">
                <a:tc gridSpan="16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Total Numbers of Positive Decisions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Σα=1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5144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35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50F0C3-05AA-2DE5-DDE0-B6C1076811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88825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6000" dirty="0"/>
              <a:t>Material Selection for Frame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FD3B2F1-E542-F22A-2C0F-F22CB8EAA08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3218" y="1595438"/>
            <a:ext cx="8882385" cy="487362"/>
          </a:xfrm>
        </p:spPr>
        <p:txBody>
          <a:bodyPr/>
          <a:lstStyle/>
          <a:p>
            <a:r>
              <a:rPr lang="en-US" sz="1800" b="1" dirty="0">
                <a:effectLst/>
                <a:latin typeface="+mj-lt"/>
                <a:ea typeface="Calibri" panose="020F0502020204030204" pitchFamily="34" charset="0"/>
                <a:cs typeface="Vrinda" panose="020B0502040204020203" pitchFamily="34" charset="0"/>
              </a:rPr>
              <a:t>Calculation of the performance index for material selection of Frame </a:t>
            </a:r>
            <a:endParaRPr lang="en-US" sz="1800" b="1" dirty="0">
              <a:latin typeface="+mj-lt"/>
            </a:endParaRPr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A2DD3289-DEF5-6682-A226-84CC1ECBCDB3}"/>
              </a:ext>
            </a:extLst>
          </p:cNvPr>
          <p:cNvSpPr txBox="1">
            <a:spLocks/>
          </p:cNvSpPr>
          <p:nvPr/>
        </p:nvSpPr>
        <p:spPr>
          <a:xfrm>
            <a:off x="5158308" y="1961188"/>
            <a:ext cx="2269729" cy="4876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2265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None/>
              <a:defRPr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/>
            <a:endParaRPr lang="en-US" sz="1800" kern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283967-83AB-AA49-AEBA-73294D9B4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290082"/>
              </p:ext>
            </p:extLst>
          </p:nvPr>
        </p:nvGraphicFramePr>
        <p:xfrm>
          <a:off x="1653219" y="2204988"/>
          <a:ext cx="8882385" cy="432742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62692">
                  <a:extLst>
                    <a:ext uri="{9D8B030D-6E8A-4147-A177-3AD203B41FA5}">
                      <a16:colId xmlns:a16="http://schemas.microsoft.com/office/drawing/2014/main" val="733499464"/>
                    </a:ext>
                  </a:extLst>
                </a:gridCol>
                <a:gridCol w="1233047">
                  <a:extLst>
                    <a:ext uri="{9D8B030D-6E8A-4147-A177-3AD203B41FA5}">
                      <a16:colId xmlns:a16="http://schemas.microsoft.com/office/drawing/2014/main" val="3654488002"/>
                    </a:ext>
                  </a:extLst>
                </a:gridCol>
                <a:gridCol w="1064441">
                  <a:extLst>
                    <a:ext uri="{9D8B030D-6E8A-4147-A177-3AD203B41FA5}">
                      <a16:colId xmlns:a16="http://schemas.microsoft.com/office/drawing/2014/main" val="2525419800"/>
                    </a:ext>
                  </a:extLst>
                </a:gridCol>
                <a:gridCol w="1064441">
                  <a:extLst>
                    <a:ext uri="{9D8B030D-6E8A-4147-A177-3AD203B41FA5}">
                      <a16:colId xmlns:a16="http://schemas.microsoft.com/office/drawing/2014/main" val="1408013626"/>
                    </a:ext>
                  </a:extLst>
                </a:gridCol>
                <a:gridCol w="1064441">
                  <a:extLst>
                    <a:ext uri="{9D8B030D-6E8A-4147-A177-3AD203B41FA5}">
                      <a16:colId xmlns:a16="http://schemas.microsoft.com/office/drawing/2014/main" val="792080993"/>
                    </a:ext>
                  </a:extLst>
                </a:gridCol>
                <a:gridCol w="1064441">
                  <a:extLst>
                    <a:ext uri="{9D8B030D-6E8A-4147-A177-3AD203B41FA5}">
                      <a16:colId xmlns:a16="http://schemas.microsoft.com/office/drawing/2014/main" val="2441452438"/>
                    </a:ext>
                  </a:extLst>
                </a:gridCol>
                <a:gridCol w="1064441">
                  <a:extLst>
                    <a:ext uri="{9D8B030D-6E8A-4147-A177-3AD203B41FA5}">
                      <a16:colId xmlns:a16="http://schemas.microsoft.com/office/drawing/2014/main" val="2184695921"/>
                    </a:ext>
                  </a:extLst>
                </a:gridCol>
                <a:gridCol w="1064441">
                  <a:extLst>
                    <a:ext uri="{9D8B030D-6E8A-4147-A177-3AD203B41FA5}">
                      <a16:colId xmlns:a16="http://schemas.microsoft.com/office/drawing/2014/main" val="414972580"/>
                    </a:ext>
                  </a:extLst>
                </a:gridCol>
              </a:tblGrid>
              <a:tr h="35773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Selection Criteria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Relative Emphasis Coefficient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α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Mild Steel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Aluminum Alloy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Stainless Steel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50907"/>
                  </a:ext>
                </a:extLst>
              </a:tr>
              <a:tr h="11545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Scaled property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β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Weighted score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αβ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Scaled property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β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Weighted score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αβ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Scaled property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β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Weighted score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αβ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4119090"/>
                  </a:ext>
                </a:extLst>
              </a:tr>
              <a:tr h="3668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Strength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0.133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88.57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11.78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49.92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6.64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13.3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905587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Density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0.067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36.59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2.45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6.7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35.13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2.35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58594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0.267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26.7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22.86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6.1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25.24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6.74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479173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Corrosion Resistance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0.067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2.68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5.36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6.7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307985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Durability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201107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Availability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0.266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26.6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15.96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15.96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5969570"/>
                  </a:ext>
                </a:extLst>
              </a:tr>
              <a:tr h="36004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Material Performance Index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</a:rPr>
                        <a:t>82.21</a:t>
                      </a:r>
                      <a:endParaRPr lang="en-US" sz="12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56.76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65.05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7016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672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7A5FB-83CD-7A43-4B43-22E13BE3D1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88825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800" dirty="0"/>
              <a:t>Static Structural Analysis of Cutter</a:t>
            </a:r>
          </a:p>
        </p:txBody>
      </p:sp>
      <p:pic>
        <p:nvPicPr>
          <p:cNvPr id="5" name="Picture 4" descr="A blue wheel with a colorful wheel&#10;&#10;Description automatically generated">
            <a:extLst>
              <a:ext uri="{FF2B5EF4-FFF2-40B4-BE49-F238E27FC236}">
                <a16:creationId xmlns:a16="http://schemas.microsoft.com/office/drawing/2014/main" id="{5DEC22BD-6A27-FCF9-B7FF-3012D4DF44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23" y="1224457"/>
            <a:ext cx="4755783" cy="2852936"/>
          </a:xfrm>
          <a:prstGeom prst="rect">
            <a:avLst/>
          </a:prstGeom>
        </p:spPr>
      </p:pic>
      <p:pic>
        <p:nvPicPr>
          <p:cNvPr id="6" name="Picture 5" descr="A blue wheel with blue handles&#10;&#10;Description automatically generated">
            <a:extLst>
              <a:ext uri="{FF2B5EF4-FFF2-40B4-BE49-F238E27FC236}">
                <a16:creationId xmlns:a16="http://schemas.microsoft.com/office/drawing/2014/main" id="{FD65643A-4943-165B-9628-74A122F394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5659"/>
            <a:ext cx="4874383" cy="2683999"/>
          </a:xfrm>
          <a:prstGeom prst="rect">
            <a:avLst/>
          </a:prstGeom>
        </p:spPr>
      </p:pic>
      <p:pic>
        <p:nvPicPr>
          <p:cNvPr id="7" name="Picture 6" descr="A blue circular object with a metal handle&#10;&#10;Description automatically generated">
            <a:extLst>
              <a:ext uri="{FF2B5EF4-FFF2-40B4-BE49-F238E27FC236}">
                <a16:creationId xmlns:a16="http://schemas.microsoft.com/office/drawing/2014/main" id="{1B7B51F1-98B6-AC13-0FF3-AF0C5832D5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" y="1241445"/>
            <a:ext cx="4622115" cy="2763619"/>
          </a:xfrm>
          <a:prstGeom prst="rect">
            <a:avLst/>
          </a:prstGeom>
        </p:spPr>
      </p:pic>
      <p:pic>
        <p:nvPicPr>
          <p:cNvPr id="8" name="Picture 7" descr="A red wheel with black text&#10;&#10;Description automatically generated">
            <a:extLst>
              <a:ext uri="{FF2B5EF4-FFF2-40B4-BE49-F238E27FC236}">
                <a16:creationId xmlns:a16="http://schemas.microsoft.com/office/drawing/2014/main" id="{C60F8926-DBF2-6F03-1824-39C8F1DAF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23" y="4012745"/>
            <a:ext cx="4723727" cy="268399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68A03E-E411-479A-8765-095D4572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030870"/>
              </p:ext>
            </p:extLst>
          </p:nvPr>
        </p:nvGraphicFramePr>
        <p:xfrm>
          <a:off x="8686700" y="1235966"/>
          <a:ext cx="3502122" cy="5622031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167374">
                  <a:extLst>
                    <a:ext uri="{9D8B030D-6E8A-4147-A177-3AD203B41FA5}">
                      <a16:colId xmlns:a16="http://schemas.microsoft.com/office/drawing/2014/main" val="1634130507"/>
                    </a:ext>
                  </a:extLst>
                </a:gridCol>
                <a:gridCol w="1044836">
                  <a:extLst>
                    <a:ext uri="{9D8B030D-6E8A-4147-A177-3AD203B41FA5}">
                      <a16:colId xmlns:a16="http://schemas.microsoft.com/office/drawing/2014/main" val="796840782"/>
                    </a:ext>
                  </a:extLst>
                </a:gridCol>
                <a:gridCol w="1289912">
                  <a:extLst>
                    <a:ext uri="{9D8B030D-6E8A-4147-A177-3AD203B41FA5}">
                      <a16:colId xmlns:a16="http://schemas.microsoft.com/office/drawing/2014/main" val="3814147720"/>
                    </a:ext>
                  </a:extLst>
                </a:gridCol>
              </a:tblGrid>
              <a:tr h="594723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Condition and Result of Analysis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68981"/>
                  </a:ext>
                </a:extLst>
              </a:tr>
              <a:tr h="8291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Force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500 N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1172649661"/>
                  </a:ext>
                </a:extLst>
              </a:tr>
              <a:tr h="41459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Total Deformation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0.0014138mm</a:t>
                      </a: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690871384"/>
                  </a:ext>
                </a:extLst>
              </a:tr>
              <a:tr h="3846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463165001"/>
                  </a:ext>
                </a:extLst>
              </a:tr>
              <a:tr h="41459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Equivalent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Stress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4.8896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340491912"/>
                  </a:ext>
                </a:extLst>
              </a:tr>
              <a:tr h="455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1.1675e-10 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49999899"/>
                  </a:ext>
                </a:extLst>
              </a:tr>
              <a:tr h="41459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Safety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Factor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15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598563667"/>
                  </a:ext>
                </a:extLst>
              </a:tr>
              <a:tr h="4145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15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094733838"/>
                  </a:ext>
                </a:extLst>
              </a:tr>
              <a:tr h="41459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Fatigue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Life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742666348"/>
                  </a:ext>
                </a:extLst>
              </a:tr>
              <a:tr h="4145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684517449"/>
                  </a:ext>
                </a:extLst>
              </a:tr>
              <a:tr h="41459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Equivalent Alternating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Stress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2.4448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942337337"/>
                  </a:ext>
                </a:extLst>
              </a:tr>
              <a:tr h="4556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5.8375e-11MPa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39938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848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7A5FB-83CD-7A43-4B43-22E13BE3D19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0" y="0"/>
            <a:ext cx="12188824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800" dirty="0"/>
              <a:t>Static Structural Analysis of Cutter Holder</a:t>
            </a:r>
          </a:p>
        </p:txBody>
      </p:sp>
      <p:pic>
        <p:nvPicPr>
          <p:cNvPr id="2" name="Picture 1" descr="A grey circular object with black text&#10;&#10;Description automatically generated">
            <a:extLst>
              <a:ext uri="{FF2B5EF4-FFF2-40B4-BE49-F238E27FC236}">
                <a16:creationId xmlns:a16="http://schemas.microsoft.com/office/drawing/2014/main" id="{173C2EAC-4E8C-3123-DD0C-005333BEFB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2696"/>
            <a:ext cx="5185052" cy="2857872"/>
          </a:xfrm>
          <a:prstGeom prst="rect">
            <a:avLst/>
          </a:prstGeom>
        </p:spPr>
      </p:pic>
      <p:pic>
        <p:nvPicPr>
          <p:cNvPr id="4" name="Picture 3" descr="A rainbow colored circular object&#10;&#10;Description automatically generated">
            <a:extLst>
              <a:ext uri="{FF2B5EF4-FFF2-40B4-BE49-F238E27FC236}">
                <a16:creationId xmlns:a16="http://schemas.microsoft.com/office/drawing/2014/main" id="{A9445EC4-3F04-5B07-97F9-7F29B17812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260" y="1207907"/>
            <a:ext cx="5185052" cy="2869166"/>
          </a:xfrm>
          <a:prstGeom prst="rect">
            <a:avLst/>
          </a:prstGeom>
        </p:spPr>
      </p:pic>
      <p:pic>
        <p:nvPicPr>
          <p:cNvPr id="9" name="Picture 8" descr="A red circular object with black text&#10;&#10;Description automatically generated">
            <a:extLst>
              <a:ext uri="{FF2B5EF4-FFF2-40B4-BE49-F238E27FC236}">
                <a16:creationId xmlns:a16="http://schemas.microsoft.com/office/drawing/2014/main" id="{A594480E-417F-D016-2A22-D725B60820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260" y="4060879"/>
            <a:ext cx="5185052" cy="2777548"/>
          </a:xfrm>
          <a:prstGeom prst="rect">
            <a:avLst/>
          </a:prstGeom>
        </p:spPr>
      </p:pic>
      <p:pic>
        <p:nvPicPr>
          <p:cNvPr id="11" name="Picture 10" descr="A blue circular object with a rainbow colored circle&#10;&#10;Description automatically generated">
            <a:extLst>
              <a:ext uri="{FF2B5EF4-FFF2-40B4-BE49-F238E27FC236}">
                <a16:creationId xmlns:a16="http://schemas.microsoft.com/office/drawing/2014/main" id="{C27D54DA-B62D-F6F1-D123-69C7B458BD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3" y="4050568"/>
            <a:ext cx="4705477" cy="2777548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68A03E-E411-479A-8765-095D4572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62085"/>
              </p:ext>
            </p:extLst>
          </p:nvPr>
        </p:nvGraphicFramePr>
        <p:xfrm>
          <a:off x="8713381" y="1192696"/>
          <a:ext cx="3475444" cy="5682548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046628">
                  <a:extLst>
                    <a:ext uri="{9D8B030D-6E8A-4147-A177-3AD203B41FA5}">
                      <a16:colId xmlns:a16="http://schemas.microsoft.com/office/drawing/2014/main" val="1634130507"/>
                    </a:ext>
                  </a:extLst>
                </a:gridCol>
                <a:gridCol w="1086932">
                  <a:extLst>
                    <a:ext uri="{9D8B030D-6E8A-4147-A177-3AD203B41FA5}">
                      <a16:colId xmlns:a16="http://schemas.microsoft.com/office/drawing/2014/main" val="796840782"/>
                    </a:ext>
                  </a:extLst>
                </a:gridCol>
                <a:gridCol w="1341884">
                  <a:extLst>
                    <a:ext uri="{9D8B030D-6E8A-4147-A177-3AD203B41FA5}">
                      <a16:colId xmlns:a16="http://schemas.microsoft.com/office/drawing/2014/main" val="3814147720"/>
                    </a:ext>
                  </a:extLst>
                </a:gridCol>
              </a:tblGrid>
              <a:tr h="606348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Condition and Result of Analysis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68981"/>
                  </a:ext>
                </a:extLst>
              </a:tr>
              <a:tr h="8453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Force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500 N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1172649661"/>
                  </a:ext>
                </a:extLst>
              </a:tr>
              <a:tr h="4226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Total Deformation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0.0014138mm</a:t>
                      </a: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690871384"/>
                  </a:ext>
                </a:extLst>
              </a:tr>
              <a:tr h="392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463165001"/>
                  </a:ext>
                </a:extLst>
              </a:tr>
              <a:tr h="4226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Equivalent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Stress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1.3928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340491912"/>
                  </a:ext>
                </a:extLst>
              </a:tr>
              <a:tr h="4398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1.5731e-12 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49999899"/>
                  </a:ext>
                </a:extLst>
              </a:tr>
              <a:tr h="4226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Safety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Factor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15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598563667"/>
                  </a:ext>
                </a:extLst>
              </a:tr>
              <a:tr h="422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15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094733838"/>
                  </a:ext>
                </a:extLst>
              </a:tr>
              <a:tr h="4226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Fatigue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Life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742666348"/>
                  </a:ext>
                </a:extLst>
              </a:tr>
              <a:tr h="422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684517449"/>
                  </a:ext>
                </a:extLst>
              </a:tr>
              <a:tr h="4226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Equivalent Alternating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Stress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0.69639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942337337"/>
                  </a:ext>
                </a:extLst>
              </a:tr>
              <a:tr h="4398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en-GB" sz="1300" b="0" u="none" strike="noStrike" kern="100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7.865</a:t>
                      </a: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e-13 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39938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872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7A5FB-83CD-7A43-4B43-22E13BE3D19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0" y="0"/>
            <a:ext cx="12188824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800" dirty="0"/>
              <a:t>Static Structural Analysis of Bearings</a:t>
            </a:r>
          </a:p>
        </p:txBody>
      </p:sp>
      <p:pic>
        <p:nvPicPr>
          <p:cNvPr id="5" name="Picture 4" descr="A grey circular object with a white circle&#10;&#10;Description automatically generated">
            <a:extLst>
              <a:ext uri="{FF2B5EF4-FFF2-40B4-BE49-F238E27FC236}">
                <a16:creationId xmlns:a16="http://schemas.microsoft.com/office/drawing/2014/main" id="{1BB3FA61-3430-AB18-2CDD-E3BB038A60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5108094" cy="2815455"/>
          </a:xfrm>
          <a:prstGeom prst="rect">
            <a:avLst/>
          </a:prstGeom>
        </p:spPr>
      </p:pic>
      <p:pic>
        <p:nvPicPr>
          <p:cNvPr id="6" name="Picture 5" descr="A rainbow colored circle with black text&#10;&#10;Description automatically generated">
            <a:extLst>
              <a:ext uri="{FF2B5EF4-FFF2-40B4-BE49-F238E27FC236}">
                <a16:creationId xmlns:a16="http://schemas.microsoft.com/office/drawing/2014/main" id="{46F297F4-B0C5-338C-7398-F9FAB76BAF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268" y="1219200"/>
            <a:ext cx="5328592" cy="2854441"/>
          </a:xfrm>
          <a:prstGeom prst="rect">
            <a:avLst/>
          </a:prstGeom>
        </p:spPr>
      </p:pic>
      <p:pic>
        <p:nvPicPr>
          <p:cNvPr id="7" name="Picture 6" descr="A colorful circular object with black text&#10;&#10;Description automatically generated">
            <a:extLst>
              <a:ext uri="{FF2B5EF4-FFF2-40B4-BE49-F238E27FC236}">
                <a16:creationId xmlns:a16="http://schemas.microsoft.com/office/drawing/2014/main" id="{6CA0737D-1D0B-A839-42DC-D7F3BCC4F3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94103"/>
            <a:ext cx="5328592" cy="2854440"/>
          </a:xfrm>
          <a:prstGeom prst="rect">
            <a:avLst/>
          </a:prstGeom>
        </p:spPr>
      </p:pic>
      <p:pic>
        <p:nvPicPr>
          <p:cNvPr id="8" name="Picture 7" descr="A red circle with black dots&#10;&#10;Description automatically generated">
            <a:extLst>
              <a:ext uri="{FF2B5EF4-FFF2-40B4-BE49-F238E27FC236}">
                <a16:creationId xmlns:a16="http://schemas.microsoft.com/office/drawing/2014/main" id="{1E4AD6CC-1BCE-8C59-4085-6BEB49CE6A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268" y="4003560"/>
            <a:ext cx="5328592" cy="285444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68A03E-E411-479A-8765-095D4572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270285"/>
              </p:ext>
            </p:extLst>
          </p:nvPr>
        </p:nvGraphicFramePr>
        <p:xfrm>
          <a:off x="8713381" y="1219200"/>
          <a:ext cx="3475444" cy="5629339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046628">
                  <a:extLst>
                    <a:ext uri="{9D8B030D-6E8A-4147-A177-3AD203B41FA5}">
                      <a16:colId xmlns:a16="http://schemas.microsoft.com/office/drawing/2014/main" val="1634130507"/>
                    </a:ext>
                  </a:extLst>
                </a:gridCol>
                <a:gridCol w="1086932">
                  <a:extLst>
                    <a:ext uri="{9D8B030D-6E8A-4147-A177-3AD203B41FA5}">
                      <a16:colId xmlns:a16="http://schemas.microsoft.com/office/drawing/2014/main" val="796840782"/>
                    </a:ext>
                  </a:extLst>
                </a:gridCol>
                <a:gridCol w="1341884">
                  <a:extLst>
                    <a:ext uri="{9D8B030D-6E8A-4147-A177-3AD203B41FA5}">
                      <a16:colId xmlns:a16="http://schemas.microsoft.com/office/drawing/2014/main" val="3814147720"/>
                    </a:ext>
                  </a:extLst>
                </a:gridCol>
              </a:tblGrid>
              <a:tr h="600671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Condition and Result of Analysis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68981"/>
                  </a:ext>
                </a:extLst>
              </a:tr>
              <a:tr h="8374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Force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200 N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1172649661"/>
                  </a:ext>
                </a:extLst>
              </a:tr>
              <a:tr h="41873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Total Deformation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0.0015052 mm</a:t>
                      </a: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690871384"/>
                  </a:ext>
                </a:extLst>
              </a:tr>
              <a:tr h="3884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0.00091129mm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463165001"/>
                  </a:ext>
                </a:extLst>
              </a:tr>
              <a:tr h="41873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Equivalent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Stress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0.245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340491912"/>
                  </a:ext>
                </a:extLst>
              </a:tr>
              <a:tr h="4357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0.0015832 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49999899"/>
                  </a:ext>
                </a:extLst>
              </a:tr>
              <a:tr h="41873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Safety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Factor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15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598563667"/>
                  </a:ext>
                </a:extLst>
              </a:tr>
              <a:tr h="4187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15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094733838"/>
                  </a:ext>
                </a:extLst>
              </a:tr>
              <a:tr h="41873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Fatigue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Life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742666348"/>
                  </a:ext>
                </a:extLst>
              </a:tr>
              <a:tr h="4187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684517449"/>
                  </a:ext>
                </a:extLst>
              </a:tr>
              <a:tr h="41873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Equivalent Alternating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Stress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0.1225 Ma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942337337"/>
                  </a:ext>
                </a:extLst>
              </a:tr>
              <a:tr h="4357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en-GB" sz="1300" b="0" u="none" strike="noStrike" kern="100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7.9158e-4</a:t>
                      </a: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 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39938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561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7A5FB-83CD-7A43-4B43-22E13BE3D19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0" y="0"/>
            <a:ext cx="12188824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800" dirty="0"/>
              <a:t>Static Structural Analysis of Rammer</a:t>
            </a:r>
          </a:p>
        </p:txBody>
      </p:sp>
      <p:pic>
        <p:nvPicPr>
          <p:cNvPr id="7" name="Picture 6" descr="A drawing of a machine&#10;&#10;Description automatically generated">
            <a:extLst>
              <a:ext uri="{FF2B5EF4-FFF2-40B4-BE49-F238E27FC236}">
                <a16:creationId xmlns:a16="http://schemas.microsoft.com/office/drawing/2014/main" id="{610AB089-DD94-D1BA-EBA7-8020FCC301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019"/>
            <a:ext cx="4428515" cy="2699342"/>
          </a:xfrm>
          <a:prstGeom prst="rect">
            <a:avLst/>
          </a:prstGeom>
        </p:spPr>
      </p:pic>
      <p:pic>
        <p:nvPicPr>
          <p:cNvPr id="8" name="Picture 7" descr="A rainbow colored object with numbers&#10;&#10;Description automatically generated">
            <a:extLst>
              <a:ext uri="{FF2B5EF4-FFF2-40B4-BE49-F238E27FC236}">
                <a16:creationId xmlns:a16="http://schemas.microsoft.com/office/drawing/2014/main" id="{3F2AC243-934A-C115-001D-02BB8709F5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688" y="1219019"/>
            <a:ext cx="4680520" cy="2699342"/>
          </a:xfrm>
          <a:prstGeom prst="rect">
            <a:avLst/>
          </a:prstGeom>
        </p:spPr>
      </p:pic>
      <p:pic>
        <p:nvPicPr>
          <p:cNvPr id="12" name="Picture 11" descr="A blue and green object with black text&#10;&#10;Description automatically generated">
            <a:extLst>
              <a:ext uri="{FF2B5EF4-FFF2-40B4-BE49-F238E27FC236}">
                <a16:creationId xmlns:a16="http://schemas.microsoft.com/office/drawing/2014/main" id="{67B34E10-02B8-8E2A-7262-789BC56285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8" y="3881237"/>
            <a:ext cx="4428515" cy="2976763"/>
          </a:xfrm>
          <a:prstGeom prst="rect">
            <a:avLst/>
          </a:prstGeom>
        </p:spPr>
      </p:pic>
      <p:pic>
        <p:nvPicPr>
          <p:cNvPr id="13" name="Picture 12" descr="A red object with black dots&#10;&#10;Description automatically generated">
            <a:extLst>
              <a:ext uri="{FF2B5EF4-FFF2-40B4-BE49-F238E27FC236}">
                <a16:creationId xmlns:a16="http://schemas.microsoft.com/office/drawing/2014/main" id="{F6F2E99D-9BA4-4F97-4F5D-7E33B605E4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114" y="3821974"/>
            <a:ext cx="4428515" cy="302556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68A03E-E411-479A-8765-095D4572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70752"/>
              </p:ext>
            </p:extLst>
          </p:nvPr>
        </p:nvGraphicFramePr>
        <p:xfrm>
          <a:off x="8713382" y="1219019"/>
          <a:ext cx="3475444" cy="5638977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046628">
                  <a:extLst>
                    <a:ext uri="{9D8B030D-6E8A-4147-A177-3AD203B41FA5}">
                      <a16:colId xmlns:a16="http://schemas.microsoft.com/office/drawing/2014/main" val="1634130507"/>
                    </a:ext>
                  </a:extLst>
                </a:gridCol>
                <a:gridCol w="1086932">
                  <a:extLst>
                    <a:ext uri="{9D8B030D-6E8A-4147-A177-3AD203B41FA5}">
                      <a16:colId xmlns:a16="http://schemas.microsoft.com/office/drawing/2014/main" val="796840782"/>
                    </a:ext>
                  </a:extLst>
                </a:gridCol>
                <a:gridCol w="1341884">
                  <a:extLst>
                    <a:ext uri="{9D8B030D-6E8A-4147-A177-3AD203B41FA5}">
                      <a16:colId xmlns:a16="http://schemas.microsoft.com/office/drawing/2014/main" val="3814147720"/>
                    </a:ext>
                  </a:extLst>
                </a:gridCol>
              </a:tblGrid>
              <a:tr h="601699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Condition and Result of Analysis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68981"/>
                  </a:ext>
                </a:extLst>
              </a:tr>
              <a:tr h="8389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Force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1000 N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1172649661"/>
                  </a:ext>
                </a:extLst>
              </a:tr>
              <a:tr h="41945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Total Deformation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0.00039399mm</a:t>
                      </a: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690871384"/>
                  </a:ext>
                </a:extLst>
              </a:tr>
              <a:tr h="3891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463165001"/>
                  </a:ext>
                </a:extLst>
              </a:tr>
              <a:tr h="41945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Equivalent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Stress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0.29213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340491912"/>
                  </a:ext>
                </a:extLst>
              </a:tr>
              <a:tr h="4365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5.807e-6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49999899"/>
                  </a:ext>
                </a:extLst>
              </a:tr>
              <a:tr h="41945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Safety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Factor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15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598563667"/>
                  </a:ext>
                </a:extLst>
              </a:tr>
              <a:tr h="4194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15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094733838"/>
                  </a:ext>
                </a:extLst>
              </a:tr>
              <a:tr h="41945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Fatigue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Life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742666348"/>
                  </a:ext>
                </a:extLst>
              </a:tr>
              <a:tr h="4194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684517449"/>
                  </a:ext>
                </a:extLst>
              </a:tr>
              <a:tr h="41945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Equivalent Alternating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Stress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0.14607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942337337"/>
                  </a:ext>
                </a:extLst>
              </a:tr>
              <a:tr h="4365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en-GB" sz="1300" b="0" u="none" strike="noStrike" kern="100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2.9036e-6</a:t>
                      </a: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 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39938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065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7A5FB-83CD-7A43-4B43-22E13BE3D19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0" y="0"/>
            <a:ext cx="12188824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800" dirty="0"/>
              <a:t>Static Structural Analysis of Pulley Holder</a:t>
            </a:r>
          </a:p>
        </p:txBody>
      </p:sp>
      <p:pic>
        <p:nvPicPr>
          <p:cNvPr id="2" name="Picture 1" descr="A grey metal object with black text&#10;&#10;Description automatically generated">
            <a:extLst>
              <a:ext uri="{FF2B5EF4-FFF2-40B4-BE49-F238E27FC236}">
                <a16:creationId xmlns:a16="http://schemas.microsoft.com/office/drawing/2014/main" id="{B0045728-235A-86B1-AB79-AE2BCDD619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2" y="1245231"/>
            <a:ext cx="5271844" cy="2759833"/>
          </a:xfrm>
          <a:prstGeom prst="rect">
            <a:avLst/>
          </a:prstGeom>
        </p:spPr>
      </p:pic>
      <p:pic>
        <p:nvPicPr>
          <p:cNvPr id="4" name="Picture 3" descr="A blue and red object with a rainbow colored stripe&#10;&#10;Description automatically generated with medium confidence">
            <a:extLst>
              <a:ext uri="{FF2B5EF4-FFF2-40B4-BE49-F238E27FC236}">
                <a16:creationId xmlns:a16="http://schemas.microsoft.com/office/drawing/2014/main" id="{53F46FAF-D65F-B75C-F57F-12660E54D6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542" y="1233714"/>
            <a:ext cx="5271844" cy="2759833"/>
          </a:xfrm>
          <a:prstGeom prst="rect">
            <a:avLst/>
          </a:prstGeom>
        </p:spPr>
      </p:pic>
      <p:pic>
        <p:nvPicPr>
          <p:cNvPr id="9" name="Picture 8" descr="A blue and green object with text&#10;&#10;Description automatically generated">
            <a:extLst>
              <a:ext uri="{FF2B5EF4-FFF2-40B4-BE49-F238E27FC236}">
                <a16:creationId xmlns:a16="http://schemas.microsoft.com/office/drawing/2014/main" id="{D093FAF2-E93C-4839-8D4F-AFC03411AC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93547"/>
            <a:ext cx="5271845" cy="2759833"/>
          </a:xfrm>
          <a:prstGeom prst="rect">
            <a:avLst/>
          </a:prstGeom>
        </p:spPr>
      </p:pic>
      <p:pic>
        <p:nvPicPr>
          <p:cNvPr id="11" name="Picture 10" descr="A red object with black dots&#10;&#10;Description automatically generated">
            <a:extLst>
              <a:ext uri="{FF2B5EF4-FFF2-40B4-BE49-F238E27FC236}">
                <a16:creationId xmlns:a16="http://schemas.microsoft.com/office/drawing/2014/main" id="{44B9C4BF-F208-EC69-4B4C-E1C62D4657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031" y="4004490"/>
            <a:ext cx="5271844" cy="275983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68A03E-E411-479A-8765-095D4572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966760"/>
              </p:ext>
            </p:extLst>
          </p:nvPr>
        </p:nvGraphicFramePr>
        <p:xfrm>
          <a:off x="8713379" y="1233714"/>
          <a:ext cx="3475444" cy="5624284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046628">
                  <a:extLst>
                    <a:ext uri="{9D8B030D-6E8A-4147-A177-3AD203B41FA5}">
                      <a16:colId xmlns:a16="http://schemas.microsoft.com/office/drawing/2014/main" val="1634130507"/>
                    </a:ext>
                  </a:extLst>
                </a:gridCol>
                <a:gridCol w="1086932">
                  <a:extLst>
                    <a:ext uri="{9D8B030D-6E8A-4147-A177-3AD203B41FA5}">
                      <a16:colId xmlns:a16="http://schemas.microsoft.com/office/drawing/2014/main" val="796840782"/>
                    </a:ext>
                  </a:extLst>
                </a:gridCol>
                <a:gridCol w="1341884">
                  <a:extLst>
                    <a:ext uri="{9D8B030D-6E8A-4147-A177-3AD203B41FA5}">
                      <a16:colId xmlns:a16="http://schemas.microsoft.com/office/drawing/2014/main" val="3814147720"/>
                    </a:ext>
                  </a:extLst>
                </a:gridCol>
              </a:tblGrid>
              <a:tr h="600131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Condition and Result of Analysis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468981"/>
                  </a:ext>
                </a:extLst>
              </a:tr>
              <a:tr h="8367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Force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1000 N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1172649661"/>
                  </a:ext>
                </a:extLst>
              </a:tr>
              <a:tr h="41836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Total Deformation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0.01646 </a:t>
                      </a: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mm</a:t>
                      </a: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690871384"/>
                  </a:ext>
                </a:extLst>
              </a:tr>
              <a:tr h="3881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0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463165001"/>
                  </a:ext>
                </a:extLst>
              </a:tr>
              <a:tr h="41836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Equivalent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Stress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30.947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340491912"/>
                  </a:ext>
                </a:extLst>
              </a:tr>
              <a:tr h="4353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u="none" strike="noStrike" kern="100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0.001984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49999899"/>
                  </a:ext>
                </a:extLst>
              </a:tr>
              <a:tr h="41836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Safety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Factor</a:t>
                      </a:r>
                      <a:endParaRPr lang="en-US" sz="900" kern="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15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598563667"/>
                  </a:ext>
                </a:extLst>
              </a:tr>
              <a:tr h="418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5.5708</a:t>
                      </a: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094733838"/>
                  </a:ext>
                </a:extLst>
              </a:tr>
              <a:tr h="41836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Fatigue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Life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Maximum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742666348"/>
                  </a:ext>
                </a:extLst>
              </a:tr>
              <a:tr h="418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Minimum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1e6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684517449"/>
                  </a:ext>
                </a:extLst>
              </a:tr>
              <a:tr h="41836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Equivalent Alternating</a:t>
                      </a:r>
                      <a:endParaRPr lang="en-US" sz="900" kern="1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>
                          <a:effectLst/>
                        </a:rPr>
                        <a:t>Stress</a:t>
                      </a:r>
                      <a:endParaRPr lang="en-US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Maximum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15.474 MPa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2942337337"/>
                  </a:ext>
                </a:extLst>
              </a:tr>
              <a:tr h="4353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Minimum</a:t>
                      </a:r>
                      <a:endParaRPr lang="en-US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100" dirty="0">
                          <a:effectLst/>
                        </a:rPr>
                        <a:t> </a:t>
                      </a:r>
                      <a:r>
                        <a:rPr lang="en-GB" sz="1300" b="0" u="none" strike="noStrike" kern="100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9.923e-4</a:t>
                      </a:r>
                      <a:r>
                        <a:rPr lang="en-GB" sz="13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 panose="020B0604020202020204"/>
                        </a:rPr>
                        <a:t> MPa</a:t>
                      </a:r>
                      <a:endParaRPr lang="en-US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15" marR="57115" marT="0" marB="0" anchor="ctr"/>
                </a:tc>
                <a:extLst>
                  <a:ext uri="{0D108BD9-81ED-4DB2-BD59-A6C34878D82A}">
                    <a16:rowId xmlns:a16="http://schemas.microsoft.com/office/drawing/2014/main" val="3399381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022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576B84-B084-CD38-8266-F4C37C5D43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575"/>
            <a:ext cx="12188825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800" dirty="0"/>
              <a:t>Cost Analysis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9BD31A-09F5-C57F-AA33-CEF225D26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03772"/>
              </p:ext>
            </p:extLst>
          </p:nvPr>
        </p:nvGraphicFramePr>
        <p:xfrm>
          <a:off x="2205980" y="1498059"/>
          <a:ext cx="7776864" cy="302767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860609728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922615380"/>
                    </a:ext>
                  </a:extLst>
                </a:gridCol>
              </a:tblGrid>
              <a:tr h="4933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Machinery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 2,69,560/-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6294848"/>
                  </a:ext>
                </a:extLst>
              </a:tr>
              <a:tr h="5191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Raw Materials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 23,37,000/-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47582676"/>
                  </a:ext>
                </a:extLst>
              </a:tr>
              <a:tr h="5191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Outsourcing Parts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5,47,500/-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4168139"/>
                  </a:ext>
                </a:extLst>
              </a:tr>
              <a:tr h="4577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Labor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14,76,000/-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872043"/>
                  </a:ext>
                </a:extLst>
              </a:tr>
              <a:tr h="5191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Manufacturing overhead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20,40,000/-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74219"/>
                  </a:ext>
                </a:extLst>
              </a:tr>
              <a:tr h="5191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Annual Manufacturing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64,00,500/-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002140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935A4D-E5AC-A277-BE2D-7CF9A4BB2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164902"/>
              </p:ext>
            </p:extLst>
          </p:nvPr>
        </p:nvGraphicFramePr>
        <p:xfrm>
          <a:off x="2205980" y="4823791"/>
          <a:ext cx="7776864" cy="1656183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410238798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749494738"/>
                    </a:ext>
                  </a:extLst>
                </a:gridCol>
              </a:tblGrid>
              <a:tr h="5520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Total Administrative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19,02,000/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1585596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Total Selling and Marketing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4,20,000/-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2700189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Annual Non-Manufacturing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 23,22,000/-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95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063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576B84-B084-CD38-8266-F4C37C5D43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575"/>
            <a:ext cx="12188825" cy="12192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4800" dirty="0"/>
              <a:t>Cost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6C9DC-F915-B8EE-2C9F-159DEBCB0601}"/>
              </a:ext>
            </a:extLst>
          </p:cNvPr>
          <p:cNvSpPr txBox="1"/>
          <p:nvPr/>
        </p:nvSpPr>
        <p:spPr>
          <a:xfrm>
            <a:off x="3028483" y="1412776"/>
            <a:ext cx="613185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Loan of 1,00,00,000 &amp; 15% interest rate with repayment of 20 years Early Repayment 15,97,615/-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EE63BF-42F1-713B-0BB7-DCB2C6A2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04097"/>
              </p:ext>
            </p:extLst>
          </p:nvPr>
        </p:nvGraphicFramePr>
        <p:xfrm>
          <a:off x="2169976" y="2312876"/>
          <a:ext cx="7848872" cy="223224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1168971495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1671643414"/>
                    </a:ext>
                  </a:extLst>
                </a:gridCol>
              </a:tblGrid>
              <a:tr h="46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Total Manufacturing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64,00,500/-  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3820810"/>
                  </a:ext>
                </a:extLst>
              </a:tr>
              <a:tr h="6083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Total Non-manufacturing Cost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23,22,000/-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1767151"/>
                  </a:ext>
                </a:extLst>
              </a:tr>
              <a:tr h="6083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Total Bank Loan Repayment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15,97,615/-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8447437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Annual Expenses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1,03,20,115/-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576933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4ACEA5-12F4-E610-78B5-46C293600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07913"/>
              </p:ext>
            </p:extLst>
          </p:nvPr>
        </p:nvGraphicFramePr>
        <p:xfrm>
          <a:off x="2169976" y="4798893"/>
          <a:ext cx="7848872" cy="187220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826256628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582531547"/>
                    </a:ext>
                  </a:extLst>
                </a:gridCol>
              </a:tblGrid>
              <a:tr h="636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Selling Price per Unit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20,000/-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6048752"/>
                  </a:ext>
                </a:extLst>
              </a:tr>
              <a:tr h="6366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Variable Cost per Unit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14,535/-</a:t>
                      </a:r>
                      <a:endParaRPr lang="en-US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5235700"/>
                  </a:ext>
                </a:extLst>
              </a:tr>
              <a:tr h="598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Profit per Unit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5,465/- </a:t>
                      </a:r>
                      <a:endParaRPr 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330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904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F4B61E-2FB7-9C45-592C-BF0EBF58E9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1028" y="334644"/>
            <a:ext cx="10506768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Break-Even Analysis</a:t>
            </a: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552" y="0"/>
            <a:ext cx="10503720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028" y="1512994"/>
            <a:ext cx="105037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graph of a break-even line&#10;&#10;Description automatically generated">
            <a:extLst>
              <a:ext uri="{FF2B5EF4-FFF2-40B4-BE49-F238E27FC236}">
                <a16:creationId xmlns:a16="http://schemas.microsoft.com/office/drawing/2014/main" id="{26A9A817-B450-483D-93A4-2506BE268D9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507" y="1737360"/>
            <a:ext cx="5696668" cy="4535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ECE940-399E-451E-B06F-AC4846163001}"/>
              </a:ext>
            </a:extLst>
          </p:cNvPr>
          <p:cNvSpPr txBox="1"/>
          <p:nvPr/>
        </p:nvSpPr>
        <p:spPr>
          <a:xfrm rot="16200000">
            <a:off x="3218738" y="3566215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8680">
              <a:spcAft>
                <a:spcPts val="600"/>
              </a:spcAft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&amp; Revenue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5571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9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21CE7D-6873-0B3C-5AD9-2DC367475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8714" y="457201"/>
            <a:ext cx="10906799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6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Sensitivity Analysis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6710" y="2343912"/>
            <a:ext cx="4570809" cy="18288"/>
          </a:xfrm>
          <a:custGeom>
            <a:avLst/>
            <a:gdLst>
              <a:gd name="connsiteX0" fmla="*/ 0 w 4570809"/>
              <a:gd name="connsiteY0" fmla="*/ 0 h 18288"/>
              <a:gd name="connsiteX1" fmla="*/ 515848 w 4570809"/>
              <a:gd name="connsiteY1" fmla="*/ 0 h 18288"/>
              <a:gd name="connsiteX2" fmla="*/ 1031697 w 4570809"/>
              <a:gd name="connsiteY2" fmla="*/ 0 h 18288"/>
              <a:gd name="connsiteX3" fmla="*/ 1638962 w 4570809"/>
              <a:gd name="connsiteY3" fmla="*/ 0 h 18288"/>
              <a:gd name="connsiteX4" fmla="*/ 2383350 w 4570809"/>
              <a:gd name="connsiteY4" fmla="*/ 0 h 18288"/>
              <a:gd name="connsiteX5" fmla="*/ 2944907 w 4570809"/>
              <a:gd name="connsiteY5" fmla="*/ 0 h 18288"/>
              <a:gd name="connsiteX6" fmla="*/ 3506463 w 4570809"/>
              <a:gd name="connsiteY6" fmla="*/ 0 h 18288"/>
              <a:gd name="connsiteX7" fmla="*/ 4570809 w 4570809"/>
              <a:gd name="connsiteY7" fmla="*/ 0 h 18288"/>
              <a:gd name="connsiteX8" fmla="*/ 4570809 w 4570809"/>
              <a:gd name="connsiteY8" fmla="*/ 18288 h 18288"/>
              <a:gd name="connsiteX9" fmla="*/ 3872128 w 4570809"/>
              <a:gd name="connsiteY9" fmla="*/ 18288 h 18288"/>
              <a:gd name="connsiteX10" fmla="*/ 3310572 w 4570809"/>
              <a:gd name="connsiteY10" fmla="*/ 18288 h 18288"/>
              <a:gd name="connsiteX11" fmla="*/ 2749015 w 4570809"/>
              <a:gd name="connsiteY11" fmla="*/ 18288 h 18288"/>
              <a:gd name="connsiteX12" fmla="*/ 2050334 w 4570809"/>
              <a:gd name="connsiteY12" fmla="*/ 18288 h 18288"/>
              <a:gd name="connsiteX13" fmla="*/ 1305945 w 4570809"/>
              <a:gd name="connsiteY13" fmla="*/ 18288 h 18288"/>
              <a:gd name="connsiteX14" fmla="*/ 790097 w 4570809"/>
              <a:gd name="connsiteY14" fmla="*/ 18288 h 18288"/>
              <a:gd name="connsiteX15" fmla="*/ 0 w 4570809"/>
              <a:gd name="connsiteY15" fmla="*/ 18288 h 18288"/>
              <a:gd name="connsiteX16" fmla="*/ 0 w 4570809"/>
              <a:gd name="connsiteY16" fmla="*/ 0 h 18288"/>
              <a:gd name="connsiteX0" fmla="*/ 0 w 4570809"/>
              <a:gd name="connsiteY0" fmla="*/ 0 h 18288"/>
              <a:gd name="connsiteX1" fmla="*/ 561557 w 4570809"/>
              <a:gd name="connsiteY1" fmla="*/ 0 h 18288"/>
              <a:gd name="connsiteX2" fmla="*/ 1077405 w 4570809"/>
              <a:gd name="connsiteY2" fmla="*/ 0 h 18288"/>
              <a:gd name="connsiteX3" fmla="*/ 1638962 w 4570809"/>
              <a:gd name="connsiteY3" fmla="*/ 0 h 18288"/>
              <a:gd name="connsiteX4" fmla="*/ 2291934 w 4570809"/>
              <a:gd name="connsiteY4" fmla="*/ 0 h 18288"/>
              <a:gd name="connsiteX5" fmla="*/ 2990615 w 4570809"/>
              <a:gd name="connsiteY5" fmla="*/ 0 h 18288"/>
              <a:gd name="connsiteX6" fmla="*/ 3735004 w 4570809"/>
              <a:gd name="connsiteY6" fmla="*/ 0 h 18288"/>
              <a:gd name="connsiteX7" fmla="*/ 4570809 w 4570809"/>
              <a:gd name="connsiteY7" fmla="*/ 0 h 18288"/>
              <a:gd name="connsiteX8" fmla="*/ 4570809 w 4570809"/>
              <a:gd name="connsiteY8" fmla="*/ 18288 h 18288"/>
              <a:gd name="connsiteX9" fmla="*/ 3872128 w 4570809"/>
              <a:gd name="connsiteY9" fmla="*/ 18288 h 18288"/>
              <a:gd name="connsiteX10" fmla="*/ 3127739 w 4570809"/>
              <a:gd name="connsiteY10" fmla="*/ 18288 h 18288"/>
              <a:gd name="connsiteX11" fmla="*/ 2383350 w 4570809"/>
              <a:gd name="connsiteY11" fmla="*/ 18288 h 18288"/>
              <a:gd name="connsiteX12" fmla="*/ 1867502 w 4570809"/>
              <a:gd name="connsiteY12" fmla="*/ 18288 h 18288"/>
              <a:gd name="connsiteX13" fmla="*/ 1168821 w 4570809"/>
              <a:gd name="connsiteY13" fmla="*/ 18288 h 18288"/>
              <a:gd name="connsiteX14" fmla="*/ 561557 w 4570809"/>
              <a:gd name="connsiteY14" fmla="*/ 18288 h 18288"/>
              <a:gd name="connsiteX15" fmla="*/ 0 w 4570809"/>
              <a:gd name="connsiteY15" fmla="*/ 18288 h 18288"/>
              <a:gd name="connsiteX16" fmla="*/ 0 w 457080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0809" h="18288" fill="none" extrusionOk="0">
                <a:moveTo>
                  <a:pt x="0" y="0"/>
                </a:moveTo>
                <a:cubicBezTo>
                  <a:pt x="115677" y="41419"/>
                  <a:pt x="349148" y="-9394"/>
                  <a:pt x="515848" y="0"/>
                </a:cubicBezTo>
                <a:cubicBezTo>
                  <a:pt x="654093" y="-5345"/>
                  <a:pt x="905379" y="-36067"/>
                  <a:pt x="1031697" y="0"/>
                </a:cubicBezTo>
                <a:cubicBezTo>
                  <a:pt x="1144872" y="-32308"/>
                  <a:pt x="1411779" y="-58247"/>
                  <a:pt x="1638962" y="0"/>
                </a:cubicBezTo>
                <a:cubicBezTo>
                  <a:pt x="1830212" y="-10771"/>
                  <a:pt x="2108641" y="-1729"/>
                  <a:pt x="2383350" y="0"/>
                </a:cubicBezTo>
                <a:cubicBezTo>
                  <a:pt x="2647425" y="-19134"/>
                  <a:pt x="2677762" y="-3537"/>
                  <a:pt x="2944907" y="0"/>
                </a:cubicBezTo>
                <a:cubicBezTo>
                  <a:pt x="3220811" y="-14210"/>
                  <a:pt x="3276808" y="-14917"/>
                  <a:pt x="3506463" y="0"/>
                </a:cubicBezTo>
                <a:cubicBezTo>
                  <a:pt x="3743862" y="-6458"/>
                  <a:pt x="4127115" y="-11020"/>
                  <a:pt x="4570809" y="0"/>
                </a:cubicBezTo>
                <a:cubicBezTo>
                  <a:pt x="4571629" y="9023"/>
                  <a:pt x="4570293" y="9538"/>
                  <a:pt x="4570809" y="18288"/>
                </a:cubicBezTo>
                <a:cubicBezTo>
                  <a:pt x="4350076" y="25519"/>
                  <a:pt x="4217443" y="-12983"/>
                  <a:pt x="3872128" y="18288"/>
                </a:cubicBezTo>
                <a:cubicBezTo>
                  <a:pt x="3541831" y="45840"/>
                  <a:pt x="3590446" y="32112"/>
                  <a:pt x="3310572" y="18288"/>
                </a:cubicBezTo>
                <a:cubicBezTo>
                  <a:pt x="3044821" y="10138"/>
                  <a:pt x="2995206" y="12947"/>
                  <a:pt x="2749015" y="18288"/>
                </a:cubicBezTo>
                <a:cubicBezTo>
                  <a:pt x="2477783" y="53671"/>
                  <a:pt x="2331069" y="62089"/>
                  <a:pt x="2050334" y="18288"/>
                </a:cubicBezTo>
                <a:cubicBezTo>
                  <a:pt x="1801080" y="2005"/>
                  <a:pt x="1664211" y="12525"/>
                  <a:pt x="1305945" y="18288"/>
                </a:cubicBezTo>
                <a:cubicBezTo>
                  <a:pt x="931319" y="16043"/>
                  <a:pt x="991741" y="32959"/>
                  <a:pt x="790097" y="18288"/>
                </a:cubicBezTo>
                <a:cubicBezTo>
                  <a:pt x="570610" y="-25423"/>
                  <a:pt x="273563" y="25900"/>
                  <a:pt x="0" y="18288"/>
                </a:cubicBezTo>
                <a:cubicBezTo>
                  <a:pt x="599" y="14243"/>
                  <a:pt x="272" y="6133"/>
                  <a:pt x="0" y="0"/>
                </a:cubicBezTo>
                <a:close/>
              </a:path>
              <a:path w="4570809" h="18288" stroke="0" extrusionOk="0">
                <a:moveTo>
                  <a:pt x="0" y="0"/>
                </a:moveTo>
                <a:cubicBezTo>
                  <a:pt x="180418" y="-42887"/>
                  <a:pt x="366429" y="-6052"/>
                  <a:pt x="561557" y="0"/>
                </a:cubicBezTo>
                <a:cubicBezTo>
                  <a:pt x="770104" y="-2037"/>
                  <a:pt x="912138" y="-3635"/>
                  <a:pt x="1077405" y="0"/>
                </a:cubicBezTo>
                <a:cubicBezTo>
                  <a:pt x="1242589" y="12576"/>
                  <a:pt x="1424335" y="-7452"/>
                  <a:pt x="1638962" y="0"/>
                </a:cubicBezTo>
                <a:cubicBezTo>
                  <a:pt x="1828268" y="-32379"/>
                  <a:pt x="2129522" y="10215"/>
                  <a:pt x="2291934" y="0"/>
                </a:cubicBezTo>
                <a:cubicBezTo>
                  <a:pt x="2477442" y="27448"/>
                  <a:pt x="2740328" y="-4281"/>
                  <a:pt x="2990615" y="0"/>
                </a:cubicBezTo>
                <a:cubicBezTo>
                  <a:pt x="3182340" y="64080"/>
                  <a:pt x="3449821" y="-35915"/>
                  <a:pt x="3735004" y="0"/>
                </a:cubicBezTo>
                <a:cubicBezTo>
                  <a:pt x="4040117" y="74754"/>
                  <a:pt x="4311039" y="20970"/>
                  <a:pt x="4570809" y="0"/>
                </a:cubicBezTo>
                <a:cubicBezTo>
                  <a:pt x="4569748" y="6404"/>
                  <a:pt x="4571135" y="11682"/>
                  <a:pt x="4570809" y="18288"/>
                </a:cubicBezTo>
                <a:cubicBezTo>
                  <a:pt x="4398230" y="52866"/>
                  <a:pt x="4149396" y="17457"/>
                  <a:pt x="3872128" y="18288"/>
                </a:cubicBezTo>
                <a:cubicBezTo>
                  <a:pt x="3561523" y="54249"/>
                  <a:pt x="3395392" y="12221"/>
                  <a:pt x="3127739" y="18288"/>
                </a:cubicBezTo>
                <a:cubicBezTo>
                  <a:pt x="2889067" y="5965"/>
                  <a:pt x="2694976" y="27079"/>
                  <a:pt x="2383350" y="18288"/>
                </a:cubicBezTo>
                <a:cubicBezTo>
                  <a:pt x="2101675" y="2080"/>
                  <a:pt x="2103589" y="9588"/>
                  <a:pt x="1867502" y="18288"/>
                </a:cubicBezTo>
                <a:cubicBezTo>
                  <a:pt x="1646551" y="-5113"/>
                  <a:pt x="1479338" y="21498"/>
                  <a:pt x="1168821" y="18288"/>
                </a:cubicBezTo>
                <a:cubicBezTo>
                  <a:pt x="883790" y="21835"/>
                  <a:pt x="830223" y="2490"/>
                  <a:pt x="561557" y="18288"/>
                </a:cubicBezTo>
                <a:cubicBezTo>
                  <a:pt x="288311" y="40157"/>
                  <a:pt x="244466" y="16248"/>
                  <a:pt x="0" y="18288"/>
                </a:cubicBezTo>
                <a:cubicBezTo>
                  <a:pt x="449" y="10536"/>
                  <a:pt x="-339" y="8270"/>
                  <a:pt x="0" y="0"/>
                </a:cubicBezTo>
                <a:close/>
              </a:path>
              <a:path w="4570809" h="18288" fill="none" stroke="0" extrusionOk="0">
                <a:moveTo>
                  <a:pt x="0" y="0"/>
                </a:moveTo>
                <a:cubicBezTo>
                  <a:pt x="114856" y="19040"/>
                  <a:pt x="345668" y="4980"/>
                  <a:pt x="515848" y="0"/>
                </a:cubicBezTo>
                <a:cubicBezTo>
                  <a:pt x="654033" y="-20618"/>
                  <a:pt x="886742" y="-7733"/>
                  <a:pt x="1031697" y="0"/>
                </a:cubicBezTo>
                <a:cubicBezTo>
                  <a:pt x="1203202" y="-5727"/>
                  <a:pt x="1412628" y="-2103"/>
                  <a:pt x="1638962" y="0"/>
                </a:cubicBezTo>
                <a:cubicBezTo>
                  <a:pt x="1876857" y="39223"/>
                  <a:pt x="2156958" y="33098"/>
                  <a:pt x="2383350" y="0"/>
                </a:cubicBezTo>
                <a:cubicBezTo>
                  <a:pt x="2645367" y="-14615"/>
                  <a:pt x="2676303" y="-3387"/>
                  <a:pt x="2944907" y="0"/>
                </a:cubicBezTo>
                <a:cubicBezTo>
                  <a:pt x="3208386" y="-17984"/>
                  <a:pt x="3273582" y="-14964"/>
                  <a:pt x="3506463" y="0"/>
                </a:cubicBezTo>
                <a:cubicBezTo>
                  <a:pt x="3771854" y="26834"/>
                  <a:pt x="4092981" y="-29994"/>
                  <a:pt x="4570809" y="0"/>
                </a:cubicBezTo>
                <a:cubicBezTo>
                  <a:pt x="4571608" y="8810"/>
                  <a:pt x="4570357" y="9090"/>
                  <a:pt x="4570809" y="18288"/>
                </a:cubicBezTo>
                <a:cubicBezTo>
                  <a:pt x="4369238" y="31076"/>
                  <a:pt x="4185958" y="-19112"/>
                  <a:pt x="3872128" y="18288"/>
                </a:cubicBezTo>
                <a:cubicBezTo>
                  <a:pt x="3541604" y="34134"/>
                  <a:pt x="3593712" y="25482"/>
                  <a:pt x="3310572" y="18288"/>
                </a:cubicBezTo>
                <a:cubicBezTo>
                  <a:pt x="3041163" y="10316"/>
                  <a:pt x="2981288" y="6889"/>
                  <a:pt x="2749015" y="18288"/>
                </a:cubicBezTo>
                <a:cubicBezTo>
                  <a:pt x="2512062" y="26900"/>
                  <a:pt x="2299380" y="49256"/>
                  <a:pt x="2050334" y="18288"/>
                </a:cubicBezTo>
                <a:cubicBezTo>
                  <a:pt x="1771692" y="2255"/>
                  <a:pt x="1672022" y="33417"/>
                  <a:pt x="1305945" y="18288"/>
                </a:cubicBezTo>
                <a:cubicBezTo>
                  <a:pt x="944075" y="5754"/>
                  <a:pt x="995761" y="17935"/>
                  <a:pt x="790097" y="18288"/>
                </a:cubicBezTo>
                <a:cubicBezTo>
                  <a:pt x="569767" y="-32319"/>
                  <a:pt x="312305" y="-43205"/>
                  <a:pt x="0" y="18288"/>
                </a:cubicBezTo>
                <a:cubicBezTo>
                  <a:pt x="-355" y="12955"/>
                  <a:pt x="-634" y="61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4570809"/>
                      <a:gd name="connsiteY0" fmla="*/ 0 h 18288"/>
                      <a:gd name="connsiteX1" fmla="*/ 515848 w 4570809"/>
                      <a:gd name="connsiteY1" fmla="*/ 0 h 18288"/>
                      <a:gd name="connsiteX2" fmla="*/ 1031697 w 4570809"/>
                      <a:gd name="connsiteY2" fmla="*/ 0 h 18288"/>
                      <a:gd name="connsiteX3" fmla="*/ 1638962 w 4570809"/>
                      <a:gd name="connsiteY3" fmla="*/ 0 h 18288"/>
                      <a:gd name="connsiteX4" fmla="*/ 2383350 w 4570809"/>
                      <a:gd name="connsiteY4" fmla="*/ 0 h 18288"/>
                      <a:gd name="connsiteX5" fmla="*/ 2944907 w 4570809"/>
                      <a:gd name="connsiteY5" fmla="*/ 0 h 18288"/>
                      <a:gd name="connsiteX6" fmla="*/ 3506463 w 4570809"/>
                      <a:gd name="connsiteY6" fmla="*/ 0 h 18288"/>
                      <a:gd name="connsiteX7" fmla="*/ 4570809 w 4570809"/>
                      <a:gd name="connsiteY7" fmla="*/ 0 h 18288"/>
                      <a:gd name="connsiteX8" fmla="*/ 4570809 w 4570809"/>
                      <a:gd name="connsiteY8" fmla="*/ 18288 h 18288"/>
                      <a:gd name="connsiteX9" fmla="*/ 3872128 w 4570809"/>
                      <a:gd name="connsiteY9" fmla="*/ 18288 h 18288"/>
                      <a:gd name="connsiteX10" fmla="*/ 3310572 w 4570809"/>
                      <a:gd name="connsiteY10" fmla="*/ 18288 h 18288"/>
                      <a:gd name="connsiteX11" fmla="*/ 2749015 w 4570809"/>
                      <a:gd name="connsiteY11" fmla="*/ 18288 h 18288"/>
                      <a:gd name="connsiteX12" fmla="*/ 2050334 w 4570809"/>
                      <a:gd name="connsiteY12" fmla="*/ 18288 h 18288"/>
                      <a:gd name="connsiteX13" fmla="*/ 1305945 w 4570809"/>
                      <a:gd name="connsiteY13" fmla="*/ 18288 h 18288"/>
                      <a:gd name="connsiteX14" fmla="*/ 790097 w 4570809"/>
                      <a:gd name="connsiteY14" fmla="*/ 18288 h 18288"/>
                      <a:gd name="connsiteX15" fmla="*/ 0 w 4570809"/>
                      <a:gd name="connsiteY15" fmla="*/ 18288 h 18288"/>
                      <a:gd name="connsiteX16" fmla="*/ 0 w 4570809"/>
                      <a:gd name="connsiteY16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570809" h="18288" fill="none" extrusionOk="0">
                        <a:moveTo>
                          <a:pt x="0" y="0"/>
                        </a:moveTo>
                        <a:cubicBezTo>
                          <a:pt x="130589" y="11804"/>
                          <a:pt x="357796" y="18988"/>
                          <a:pt x="515848" y="0"/>
                        </a:cubicBezTo>
                        <a:cubicBezTo>
                          <a:pt x="673900" y="-18988"/>
                          <a:pt x="898050" y="-13988"/>
                          <a:pt x="1031697" y="0"/>
                        </a:cubicBezTo>
                        <a:cubicBezTo>
                          <a:pt x="1165344" y="13988"/>
                          <a:pt x="1434010" y="-13084"/>
                          <a:pt x="1638962" y="0"/>
                        </a:cubicBezTo>
                        <a:cubicBezTo>
                          <a:pt x="1843914" y="13084"/>
                          <a:pt x="2124864" y="16367"/>
                          <a:pt x="2383350" y="0"/>
                        </a:cubicBezTo>
                        <a:cubicBezTo>
                          <a:pt x="2641836" y="-16367"/>
                          <a:pt x="2676823" y="5102"/>
                          <a:pt x="2944907" y="0"/>
                        </a:cubicBezTo>
                        <a:cubicBezTo>
                          <a:pt x="3212991" y="-5102"/>
                          <a:pt x="3275382" y="-18192"/>
                          <a:pt x="3506463" y="0"/>
                        </a:cubicBezTo>
                        <a:cubicBezTo>
                          <a:pt x="3737544" y="18192"/>
                          <a:pt x="4144455" y="-14394"/>
                          <a:pt x="4570809" y="0"/>
                        </a:cubicBezTo>
                        <a:cubicBezTo>
                          <a:pt x="4571704" y="8974"/>
                          <a:pt x="4570263" y="9359"/>
                          <a:pt x="4570809" y="18288"/>
                        </a:cubicBezTo>
                        <a:cubicBezTo>
                          <a:pt x="4364577" y="38638"/>
                          <a:pt x="4201392" y="-7009"/>
                          <a:pt x="3872128" y="18288"/>
                        </a:cubicBezTo>
                        <a:cubicBezTo>
                          <a:pt x="3542864" y="43585"/>
                          <a:pt x="3583378" y="28341"/>
                          <a:pt x="3310572" y="18288"/>
                        </a:cubicBezTo>
                        <a:cubicBezTo>
                          <a:pt x="3037766" y="8235"/>
                          <a:pt x="2991030" y="9559"/>
                          <a:pt x="2749015" y="18288"/>
                        </a:cubicBezTo>
                        <a:cubicBezTo>
                          <a:pt x="2507000" y="27017"/>
                          <a:pt x="2304636" y="41089"/>
                          <a:pt x="2050334" y="18288"/>
                        </a:cubicBezTo>
                        <a:cubicBezTo>
                          <a:pt x="1796032" y="-4513"/>
                          <a:pt x="1668822" y="25068"/>
                          <a:pt x="1305945" y="18288"/>
                        </a:cubicBezTo>
                        <a:cubicBezTo>
                          <a:pt x="943068" y="11508"/>
                          <a:pt x="993706" y="30281"/>
                          <a:pt x="790097" y="18288"/>
                        </a:cubicBezTo>
                        <a:cubicBezTo>
                          <a:pt x="586488" y="6295"/>
                          <a:pt x="306699" y="-17432"/>
                          <a:pt x="0" y="18288"/>
                        </a:cubicBezTo>
                        <a:cubicBezTo>
                          <a:pt x="-229" y="14222"/>
                          <a:pt x="509" y="5816"/>
                          <a:pt x="0" y="0"/>
                        </a:cubicBezTo>
                        <a:close/>
                      </a:path>
                      <a:path w="4570809" h="18288" stroke="0" extrusionOk="0">
                        <a:moveTo>
                          <a:pt x="0" y="0"/>
                        </a:moveTo>
                        <a:cubicBezTo>
                          <a:pt x="152532" y="-2364"/>
                          <a:pt x="357923" y="1427"/>
                          <a:pt x="561557" y="0"/>
                        </a:cubicBezTo>
                        <a:cubicBezTo>
                          <a:pt x="765191" y="-1427"/>
                          <a:pt x="918920" y="-15661"/>
                          <a:pt x="1077405" y="0"/>
                        </a:cubicBezTo>
                        <a:cubicBezTo>
                          <a:pt x="1235890" y="15661"/>
                          <a:pt x="1460747" y="11963"/>
                          <a:pt x="1638962" y="0"/>
                        </a:cubicBezTo>
                        <a:cubicBezTo>
                          <a:pt x="1817177" y="-11963"/>
                          <a:pt x="2125574" y="8824"/>
                          <a:pt x="2291934" y="0"/>
                        </a:cubicBezTo>
                        <a:cubicBezTo>
                          <a:pt x="2458294" y="-8824"/>
                          <a:pt x="2784153" y="-12947"/>
                          <a:pt x="2990615" y="0"/>
                        </a:cubicBezTo>
                        <a:cubicBezTo>
                          <a:pt x="3197077" y="12947"/>
                          <a:pt x="3428629" y="-16296"/>
                          <a:pt x="3735004" y="0"/>
                        </a:cubicBezTo>
                        <a:cubicBezTo>
                          <a:pt x="4041379" y="16296"/>
                          <a:pt x="4318160" y="-6098"/>
                          <a:pt x="4570809" y="0"/>
                        </a:cubicBezTo>
                        <a:cubicBezTo>
                          <a:pt x="4570354" y="6162"/>
                          <a:pt x="4570712" y="11775"/>
                          <a:pt x="4570809" y="18288"/>
                        </a:cubicBezTo>
                        <a:cubicBezTo>
                          <a:pt x="4396028" y="40170"/>
                          <a:pt x="4132994" y="11222"/>
                          <a:pt x="3872128" y="18288"/>
                        </a:cubicBezTo>
                        <a:cubicBezTo>
                          <a:pt x="3611262" y="25354"/>
                          <a:pt x="3374891" y="17697"/>
                          <a:pt x="3127739" y="18288"/>
                        </a:cubicBezTo>
                        <a:cubicBezTo>
                          <a:pt x="2880587" y="18879"/>
                          <a:pt x="2664411" y="34935"/>
                          <a:pt x="2383350" y="18288"/>
                        </a:cubicBezTo>
                        <a:cubicBezTo>
                          <a:pt x="2102289" y="1641"/>
                          <a:pt x="2103614" y="8588"/>
                          <a:pt x="1867502" y="18288"/>
                        </a:cubicBezTo>
                        <a:cubicBezTo>
                          <a:pt x="1631390" y="27988"/>
                          <a:pt x="1460355" y="24402"/>
                          <a:pt x="1168821" y="18288"/>
                        </a:cubicBezTo>
                        <a:cubicBezTo>
                          <a:pt x="877287" y="12174"/>
                          <a:pt x="832023" y="-2656"/>
                          <a:pt x="561557" y="18288"/>
                        </a:cubicBezTo>
                        <a:cubicBezTo>
                          <a:pt x="291091" y="39232"/>
                          <a:pt x="243289" y="14072"/>
                          <a:pt x="0" y="18288"/>
                        </a:cubicBezTo>
                        <a:cubicBezTo>
                          <a:pt x="766" y="10800"/>
                          <a:pt x="-457" y="818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32DECA-15E9-6E4D-B76F-D7E9DFB90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637627"/>
              </p:ext>
            </p:extLst>
          </p:nvPr>
        </p:nvGraphicFramePr>
        <p:xfrm>
          <a:off x="1584519" y="2834648"/>
          <a:ext cx="9019786" cy="32220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95931">
                  <a:extLst>
                    <a:ext uri="{9D8B030D-6E8A-4147-A177-3AD203B41FA5}">
                      <a16:colId xmlns:a16="http://schemas.microsoft.com/office/drawing/2014/main" val="2820426567"/>
                    </a:ext>
                  </a:extLst>
                </a:gridCol>
                <a:gridCol w="1681759">
                  <a:extLst>
                    <a:ext uri="{9D8B030D-6E8A-4147-A177-3AD203B41FA5}">
                      <a16:colId xmlns:a16="http://schemas.microsoft.com/office/drawing/2014/main" val="491650701"/>
                    </a:ext>
                  </a:extLst>
                </a:gridCol>
                <a:gridCol w="1603296">
                  <a:extLst>
                    <a:ext uri="{9D8B030D-6E8A-4147-A177-3AD203B41FA5}">
                      <a16:colId xmlns:a16="http://schemas.microsoft.com/office/drawing/2014/main" val="1525505480"/>
                    </a:ext>
                  </a:extLst>
                </a:gridCol>
                <a:gridCol w="1558180">
                  <a:extLst>
                    <a:ext uri="{9D8B030D-6E8A-4147-A177-3AD203B41FA5}">
                      <a16:colId xmlns:a16="http://schemas.microsoft.com/office/drawing/2014/main" val="2519417376"/>
                    </a:ext>
                  </a:extLst>
                </a:gridCol>
                <a:gridCol w="1380620">
                  <a:extLst>
                    <a:ext uri="{9D8B030D-6E8A-4147-A177-3AD203B41FA5}">
                      <a16:colId xmlns:a16="http://schemas.microsoft.com/office/drawing/2014/main" val="3887601636"/>
                    </a:ext>
                  </a:extLst>
                </a:gridCol>
              </a:tblGrid>
              <a:tr h="4146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Sensitivity of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% Increase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Initial Q</a:t>
                      </a:r>
                      <a:r>
                        <a:rPr lang="en-US" sz="2000" kern="100" baseline="-25000" dirty="0">
                          <a:effectLst/>
                        </a:rPr>
                        <a:t>BEP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Final Q</a:t>
                      </a:r>
                      <a:r>
                        <a:rPr lang="en-US" sz="2000" kern="100" baseline="-25000">
                          <a:effectLst/>
                        </a:rPr>
                        <a:t>BEP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% </a:t>
                      </a:r>
                      <a:r>
                        <a:rPr lang="el-GR" sz="2000" kern="100">
                          <a:effectLst/>
                        </a:rPr>
                        <a:t>Δ</a:t>
                      </a:r>
                      <a:r>
                        <a:rPr lang="en-US" sz="2000" kern="100">
                          <a:effectLst/>
                        </a:rPr>
                        <a:t>Q</a:t>
                      </a:r>
                      <a:r>
                        <a:rPr lang="en-US" sz="2000" kern="100" baseline="-25000">
                          <a:effectLst/>
                        </a:rPr>
                        <a:t>BEP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extLst>
                  <a:ext uri="{0D108BD9-81ED-4DB2-BD59-A6C34878D82A}">
                    <a16:rowId xmlns:a16="http://schemas.microsoft.com/office/drawing/2014/main" val="2530266114"/>
                  </a:ext>
                </a:extLst>
              </a:tr>
              <a:tr h="4146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Direct Material Cost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10 %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1,140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1,384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21.4%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extLst>
                  <a:ext uri="{0D108BD9-81ED-4DB2-BD59-A6C34878D82A}">
                    <a16:rowId xmlns:a16="http://schemas.microsoft.com/office/drawing/2014/main" val="136449652"/>
                  </a:ext>
                </a:extLst>
              </a:tr>
              <a:tr h="4146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Direct Labor Cost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10 %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1,140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1,253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9.9%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extLst>
                  <a:ext uri="{0D108BD9-81ED-4DB2-BD59-A6C34878D82A}">
                    <a16:rowId xmlns:a16="http://schemas.microsoft.com/office/drawing/2014/main" val="1296870233"/>
                  </a:ext>
                </a:extLst>
              </a:tr>
              <a:tr h="765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Manufacturing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Overhead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10%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1,140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1,178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3.3%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extLst>
                  <a:ext uri="{0D108BD9-81ED-4DB2-BD59-A6C34878D82A}">
                    <a16:rowId xmlns:a16="http://schemas.microsoft.com/office/drawing/2014/main" val="2958985774"/>
                  </a:ext>
                </a:extLst>
              </a:tr>
              <a:tr h="4146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Administrative Cost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10 %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1,140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1,175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3.07%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extLst>
                  <a:ext uri="{0D108BD9-81ED-4DB2-BD59-A6C34878D82A}">
                    <a16:rowId xmlns:a16="http://schemas.microsoft.com/office/drawing/2014/main" val="2262180010"/>
                  </a:ext>
                </a:extLst>
              </a:tr>
              <a:tr h="7980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Sales and Marketing Expense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</a:rPr>
                        <a:t>10 %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1,140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1,148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0.7%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238" marR="92238" marT="0" marB="0" anchor="ctr"/>
                </a:tc>
                <a:extLst>
                  <a:ext uri="{0D108BD9-81ED-4DB2-BD59-A6C34878D82A}">
                    <a16:rowId xmlns:a16="http://schemas.microsoft.com/office/drawing/2014/main" val="2218556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477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0A982F2-A758-6D8B-329E-E7AC2A5A157C}"/>
              </a:ext>
            </a:extLst>
          </p:cNvPr>
          <p:cNvSpPr txBox="1"/>
          <p:nvPr/>
        </p:nvSpPr>
        <p:spPr>
          <a:xfrm>
            <a:off x="2143113" y="4498291"/>
            <a:ext cx="1839003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>
              <a:defRPr/>
            </a:pPr>
            <a:r>
              <a:rPr lang="en-US" sz="1600" dirty="0">
                <a:latin typeface="Varela Round" panose="00000500000000000000" pitchFamily="2" charset="-79"/>
                <a:cs typeface="Varela Round" panose="00000500000000000000" pitchFamily="2" charset="-79"/>
              </a:rPr>
              <a:t>Md. </a:t>
            </a:r>
            <a:r>
              <a:rPr lang="en-US" sz="1600" dirty="0" err="1">
                <a:latin typeface="Varela Round" panose="00000500000000000000" pitchFamily="2" charset="-79"/>
                <a:cs typeface="Varela Round" panose="00000500000000000000" pitchFamily="2" charset="-79"/>
              </a:rPr>
              <a:t>Masud</a:t>
            </a:r>
            <a:r>
              <a:rPr lang="en-US" sz="1600" dirty="0">
                <a:latin typeface="Varela Round" panose="00000500000000000000" pitchFamily="2" charset="-79"/>
                <a:cs typeface="Varela Round" panose="00000500000000000000" pitchFamily="2" charset="-79"/>
              </a:rPr>
              <a:t> Rana</a:t>
            </a:r>
            <a:endParaRPr lang="en-IN" sz="1600" dirty="0"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4E4055-78AD-90CA-4C26-4F53CA367594}"/>
              </a:ext>
            </a:extLst>
          </p:cNvPr>
          <p:cNvSpPr txBox="1"/>
          <p:nvPr/>
        </p:nvSpPr>
        <p:spPr>
          <a:xfrm>
            <a:off x="4205940" y="4098247"/>
            <a:ext cx="1724580" cy="58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>
              <a:defRPr/>
            </a:pPr>
            <a:r>
              <a:rPr lang="en-US" sz="1600" dirty="0">
                <a:latin typeface="Varela Round" panose="00000500000000000000" pitchFamily="2" charset="-79"/>
                <a:cs typeface="Varela Round" panose="00000500000000000000" pitchFamily="2" charset="-79"/>
              </a:rPr>
              <a:t>An-Nur Taiweb Rahman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0AB47A-98C8-A676-BFFA-7339C838D834}"/>
              </a:ext>
            </a:extLst>
          </p:cNvPr>
          <p:cNvSpPr txBox="1"/>
          <p:nvPr/>
        </p:nvSpPr>
        <p:spPr>
          <a:xfrm>
            <a:off x="6263200" y="4537220"/>
            <a:ext cx="1717374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>
              <a:defRPr/>
            </a:pPr>
            <a:r>
              <a:rPr lang="en-US" sz="1600" dirty="0">
                <a:latin typeface="Varela Round" panose="00000500000000000000" pitchFamily="2" charset="-79"/>
                <a:cs typeface="Varela Round" panose="00000500000000000000" pitchFamily="2" charset="-79"/>
              </a:rPr>
              <a:t>Shovon Biswas</a:t>
            </a:r>
            <a:endParaRPr lang="en-IN" sz="1600" dirty="0"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927087-09FA-18CE-7B19-5BE8268A81A1}"/>
              </a:ext>
            </a:extLst>
          </p:cNvPr>
          <p:cNvSpPr txBox="1"/>
          <p:nvPr/>
        </p:nvSpPr>
        <p:spPr>
          <a:xfrm>
            <a:off x="8287058" y="4098247"/>
            <a:ext cx="1658223" cy="58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>
              <a:defRPr/>
            </a:pPr>
            <a:r>
              <a:rPr lang="en-US" sz="1600" dirty="0">
                <a:latin typeface="Varela Round" panose="00000500000000000000" pitchFamily="2" charset="-79"/>
                <a:cs typeface="Varela Round" panose="00000500000000000000" pitchFamily="2" charset="-79"/>
              </a:rPr>
              <a:t>Sumaya Tasnim Sweety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6A06E45-6E24-6474-164D-B750925FF2B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8" t="8671" r="522" b="-4807"/>
          <a:stretch/>
        </p:blipFill>
        <p:spPr>
          <a:xfrm>
            <a:off x="2230799" y="1909763"/>
            <a:ext cx="1717675" cy="24812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C6250478-E9CF-D871-88EF-E37F2D024C1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4" t="25848" r="19518" b="25254"/>
          <a:stretch/>
        </p:blipFill>
        <p:spPr>
          <a:xfrm rot="5400000">
            <a:off x="3877224" y="2025317"/>
            <a:ext cx="2397125" cy="16589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2C3D80D5-10B9-2F33-9B00-18EDA07BE156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t="9457" r="43385" b="15706"/>
          <a:stretch/>
        </p:blipFill>
        <p:spPr>
          <a:xfrm>
            <a:off x="6291651" y="2004674"/>
            <a:ext cx="1700212" cy="24812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975A1434-6A1F-2AB3-7C52-158BACE100C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4" t="16925" r="3410" b="1026"/>
          <a:stretch/>
        </p:blipFill>
        <p:spPr>
          <a:xfrm>
            <a:off x="8266154" y="1656222"/>
            <a:ext cx="1657350" cy="2397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FC2E9D7-DAE9-4317-8E53-5A96FB3849E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1" t="14011" r="19556"/>
          <a:stretch/>
        </p:blipFill>
        <p:spPr>
          <a:xfrm>
            <a:off x="322163" y="1668130"/>
            <a:ext cx="1585913" cy="2373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667AA75-A5EE-48F2-9057-EAD228D6835D}"/>
              </a:ext>
            </a:extLst>
          </p:cNvPr>
          <p:cNvSpPr txBox="1"/>
          <p:nvPr/>
        </p:nvSpPr>
        <p:spPr>
          <a:xfrm>
            <a:off x="10039253" y="4576150"/>
            <a:ext cx="2162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>
              <a:defRPr/>
            </a:pPr>
            <a:r>
              <a:rPr lang="en-US" sz="1600" dirty="0">
                <a:latin typeface="Varela Round" panose="00000500000000000000" pitchFamily="2" charset="-79"/>
                <a:cs typeface="Varela Round" panose="00000500000000000000" pitchFamily="2" charset="-79"/>
              </a:rPr>
              <a:t>Md. Shadab Sakib</a:t>
            </a:r>
          </a:p>
        </p:txBody>
      </p:sp>
      <p:pic>
        <p:nvPicPr>
          <p:cNvPr id="42" name="Picture Placeholder 36">
            <a:extLst>
              <a:ext uri="{FF2B5EF4-FFF2-40B4-BE49-F238E27FC236}">
                <a16:creationId xmlns:a16="http://schemas.microsoft.com/office/drawing/2014/main" id="{3BFC8C23-660B-4AED-94DC-82273056F79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" r="3012"/>
          <a:stretch/>
        </p:blipFill>
        <p:spPr>
          <a:xfrm>
            <a:off x="10208439" y="1957416"/>
            <a:ext cx="1658223" cy="24812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0C10C4D-BA59-460F-BD2F-45805A9E223D}"/>
              </a:ext>
            </a:extLst>
          </p:cNvPr>
          <p:cNvSpPr txBox="1"/>
          <p:nvPr/>
        </p:nvSpPr>
        <p:spPr>
          <a:xfrm>
            <a:off x="2209048" y="4826421"/>
            <a:ext cx="1783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tifakt Element Black" panose="020B0A03050000020004"/>
                <a:cs typeface="Times New Roman" panose="02020603050405020304" pitchFamily="18" charset="0"/>
              </a:rPr>
              <a:t>1908046</a:t>
            </a:r>
            <a:endParaRPr lang="en-US" sz="1400" dirty="0">
              <a:latin typeface="Catamaran"/>
              <a:cs typeface="Varela Round" panose="00000500000000000000" pitchFamily="2" charset="-79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162AFD-A43B-4C3F-A4C5-21C0C06C6BED}"/>
              </a:ext>
            </a:extLst>
          </p:cNvPr>
          <p:cNvSpPr txBox="1"/>
          <p:nvPr/>
        </p:nvSpPr>
        <p:spPr>
          <a:xfrm>
            <a:off x="6207507" y="4828313"/>
            <a:ext cx="1839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tifakt Element Black" panose="020B0A03050000020004"/>
                <a:cs typeface="Times New Roman" panose="02020603050405020304" pitchFamily="18" charset="0"/>
              </a:rPr>
              <a:t>1908048</a:t>
            </a:r>
            <a:endParaRPr lang="en-US" sz="1400" dirty="0">
              <a:latin typeface="Catamaran"/>
              <a:cs typeface="Varela Round" panose="00000500000000000000" pitchFamily="2" charset="-79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FFC545-C507-415C-98F9-AD6431086F5B}"/>
              </a:ext>
            </a:extLst>
          </p:cNvPr>
          <p:cNvSpPr txBox="1"/>
          <p:nvPr/>
        </p:nvSpPr>
        <p:spPr>
          <a:xfrm>
            <a:off x="8266154" y="4682869"/>
            <a:ext cx="1700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tifakt Element Black" panose="020B0A03050000020004"/>
                <a:cs typeface="Times New Roman" panose="02020603050405020304" pitchFamily="18" charset="0"/>
              </a:rPr>
              <a:t>1908049</a:t>
            </a:r>
            <a:endParaRPr lang="en-US" sz="1400" dirty="0">
              <a:latin typeface="Catamaran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5458CD-09AF-4677-9783-CD084A86B1DF}"/>
              </a:ext>
            </a:extLst>
          </p:cNvPr>
          <p:cNvSpPr txBox="1"/>
          <p:nvPr/>
        </p:nvSpPr>
        <p:spPr>
          <a:xfrm>
            <a:off x="10208439" y="4824528"/>
            <a:ext cx="165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tifakt Element Black" panose="020B0A03050000020004"/>
                <a:cs typeface="Times New Roman" panose="02020603050405020304" pitchFamily="18" charset="0"/>
              </a:rPr>
              <a:t>1908050</a:t>
            </a:r>
            <a:endParaRPr lang="en-US" sz="1400" dirty="0">
              <a:latin typeface="Catamaran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D74678-5B4B-45CA-B9C5-026AA1DD1409}"/>
              </a:ext>
            </a:extLst>
          </p:cNvPr>
          <p:cNvSpPr txBox="1"/>
          <p:nvPr/>
        </p:nvSpPr>
        <p:spPr>
          <a:xfrm>
            <a:off x="4159685" y="4664943"/>
            <a:ext cx="1903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tifakt Element Black" panose="020B0A03050000020004"/>
                <a:cs typeface="Times New Roman" panose="02020603050405020304" pitchFamily="18" charset="0"/>
              </a:rPr>
              <a:t>1908047</a:t>
            </a:r>
            <a:endParaRPr lang="en-US" sz="1400" dirty="0">
              <a:latin typeface="Catamaran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CB6E6C-CD54-419D-AC19-32F6086F2786}"/>
              </a:ext>
            </a:extLst>
          </p:cNvPr>
          <p:cNvSpPr txBox="1"/>
          <p:nvPr/>
        </p:nvSpPr>
        <p:spPr>
          <a:xfrm>
            <a:off x="341039" y="4098247"/>
            <a:ext cx="1592694" cy="58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>
              <a:defRPr/>
            </a:pPr>
            <a:r>
              <a:rPr lang="en-US" sz="1600" dirty="0">
                <a:latin typeface="Varela Round" panose="00000500000000000000" pitchFamily="2" charset="-79"/>
                <a:cs typeface="Varela Round" panose="00000500000000000000" pitchFamily="2" charset="-79"/>
              </a:rPr>
              <a:t>Bristy Rani Sarker</a:t>
            </a:r>
            <a:endParaRPr lang="en-IN" sz="1600" dirty="0"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7865F-6B16-4194-A3C1-34BF499E6D1D}"/>
              </a:ext>
            </a:extLst>
          </p:cNvPr>
          <p:cNvSpPr txBox="1"/>
          <p:nvPr/>
        </p:nvSpPr>
        <p:spPr>
          <a:xfrm>
            <a:off x="354044" y="4647017"/>
            <a:ext cx="1577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tamaran"/>
                <a:cs typeface="Times New Roman" panose="02020603050405020304" pitchFamily="18" charset="0"/>
              </a:rPr>
              <a:t>1908045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14220-2B90-8ABD-D6B8-5361BE48BB9A}"/>
              </a:ext>
            </a:extLst>
          </p:cNvPr>
          <p:cNvSpPr txBox="1"/>
          <p:nvPr/>
        </p:nvSpPr>
        <p:spPr>
          <a:xfrm>
            <a:off x="470657" y="414510"/>
            <a:ext cx="6181907" cy="58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99" dirty="0">
                <a:latin typeface="Varela Round" panose="00000500000000000000" pitchFamily="2" charset="-79"/>
                <a:cs typeface="Varela Round" panose="00000500000000000000" pitchFamily="2" charset="-79"/>
              </a:rPr>
              <a:t>Our Team</a:t>
            </a:r>
            <a:endParaRPr lang="en-GB" sz="3199" dirty="0"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73873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058" y="-253670"/>
            <a:ext cx="1827162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408" y="422146"/>
            <a:ext cx="645200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0866" y="655140"/>
            <a:ext cx="687293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4206" y="0"/>
            <a:ext cx="2834619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4266" y="6115501"/>
            <a:ext cx="149412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2099" y="6453143"/>
            <a:ext cx="814691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4882" y="643467"/>
            <a:ext cx="9899060" cy="5571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86E15-61D8-6734-2653-810B6C5E7182}"/>
              </a:ext>
            </a:extLst>
          </p:cNvPr>
          <p:cNvSpPr txBox="1"/>
          <p:nvPr/>
        </p:nvSpPr>
        <p:spPr>
          <a:xfrm>
            <a:off x="1825612" y="1010144"/>
            <a:ext cx="8537600" cy="33034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740664">
              <a:lnSpc>
                <a:spcPct val="90000"/>
              </a:lnSpc>
              <a:spcBef>
                <a:spcPct val="0"/>
              </a:spcBef>
              <a:spcAft>
                <a:spcPts val="486"/>
              </a:spcAft>
            </a:pPr>
            <a:r>
              <a:rPr lang="en-US" sz="5265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5612" y="4476596"/>
            <a:ext cx="4393807" cy="14856"/>
          </a:xfrm>
          <a:custGeom>
            <a:avLst/>
            <a:gdLst>
              <a:gd name="connsiteX0" fmla="*/ 0 w 4393807"/>
              <a:gd name="connsiteY0" fmla="*/ 0 h 14856"/>
              <a:gd name="connsiteX1" fmla="*/ 461349 w 4393807"/>
              <a:gd name="connsiteY1" fmla="*/ 0 h 14856"/>
              <a:gd name="connsiteX2" fmla="*/ 1054513 w 4393807"/>
              <a:gd name="connsiteY2" fmla="*/ 0 h 14856"/>
              <a:gd name="connsiteX3" fmla="*/ 1559801 w 4393807"/>
              <a:gd name="connsiteY3" fmla="*/ 0 h 14856"/>
              <a:gd name="connsiteX4" fmla="*/ 2021151 w 4393807"/>
              <a:gd name="connsiteY4" fmla="*/ 0 h 14856"/>
              <a:gd name="connsiteX5" fmla="*/ 2614315 w 4393807"/>
              <a:gd name="connsiteY5" fmla="*/ 0 h 14856"/>
              <a:gd name="connsiteX6" fmla="*/ 3163541 w 4393807"/>
              <a:gd name="connsiteY6" fmla="*/ 0 h 14856"/>
              <a:gd name="connsiteX7" fmla="*/ 3712766 w 4393807"/>
              <a:gd name="connsiteY7" fmla="*/ 0 h 14856"/>
              <a:gd name="connsiteX8" fmla="*/ 4393807 w 4393807"/>
              <a:gd name="connsiteY8" fmla="*/ 0 h 14856"/>
              <a:gd name="connsiteX9" fmla="*/ 4393807 w 4393807"/>
              <a:gd name="connsiteY9" fmla="*/ 14856 h 14856"/>
              <a:gd name="connsiteX10" fmla="*/ 3932457 w 4393807"/>
              <a:gd name="connsiteY10" fmla="*/ 14856 h 14856"/>
              <a:gd name="connsiteX11" fmla="*/ 3515045 w 4393807"/>
              <a:gd name="connsiteY11" fmla="*/ 14856 h 14856"/>
              <a:gd name="connsiteX12" fmla="*/ 2921881 w 4393807"/>
              <a:gd name="connsiteY12" fmla="*/ 14856 h 14856"/>
              <a:gd name="connsiteX13" fmla="*/ 2460531 w 4393807"/>
              <a:gd name="connsiteY13" fmla="*/ 14856 h 14856"/>
              <a:gd name="connsiteX14" fmla="*/ 1867367 w 4393807"/>
              <a:gd name="connsiteY14" fmla="*/ 14856 h 14856"/>
              <a:gd name="connsiteX15" fmla="*/ 1230265 w 4393807"/>
              <a:gd name="connsiteY15" fmla="*/ 14856 h 14856"/>
              <a:gd name="connsiteX16" fmla="*/ 724978 w 4393807"/>
              <a:gd name="connsiteY16" fmla="*/ 14856 h 14856"/>
              <a:gd name="connsiteX17" fmla="*/ 0 w 4393807"/>
              <a:gd name="connsiteY17" fmla="*/ 14856 h 14856"/>
              <a:gd name="connsiteX18" fmla="*/ 0 w 4393807"/>
              <a:gd name="connsiteY18" fmla="*/ 0 h 14856"/>
              <a:gd name="connsiteX0" fmla="*/ 0 w 4393807"/>
              <a:gd name="connsiteY0" fmla="*/ 0 h 14856"/>
              <a:gd name="connsiteX1" fmla="*/ 505287 w 4393807"/>
              <a:gd name="connsiteY1" fmla="*/ 0 h 14856"/>
              <a:gd name="connsiteX2" fmla="*/ 922699 w 4393807"/>
              <a:gd name="connsiteY2" fmla="*/ 0 h 14856"/>
              <a:gd name="connsiteX3" fmla="*/ 1559801 w 4393807"/>
              <a:gd name="connsiteY3" fmla="*/ 0 h 14856"/>
              <a:gd name="connsiteX4" fmla="*/ 2065089 w 4393807"/>
              <a:gd name="connsiteY4" fmla="*/ 0 h 14856"/>
              <a:gd name="connsiteX5" fmla="*/ 2570377 w 4393807"/>
              <a:gd name="connsiteY5" fmla="*/ 0 h 14856"/>
              <a:gd name="connsiteX6" fmla="*/ 3207478 w 4393807"/>
              <a:gd name="connsiteY6" fmla="*/ 0 h 14856"/>
              <a:gd name="connsiteX7" fmla="*/ 3668828 w 4393807"/>
              <a:gd name="connsiteY7" fmla="*/ 0 h 14856"/>
              <a:gd name="connsiteX8" fmla="*/ 4393807 w 4393807"/>
              <a:gd name="connsiteY8" fmla="*/ 0 h 14856"/>
              <a:gd name="connsiteX9" fmla="*/ 4393807 w 4393807"/>
              <a:gd name="connsiteY9" fmla="*/ 14856 h 14856"/>
              <a:gd name="connsiteX10" fmla="*/ 3932457 w 4393807"/>
              <a:gd name="connsiteY10" fmla="*/ 14856 h 14856"/>
              <a:gd name="connsiteX11" fmla="*/ 3383231 w 4393807"/>
              <a:gd name="connsiteY11" fmla="*/ 14856 h 14856"/>
              <a:gd name="connsiteX12" fmla="*/ 2877943 w 4393807"/>
              <a:gd name="connsiteY12" fmla="*/ 14856 h 14856"/>
              <a:gd name="connsiteX13" fmla="*/ 2240841 w 4393807"/>
              <a:gd name="connsiteY13" fmla="*/ 14856 h 14856"/>
              <a:gd name="connsiteX14" fmla="*/ 1603739 w 4393807"/>
              <a:gd name="connsiteY14" fmla="*/ 14856 h 14856"/>
              <a:gd name="connsiteX15" fmla="*/ 1142390 w 4393807"/>
              <a:gd name="connsiteY15" fmla="*/ 14856 h 14856"/>
              <a:gd name="connsiteX16" fmla="*/ 593164 w 4393807"/>
              <a:gd name="connsiteY16" fmla="*/ 14856 h 14856"/>
              <a:gd name="connsiteX17" fmla="*/ 0 w 4393807"/>
              <a:gd name="connsiteY17" fmla="*/ 14856 h 14856"/>
              <a:gd name="connsiteX18" fmla="*/ 0 w 4393807"/>
              <a:gd name="connsiteY18" fmla="*/ 0 h 14856"/>
              <a:gd name="connsiteX0" fmla="*/ 0 w 4393807"/>
              <a:gd name="connsiteY0" fmla="*/ 0 h 14856"/>
              <a:gd name="connsiteX1" fmla="*/ 461349 w 4393807"/>
              <a:gd name="connsiteY1" fmla="*/ 0 h 14856"/>
              <a:gd name="connsiteX2" fmla="*/ 1054513 w 4393807"/>
              <a:gd name="connsiteY2" fmla="*/ 0 h 14856"/>
              <a:gd name="connsiteX3" fmla="*/ 1559801 w 4393807"/>
              <a:gd name="connsiteY3" fmla="*/ 0 h 14856"/>
              <a:gd name="connsiteX4" fmla="*/ 2021151 w 4393807"/>
              <a:gd name="connsiteY4" fmla="*/ 0 h 14856"/>
              <a:gd name="connsiteX5" fmla="*/ 2614315 w 4393807"/>
              <a:gd name="connsiteY5" fmla="*/ 0 h 14856"/>
              <a:gd name="connsiteX6" fmla="*/ 3163541 w 4393807"/>
              <a:gd name="connsiteY6" fmla="*/ 0 h 14856"/>
              <a:gd name="connsiteX7" fmla="*/ 3712766 w 4393807"/>
              <a:gd name="connsiteY7" fmla="*/ 0 h 14856"/>
              <a:gd name="connsiteX8" fmla="*/ 4393807 w 4393807"/>
              <a:gd name="connsiteY8" fmla="*/ 0 h 14856"/>
              <a:gd name="connsiteX9" fmla="*/ 4393807 w 4393807"/>
              <a:gd name="connsiteY9" fmla="*/ 14856 h 14856"/>
              <a:gd name="connsiteX10" fmla="*/ 3932457 w 4393807"/>
              <a:gd name="connsiteY10" fmla="*/ 14856 h 14856"/>
              <a:gd name="connsiteX11" fmla="*/ 3515045 w 4393807"/>
              <a:gd name="connsiteY11" fmla="*/ 14856 h 14856"/>
              <a:gd name="connsiteX12" fmla="*/ 2921881 w 4393807"/>
              <a:gd name="connsiteY12" fmla="*/ 14856 h 14856"/>
              <a:gd name="connsiteX13" fmla="*/ 2460531 w 4393807"/>
              <a:gd name="connsiteY13" fmla="*/ 14856 h 14856"/>
              <a:gd name="connsiteX14" fmla="*/ 1867367 w 4393807"/>
              <a:gd name="connsiteY14" fmla="*/ 14856 h 14856"/>
              <a:gd name="connsiteX15" fmla="*/ 1230265 w 4393807"/>
              <a:gd name="connsiteY15" fmla="*/ 14856 h 14856"/>
              <a:gd name="connsiteX16" fmla="*/ 724978 w 4393807"/>
              <a:gd name="connsiteY16" fmla="*/ 14856 h 14856"/>
              <a:gd name="connsiteX17" fmla="*/ 0 w 4393807"/>
              <a:gd name="connsiteY17" fmla="*/ 14856 h 14856"/>
              <a:gd name="connsiteX18" fmla="*/ 0 w 4393807"/>
              <a:gd name="connsiteY18" fmla="*/ 0 h 14856"/>
              <a:gd name="connsiteX0" fmla="*/ 0 w 4393807"/>
              <a:gd name="connsiteY0" fmla="*/ 0 h 14856"/>
              <a:gd name="connsiteX1" fmla="*/ 461349 w 4393807"/>
              <a:gd name="connsiteY1" fmla="*/ 0 h 14856"/>
              <a:gd name="connsiteX2" fmla="*/ 1054513 w 4393807"/>
              <a:gd name="connsiteY2" fmla="*/ 0 h 14856"/>
              <a:gd name="connsiteX3" fmla="*/ 1559801 w 4393807"/>
              <a:gd name="connsiteY3" fmla="*/ 0 h 14856"/>
              <a:gd name="connsiteX4" fmla="*/ 2021151 w 4393807"/>
              <a:gd name="connsiteY4" fmla="*/ 0 h 14856"/>
              <a:gd name="connsiteX5" fmla="*/ 2614315 w 4393807"/>
              <a:gd name="connsiteY5" fmla="*/ 0 h 14856"/>
              <a:gd name="connsiteX6" fmla="*/ 3163541 w 4393807"/>
              <a:gd name="connsiteY6" fmla="*/ 0 h 14856"/>
              <a:gd name="connsiteX7" fmla="*/ 3712766 w 4393807"/>
              <a:gd name="connsiteY7" fmla="*/ 0 h 14856"/>
              <a:gd name="connsiteX8" fmla="*/ 4393807 w 4393807"/>
              <a:gd name="connsiteY8" fmla="*/ 0 h 14856"/>
              <a:gd name="connsiteX9" fmla="*/ 4393807 w 4393807"/>
              <a:gd name="connsiteY9" fmla="*/ 14856 h 14856"/>
              <a:gd name="connsiteX10" fmla="*/ 3932457 w 4393807"/>
              <a:gd name="connsiteY10" fmla="*/ 14856 h 14856"/>
              <a:gd name="connsiteX11" fmla="*/ 3515045 w 4393807"/>
              <a:gd name="connsiteY11" fmla="*/ 14856 h 14856"/>
              <a:gd name="connsiteX12" fmla="*/ 2921881 w 4393807"/>
              <a:gd name="connsiteY12" fmla="*/ 14856 h 14856"/>
              <a:gd name="connsiteX13" fmla="*/ 2460531 w 4393807"/>
              <a:gd name="connsiteY13" fmla="*/ 14856 h 14856"/>
              <a:gd name="connsiteX14" fmla="*/ 1867367 w 4393807"/>
              <a:gd name="connsiteY14" fmla="*/ 14856 h 14856"/>
              <a:gd name="connsiteX15" fmla="*/ 1230265 w 4393807"/>
              <a:gd name="connsiteY15" fmla="*/ 14856 h 14856"/>
              <a:gd name="connsiteX16" fmla="*/ 724978 w 4393807"/>
              <a:gd name="connsiteY16" fmla="*/ 14856 h 14856"/>
              <a:gd name="connsiteX17" fmla="*/ 0 w 4393807"/>
              <a:gd name="connsiteY17" fmla="*/ 14856 h 14856"/>
              <a:gd name="connsiteX18" fmla="*/ 0 w 4393807"/>
              <a:gd name="connsiteY18" fmla="*/ 0 h 1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3807" h="14856" fill="none" extrusionOk="0">
                <a:moveTo>
                  <a:pt x="0" y="0"/>
                </a:moveTo>
                <a:cubicBezTo>
                  <a:pt x="203945" y="10641"/>
                  <a:pt x="297645" y="17170"/>
                  <a:pt x="461349" y="0"/>
                </a:cubicBezTo>
                <a:cubicBezTo>
                  <a:pt x="664248" y="-55150"/>
                  <a:pt x="809198" y="13124"/>
                  <a:pt x="1054513" y="0"/>
                </a:cubicBezTo>
                <a:cubicBezTo>
                  <a:pt x="1305398" y="12764"/>
                  <a:pt x="1419632" y="28705"/>
                  <a:pt x="1559801" y="0"/>
                </a:cubicBezTo>
                <a:cubicBezTo>
                  <a:pt x="1693780" y="41960"/>
                  <a:pt x="1916420" y="-3479"/>
                  <a:pt x="2021151" y="0"/>
                </a:cubicBezTo>
                <a:cubicBezTo>
                  <a:pt x="2213172" y="32924"/>
                  <a:pt x="2345966" y="-28442"/>
                  <a:pt x="2614315" y="0"/>
                </a:cubicBezTo>
                <a:cubicBezTo>
                  <a:pt x="2783769" y="4538"/>
                  <a:pt x="2966681" y="23959"/>
                  <a:pt x="3163541" y="0"/>
                </a:cubicBezTo>
                <a:cubicBezTo>
                  <a:pt x="3257828" y="36888"/>
                  <a:pt x="3571220" y="-14116"/>
                  <a:pt x="3712766" y="0"/>
                </a:cubicBezTo>
                <a:cubicBezTo>
                  <a:pt x="3924272" y="-90306"/>
                  <a:pt x="4154531" y="-20916"/>
                  <a:pt x="4393807" y="0"/>
                </a:cubicBezTo>
                <a:cubicBezTo>
                  <a:pt x="4393588" y="5151"/>
                  <a:pt x="4394377" y="10151"/>
                  <a:pt x="4393807" y="14856"/>
                </a:cubicBezTo>
                <a:cubicBezTo>
                  <a:pt x="4243837" y="56892"/>
                  <a:pt x="4081644" y="16871"/>
                  <a:pt x="3932457" y="14856"/>
                </a:cubicBezTo>
                <a:cubicBezTo>
                  <a:pt x="3842452" y="57219"/>
                  <a:pt x="3685146" y="54527"/>
                  <a:pt x="3515045" y="14856"/>
                </a:cubicBezTo>
                <a:cubicBezTo>
                  <a:pt x="3398039" y="28618"/>
                  <a:pt x="3119285" y="-31351"/>
                  <a:pt x="2921881" y="14856"/>
                </a:cubicBezTo>
                <a:cubicBezTo>
                  <a:pt x="2747694" y="-4170"/>
                  <a:pt x="2623890" y="3967"/>
                  <a:pt x="2460531" y="14856"/>
                </a:cubicBezTo>
                <a:cubicBezTo>
                  <a:pt x="2376312" y="109901"/>
                  <a:pt x="2146691" y="99824"/>
                  <a:pt x="1867367" y="14856"/>
                </a:cubicBezTo>
                <a:cubicBezTo>
                  <a:pt x="1659705" y="29521"/>
                  <a:pt x="1367227" y="-13775"/>
                  <a:pt x="1230265" y="14856"/>
                </a:cubicBezTo>
                <a:cubicBezTo>
                  <a:pt x="1059865" y="42775"/>
                  <a:pt x="978111" y="-15546"/>
                  <a:pt x="724978" y="14856"/>
                </a:cubicBezTo>
                <a:cubicBezTo>
                  <a:pt x="512220" y="-33185"/>
                  <a:pt x="221760" y="-22225"/>
                  <a:pt x="0" y="14856"/>
                </a:cubicBezTo>
                <a:cubicBezTo>
                  <a:pt x="-1456" y="8096"/>
                  <a:pt x="107" y="5164"/>
                  <a:pt x="0" y="0"/>
                </a:cubicBezTo>
                <a:close/>
              </a:path>
              <a:path w="4393807" h="14856" stroke="0" extrusionOk="0">
                <a:moveTo>
                  <a:pt x="0" y="0"/>
                </a:moveTo>
                <a:cubicBezTo>
                  <a:pt x="192823" y="-46042"/>
                  <a:pt x="384721" y="-32886"/>
                  <a:pt x="505287" y="0"/>
                </a:cubicBezTo>
                <a:cubicBezTo>
                  <a:pt x="707401" y="49498"/>
                  <a:pt x="772188" y="2193"/>
                  <a:pt x="922699" y="0"/>
                </a:cubicBezTo>
                <a:cubicBezTo>
                  <a:pt x="1043155" y="-10358"/>
                  <a:pt x="1400100" y="-30302"/>
                  <a:pt x="1559801" y="0"/>
                </a:cubicBezTo>
                <a:cubicBezTo>
                  <a:pt x="1725279" y="-75079"/>
                  <a:pt x="1910775" y="-29175"/>
                  <a:pt x="2065089" y="0"/>
                </a:cubicBezTo>
                <a:cubicBezTo>
                  <a:pt x="2165919" y="-35644"/>
                  <a:pt x="2427623" y="-44835"/>
                  <a:pt x="2570377" y="0"/>
                </a:cubicBezTo>
                <a:cubicBezTo>
                  <a:pt x="2828086" y="-28812"/>
                  <a:pt x="3064578" y="-39813"/>
                  <a:pt x="3207478" y="0"/>
                </a:cubicBezTo>
                <a:cubicBezTo>
                  <a:pt x="3397393" y="-19198"/>
                  <a:pt x="3548422" y="-37331"/>
                  <a:pt x="3668828" y="0"/>
                </a:cubicBezTo>
                <a:cubicBezTo>
                  <a:pt x="3764544" y="131980"/>
                  <a:pt x="4060809" y="-59174"/>
                  <a:pt x="4393807" y="0"/>
                </a:cubicBezTo>
                <a:cubicBezTo>
                  <a:pt x="4394092" y="5239"/>
                  <a:pt x="4391439" y="10697"/>
                  <a:pt x="4393807" y="14856"/>
                </a:cubicBezTo>
                <a:cubicBezTo>
                  <a:pt x="4237710" y="-3141"/>
                  <a:pt x="4149759" y="-6957"/>
                  <a:pt x="3932457" y="14856"/>
                </a:cubicBezTo>
                <a:cubicBezTo>
                  <a:pt x="3694914" y="15277"/>
                  <a:pt x="3642240" y="51407"/>
                  <a:pt x="3383231" y="14856"/>
                </a:cubicBezTo>
                <a:cubicBezTo>
                  <a:pt x="3107405" y="-24887"/>
                  <a:pt x="3060712" y="23967"/>
                  <a:pt x="2877943" y="14856"/>
                </a:cubicBezTo>
                <a:cubicBezTo>
                  <a:pt x="2650084" y="7321"/>
                  <a:pt x="2470292" y="1690"/>
                  <a:pt x="2240841" y="14856"/>
                </a:cubicBezTo>
                <a:cubicBezTo>
                  <a:pt x="1923964" y="20318"/>
                  <a:pt x="1877473" y="-6694"/>
                  <a:pt x="1603739" y="14856"/>
                </a:cubicBezTo>
                <a:cubicBezTo>
                  <a:pt x="1323552" y="28133"/>
                  <a:pt x="1323527" y="35139"/>
                  <a:pt x="1142390" y="14856"/>
                </a:cubicBezTo>
                <a:cubicBezTo>
                  <a:pt x="949710" y="25824"/>
                  <a:pt x="764740" y="15013"/>
                  <a:pt x="593164" y="14856"/>
                </a:cubicBezTo>
                <a:cubicBezTo>
                  <a:pt x="326056" y="-3140"/>
                  <a:pt x="203731" y="-38740"/>
                  <a:pt x="0" y="14856"/>
                </a:cubicBezTo>
                <a:cubicBezTo>
                  <a:pt x="405" y="7998"/>
                  <a:pt x="226" y="5642"/>
                  <a:pt x="0" y="0"/>
                </a:cubicBezTo>
                <a:close/>
              </a:path>
              <a:path w="4393807" h="14856" fill="none" stroke="0" extrusionOk="0">
                <a:moveTo>
                  <a:pt x="0" y="0"/>
                </a:moveTo>
                <a:cubicBezTo>
                  <a:pt x="191148" y="-31067"/>
                  <a:pt x="303335" y="43629"/>
                  <a:pt x="461349" y="0"/>
                </a:cubicBezTo>
                <a:cubicBezTo>
                  <a:pt x="671834" y="-13114"/>
                  <a:pt x="847626" y="5603"/>
                  <a:pt x="1054513" y="0"/>
                </a:cubicBezTo>
                <a:cubicBezTo>
                  <a:pt x="1277163" y="-35264"/>
                  <a:pt x="1390715" y="-5942"/>
                  <a:pt x="1559801" y="0"/>
                </a:cubicBezTo>
                <a:cubicBezTo>
                  <a:pt x="1706539" y="10954"/>
                  <a:pt x="1921823" y="52179"/>
                  <a:pt x="2021151" y="0"/>
                </a:cubicBezTo>
                <a:cubicBezTo>
                  <a:pt x="2165149" y="19346"/>
                  <a:pt x="2367226" y="-29673"/>
                  <a:pt x="2614315" y="0"/>
                </a:cubicBezTo>
                <a:cubicBezTo>
                  <a:pt x="2922908" y="-24622"/>
                  <a:pt x="3073671" y="-21406"/>
                  <a:pt x="3163541" y="0"/>
                </a:cubicBezTo>
                <a:cubicBezTo>
                  <a:pt x="3307565" y="-44415"/>
                  <a:pt x="3607824" y="43051"/>
                  <a:pt x="3712766" y="0"/>
                </a:cubicBezTo>
                <a:cubicBezTo>
                  <a:pt x="3929271" y="24986"/>
                  <a:pt x="4135761" y="28033"/>
                  <a:pt x="4393807" y="0"/>
                </a:cubicBezTo>
                <a:cubicBezTo>
                  <a:pt x="4394505" y="5517"/>
                  <a:pt x="4394789" y="9991"/>
                  <a:pt x="4393807" y="14856"/>
                </a:cubicBezTo>
                <a:cubicBezTo>
                  <a:pt x="4280627" y="17703"/>
                  <a:pt x="4073077" y="-1154"/>
                  <a:pt x="3932457" y="14856"/>
                </a:cubicBezTo>
                <a:cubicBezTo>
                  <a:pt x="3858761" y="76016"/>
                  <a:pt x="3721622" y="7815"/>
                  <a:pt x="3515045" y="14856"/>
                </a:cubicBezTo>
                <a:cubicBezTo>
                  <a:pt x="3405790" y="-46064"/>
                  <a:pt x="3167982" y="-592"/>
                  <a:pt x="2921881" y="14856"/>
                </a:cubicBezTo>
                <a:cubicBezTo>
                  <a:pt x="2746094" y="-22766"/>
                  <a:pt x="2624550" y="-33302"/>
                  <a:pt x="2460531" y="14856"/>
                </a:cubicBezTo>
                <a:cubicBezTo>
                  <a:pt x="2315183" y="39666"/>
                  <a:pt x="2061648" y="-79229"/>
                  <a:pt x="1867367" y="14856"/>
                </a:cubicBezTo>
                <a:cubicBezTo>
                  <a:pt x="1650022" y="19799"/>
                  <a:pt x="1357870" y="37572"/>
                  <a:pt x="1230265" y="14856"/>
                </a:cubicBezTo>
                <a:cubicBezTo>
                  <a:pt x="1057022" y="15645"/>
                  <a:pt x="950454" y="-29777"/>
                  <a:pt x="724978" y="14856"/>
                </a:cubicBezTo>
                <a:cubicBezTo>
                  <a:pt x="466777" y="95441"/>
                  <a:pt x="326880" y="60008"/>
                  <a:pt x="0" y="14856"/>
                </a:cubicBezTo>
                <a:cubicBezTo>
                  <a:pt x="-172" y="7821"/>
                  <a:pt x="511" y="4234"/>
                  <a:pt x="0" y="0"/>
                </a:cubicBezTo>
                <a:close/>
              </a:path>
              <a:path w="4393807" h="14856" fill="none" stroke="0" extrusionOk="0">
                <a:moveTo>
                  <a:pt x="0" y="0"/>
                </a:moveTo>
                <a:cubicBezTo>
                  <a:pt x="198966" y="2544"/>
                  <a:pt x="284055" y="33348"/>
                  <a:pt x="461349" y="0"/>
                </a:cubicBezTo>
                <a:cubicBezTo>
                  <a:pt x="676458" y="-63654"/>
                  <a:pt x="765533" y="1982"/>
                  <a:pt x="1054513" y="0"/>
                </a:cubicBezTo>
                <a:cubicBezTo>
                  <a:pt x="1249456" y="269"/>
                  <a:pt x="1402993" y="53110"/>
                  <a:pt x="1559801" y="0"/>
                </a:cubicBezTo>
                <a:cubicBezTo>
                  <a:pt x="1684035" y="18649"/>
                  <a:pt x="1916430" y="4281"/>
                  <a:pt x="2021151" y="0"/>
                </a:cubicBezTo>
                <a:cubicBezTo>
                  <a:pt x="2211611" y="-25340"/>
                  <a:pt x="2354739" y="-32497"/>
                  <a:pt x="2614315" y="0"/>
                </a:cubicBezTo>
                <a:cubicBezTo>
                  <a:pt x="2876251" y="-8596"/>
                  <a:pt x="3026369" y="17406"/>
                  <a:pt x="3163541" y="0"/>
                </a:cubicBezTo>
                <a:cubicBezTo>
                  <a:pt x="3285798" y="27107"/>
                  <a:pt x="3576746" y="17093"/>
                  <a:pt x="3712766" y="0"/>
                </a:cubicBezTo>
                <a:cubicBezTo>
                  <a:pt x="3927296" y="-54209"/>
                  <a:pt x="4193330" y="24005"/>
                  <a:pt x="4393807" y="0"/>
                </a:cubicBezTo>
                <a:cubicBezTo>
                  <a:pt x="4393550" y="6092"/>
                  <a:pt x="4394720" y="11101"/>
                  <a:pt x="4393807" y="14856"/>
                </a:cubicBezTo>
                <a:cubicBezTo>
                  <a:pt x="4262705" y="47941"/>
                  <a:pt x="4037688" y="28007"/>
                  <a:pt x="3932457" y="14856"/>
                </a:cubicBezTo>
                <a:cubicBezTo>
                  <a:pt x="3847256" y="67607"/>
                  <a:pt x="3644966" y="26177"/>
                  <a:pt x="3515045" y="14856"/>
                </a:cubicBezTo>
                <a:cubicBezTo>
                  <a:pt x="3397671" y="26669"/>
                  <a:pt x="3119903" y="-59748"/>
                  <a:pt x="2921881" y="14856"/>
                </a:cubicBezTo>
                <a:cubicBezTo>
                  <a:pt x="2696035" y="-24107"/>
                  <a:pt x="2612974" y="11664"/>
                  <a:pt x="2460531" y="14856"/>
                </a:cubicBezTo>
                <a:cubicBezTo>
                  <a:pt x="2310384" y="93817"/>
                  <a:pt x="2096872" y="14265"/>
                  <a:pt x="1867367" y="14856"/>
                </a:cubicBezTo>
                <a:cubicBezTo>
                  <a:pt x="1664983" y="31661"/>
                  <a:pt x="1394491" y="28778"/>
                  <a:pt x="1230265" y="14856"/>
                </a:cubicBezTo>
                <a:cubicBezTo>
                  <a:pt x="1061273" y="28401"/>
                  <a:pt x="954201" y="7881"/>
                  <a:pt x="724978" y="14856"/>
                </a:cubicBezTo>
                <a:cubicBezTo>
                  <a:pt x="545131" y="72943"/>
                  <a:pt x="319148" y="6715"/>
                  <a:pt x="0" y="14856"/>
                </a:cubicBezTo>
                <a:cubicBezTo>
                  <a:pt x="-1408" y="8371"/>
                  <a:pt x="-394" y="5204"/>
                  <a:pt x="0" y="0"/>
                </a:cubicBezTo>
                <a:close/>
              </a:path>
              <a:path w="4393807" h="14856" fill="none" stroke="0" extrusionOk="0">
                <a:moveTo>
                  <a:pt x="0" y="0"/>
                </a:moveTo>
                <a:cubicBezTo>
                  <a:pt x="194859" y="8372"/>
                  <a:pt x="291126" y="27461"/>
                  <a:pt x="461349" y="0"/>
                </a:cubicBezTo>
                <a:cubicBezTo>
                  <a:pt x="654210" y="-57160"/>
                  <a:pt x="761419" y="9273"/>
                  <a:pt x="1054513" y="0"/>
                </a:cubicBezTo>
                <a:cubicBezTo>
                  <a:pt x="1286245" y="38578"/>
                  <a:pt x="1403493" y="38978"/>
                  <a:pt x="1559801" y="0"/>
                </a:cubicBezTo>
                <a:cubicBezTo>
                  <a:pt x="1675224" y="23652"/>
                  <a:pt x="1914552" y="-1141"/>
                  <a:pt x="2021151" y="0"/>
                </a:cubicBezTo>
                <a:cubicBezTo>
                  <a:pt x="2226166" y="15787"/>
                  <a:pt x="2333747" y="-43656"/>
                  <a:pt x="2614315" y="0"/>
                </a:cubicBezTo>
                <a:cubicBezTo>
                  <a:pt x="2771445" y="-18305"/>
                  <a:pt x="2901329" y="12412"/>
                  <a:pt x="3163541" y="0"/>
                </a:cubicBezTo>
                <a:cubicBezTo>
                  <a:pt x="3290233" y="55093"/>
                  <a:pt x="3554621" y="7869"/>
                  <a:pt x="3712766" y="0"/>
                </a:cubicBezTo>
                <a:cubicBezTo>
                  <a:pt x="3883256" y="-87648"/>
                  <a:pt x="4177526" y="16652"/>
                  <a:pt x="4393807" y="0"/>
                </a:cubicBezTo>
                <a:cubicBezTo>
                  <a:pt x="4392661" y="5287"/>
                  <a:pt x="4395355" y="9035"/>
                  <a:pt x="4393807" y="14856"/>
                </a:cubicBezTo>
                <a:cubicBezTo>
                  <a:pt x="4239391" y="45966"/>
                  <a:pt x="4063237" y="16154"/>
                  <a:pt x="3932457" y="14856"/>
                </a:cubicBezTo>
                <a:cubicBezTo>
                  <a:pt x="3877616" y="5133"/>
                  <a:pt x="3655078" y="46121"/>
                  <a:pt x="3515045" y="14856"/>
                </a:cubicBezTo>
                <a:cubicBezTo>
                  <a:pt x="3416194" y="17860"/>
                  <a:pt x="3088610" y="-34672"/>
                  <a:pt x="2921881" y="14856"/>
                </a:cubicBezTo>
                <a:cubicBezTo>
                  <a:pt x="2731908" y="-32714"/>
                  <a:pt x="2615510" y="-4021"/>
                  <a:pt x="2460531" y="14856"/>
                </a:cubicBezTo>
                <a:cubicBezTo>
                  <a:pt x="2346214" y="59811"/>
                  <a:pt x="2099207" y="78151"/>
                  <a:pt x="1867367" y="14856"/>
                </a:cubicBezTo>
                <a:cubicBezTo>
                  <a:pt x="1662604" y="23970"/>
                  <a:pt x="1381351" y="-20442"/>
                  <a:pt x="1230265" y="14856"/>
                </a:cubicBezTo>
                <a:cubicBezTo>
                  <a:pt x="1054702" y="41219"/>
                  <a:pt x="963477" y="-2582"/>
                  <a:pt x="724978" y="14856"/>
                </a:cubicBezTo>
                <a:cubicBezTo>
                  <a:pt x="542018" y="-10565"/>
                  <a:pt x="208803" y="-15066"/>
                  <a:pt x="0" y="14856"/>
                </a:cubicBezTo>
                <a:cubicBezTo>
                  <a:pt x="-863" y="7873"/>
                  <a:pt x="252" y="59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393807"/>
                      <a:gd name="connsiteY0" fmla="*/ 0 h 14856"/>
                      <a:gd name="connsiteX1" fmla="*/ 461349 w 4393807"/>
                      <a:gd name="connsiteY1" fmla="*/ 0 h 14856"/>
                      <a:gd name="connsiteX2" fmla="*/ 1054513 w 4393807"/>
                      <a:gd name="connsiteY2" fmla="*/ 0 h 14856"/>
                      <a:gd name="connsiteX3" fmla="*/ 1559801 w 4393807"/>
                      <a:gd name="connsiteY3" fmla="*/ 0 h 14856"/>
                      <a:gd name="connsiteX4" fmla="*/ 2021151 w 4393807"/>
                      <a:gd name="connsiteY4" fmla="*/ 0 h 14856"/>
                      <a:gd name="connsiteX5" fmla="*/ 2614315 w 4393807"/>
                      <a:gd name="connsiteY5" fmla="*/ 0 h 14856"/>
                      <a:gd name="connsiteX6" fmla="*/ 3163541 w 4393807"/>
                      <a:gd name="connsiteY6" fmla="*/ 0 h 14856"/>
                      <a:gd name="connsiteX7" fmla="*/ 3712766 w 4393807"/>
                      <a:gd name="connsiteY7" fmla="*/ 0 h 14856"/>
                      <a:gd name="connsiteX8" fmla="*/ 4393807 w 4393807"/>
                      <a:gd name="connsiteY8" fmla="*/ 0 h 14856"/>
                      <a:gd name="connsiteX9" fmla="*/ 4393807 w 4393807"/>
                      <a:gd name="connsiteY9" fmla="*/ 14856 h 14856"/>
                      <a:gd name="connsiteX10" fmla="*/ 3932457 w 4393807"/>
                      <a:gd name="connsiteY10" fmla="*/ 14856 h 14856"/>
                      <a:gd name="connsiteX11" fmla="*/ 3515045 w 4393807"/>
                      <a:gd name="connsiteY11" fmla="*/ 14856 h 14856"/>
                      <a:gd name="connsiteX12" fmla="*/ 2921881 w 4393807"/>
                      <a:gd name="connsiteY12" fmla="*/ 14856 h 14856"/>
                      <a:gd name="connsiteX13" fmla="*/ 2460531 w 4393807"/>
                      <a:gd name="connsiteY13" fmla="*/ 14856 h 14856"/>
                      <a:gd name="connsiteX14" fmla="*/ 1867367 w 4393807"/>
                      <a:gd name="connsiteY14" fmla="*/ 14856 h 14856"/>
                      <a:gd name="connsiteX15" fmla="*/ 1230265 w 4393807"/>
                      <a:gd name="connsiteY15" fmla="*/ 14856 h 14856"/>
                      <a:gd name="connsiteX16" fmla="*/ 724978 w 4393807"/>
                      <a:gd name="connsiteY16" fmla="*/ 14856 h 14856"/>
                      <a:gd name="connsiteX17" fmla="*/ 0 w 4393807"/>
                      <a:gd name="connsiteY17" fmla="*/ 14856 h 14856"/>
                      <a:gd name="connsiteX18" fmla="*/ 0 w 4393807"/>
                      <a:gd name="connsiteY18" fmla="*/ 0 h 14856"/>
                      <a:gd name="connsiteX0" fmla="*/ 0 w 4393807"/>
                      <a:gd name="connsiteY0" fmla="*/ 0 h 14856"/>
                      <a:gd name="connsiteX1" fmla="*/ 505287 w 4393807"/>
                      <a:gd name="connsiteY1" fmla="*/ 0 h 14856"/>
                      <a:gd name="connsiteX2" fmla="*/ 922699 w 4393807"/>
                      <a:gd name="connsiteY2" fmla="*/ 0 h 14856"/>
                      <a:gd name="connsiteX3" fmla="*/ 1559801 w 4393807"/>
                      <a:gd name="connsiteY3" fmla="*/ 0 h 14856"/>
                      <a:gd name="connsiteX4" fmla="*/ 2065089 w 4393807"/>
                      <a:gd name="connsiteY4" fmla="*/ 0 h 14856"/>
                      <a:gd name="connsiteX5" fmla="*/ 2570377 w 4393807"/>
                      <a:gd name="connsiteY5" fmla="*/ 0 h 14856"/>
                      <a:gd name="connsiteX6" fmla="*/ 3207478 w 4393807"/>
                      <a:gd name="connsiteY6" fmla="*/ 0 h 14856"/>
                      <a:gd name="connsiteX7" fmla="*/ 3668828 w 4393807"/>
                      <a:gd name="connsiteY7" fmla="*/ 0 h 14856"/>
                      <a:gd name="connsiteX8" fmla="*/ 4393807 w 4393807"/>
                      <a:gd name="connsiteY8" fmla="*/ 0 h 14856"/>
                      <a:gd name="connsiteX9" fmla="*/ 4393807 w 4393807"/>
                      <a:gd name="connsiteY9" fmla="*/ 14856 h 14856"/>
                      <a:gd name="connsiteX10" fmla="*/ 3932457 w 4393807"/>
                      <a:gd name="connsiteY10" fmla="*/ 14856 h 14856"/>
                      <a:gd name="connsiteX11" fmla="*/ 3383231 w 4393807"/>
                      <a:gd name="connsiteY11" fmla="*/ 14856 h 14856"/>
                      <a:gd name="connsiteX12" fmla="*/ 2877943 w 4393807"/>
                      <a:gd name="connsiteY12" fmla="*/ 14856 h 14856"/>
                      <a:gd name="connsiteX13" fmla="*/ 2240841 w 4393807"/>
                      <a:gd name="connsiteY13" fmla="*/ 14856 h 14856"/>
                      <a:gd name="connsiteX14" fmla="*/ 1603739 w 4393807"/>
                      <a:gd name="connsiteY14" fmla="*/ 14856 h 14856"/>
                      <a:gd name="connsiteX15" fmla="*/ 1142390 w 4393807"/>
                      <a:gd name="connsiteY15" fmla="*/ 14856 h 14856"/>
                      <a:gd name="connsiteX16" fmla="*/ 593164 w 4393807"/>
                      <a:gd name="connsiteY16" fmla="*/ 14856 h 14856"/>
                      <a:gd name="connsiteX17" fmla="*/ 0 w 4393807"/>
                      <a:gd name="connsiteY17" fmla="*/ 14856 h 14856"/>
                      <a:gd name="connsiteX18" fmla="*/ 0 w 4393807"/>
                      <a:gd name="connsiteY18" fmla="*/ 0 h 14856"/>
                      <a:gd name="connsiteX0" fmla="*/ 0 w 4393807"/>
                      <a:gd name="connsiteY0" fmla="*/ 0 h 14856"/>
                      <a:gd name="connsiteX1" fmla="*/ 461349 w 4393807"/>
                      <a:gd name="connsiteY1" fmla="*/ 0 h 14856"/>
                      <a:gd name="connsiteX2" fmla="*/ 1054513 w 4393807"/>
                      <a:gd name="connsiteY2" fmla="*/ 0 h 14856"/>
                      <a:gd name="connsiteX3" fmla="*/ 1559801 w 4393807"/>
                      <a:gd name="connsiteY3" fmla="*/ 0 h 14856"/>
                      <a:gd name="connsiteX4" fmla="*/ 2021151 w 4393807"/>
                      <a:gd name="connsiteY4" fmla="*/ 0 h 14856"/>
                      <a:gd name="connsiteX5" fmla="*/ 2614315 w 4393807"/>
                      <a:gd name="connsiteY5" fmla="*/ 0 h 14856"/>
                      <a:gd name="connsiteX6" fmla="*/ 3163541 w 4393807"/>
                      <a:gd name="connsiteY6" fmla="*/ 0 h 14856"/>
                      <a:gd name="connsiteX7" fmla="*/ 3712766 w 4393807"/>
                      <a:gd name="connsiteY7" fmla="*/ 0 h 14856"/>
                      <a:gd name="connsiteX8" fmla="*/ 4393807 w 4393807"/>
                      <a:gd name="connsiteY8" fmla="*/ 0 h 14856"/>
                      <a:gd name="connsiteX9" fmla="*/ 4393807 w 4393807"/>
                      <a:gd name="connsiteY9" fmla="*/ 14856 h 14856"/>
                      <a:gd name="connsiteX10" fmla="*/ 3932457 w 4393807"/>
                      <a:gd name="connsiteY10" fmla="*/ 14856 h 14856"/>
                      <a:gd name="connsiteX11" fmla="*/ 3515045 w 4393807"/>
                      <a:gd name="connsiteY11" fmla="*/ 14856 h 14856"/>
                      <a:gd name="connsiteX12" fmla="*/ 2921881 w 4393807"/>
                      <a:gd name="connsiteY12" fmla="*/ 14856 h 14856"/>
                      <a:gd name="connsiteX13" fmla="*/ 2460531 w 4393807"/>
                      <a:gd name="connsiteY13" fmla="*/ 14856 h 14856"/>
                      <a:gd name="connsiteX14" fmla="*/ 1867367 w 4393807"/>
                      <a:gd name="connsiteY14" fmla="*/ 14856 h 14856"/>
                      <a:gd name="connsiteX15" fmla="*/ 1230265 w 4393807"/>
                      <a:gd name="connsiteY15" fmla="*/ 14856 h 14856"/>
                      <a:gd name="connsiteX16" fmla="*/ 724978 w 4393807"/>
                      <a:gd name="connsiteY16" fmla="*/ 14856 h 14856"/>
                      <a:gd name="connsiteX17" fmla="*/ 0 w 4393807"/>
                      <a:gd name="connsiteY17" fmla="*/ 14856 h 14856"/>
                      <a:gd name="connsiteX18" fmla="*/ 0 w 4393807"/>
                      <a:gd name="connsiteY18" fmla="*/ 0 h 148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393807" h="14856" fill="none" extrusionOk="0">
                        <a:moveTo>
                          <a:pt x="0" y="0"/>
                        </a:moveTo>
                        <a:cubicBezTo>
                          <a:pt x="200445" y="11818"/>
                          <a:pt x="297932" y="24907"/>
                          <a:pt x="461349" y="0"/>
                        </a:cubicBezTo>
                        <a:cubicBezTo>
                          <a:pt x="612842" y="-65869"/>
                          <a:pt x="813620" y="7613"/>
                          <a:pt x="1054513" y="0"/>
                        </a:cubicBezTo>
                        <a:cubicBezTo>
                          <a:pt x="1302011" y="23182"/>
                          <a:pt x="1407688" y="15790"/>
                          <a:pt x="1559801" y="0"/>
                        </a:cubicBezTo>
                        <a:cubicBezTo>
                          <a:pt x="1690663" y="32099"/>
                          <a:pt x="1891140" y="-12327"/>
                          <a:pt x="2021151" y="0"/>
                        </a:cubicBezTo>
                        <a:cubicBezTo>
                          <a:pt x="2207424" y="13564"/>
                          <a:pt x="2323086" y="-21715"/>
                          <a:pt x="2614315" y="0"/>
                        </a:cubicBezTo>
                        <a:cubicBezTo>
                          <a:pt x="2927561" y="2599"/>
                          <a:pt x="3021477" y="-3178"/>
                          <a:pt x="3163541" y="0"/>
                        </a:cubicBezTo>
                        <a:cubicBezTo>
                          <a:pt x="3262011" y="50062"/>
                          <a:pt x="3565158" y="-9562"/>
                          <a:pt x="3712766" y="0"/>
                        </a:cubicBezTo>
                        <a:cubicBezTo>
                          <a:pt x="3906927" y="-60193"/>
                          <a:pt x="4173127" y="-13787"/>
                          <a:pt x="4393807" y="0"/>
                        </a:cubicBezTo>
                        <a:cubicBezTo>
                          <a:pt x="4393406" y="5330"/>
                          <a:pt x="4395094" y="9749"/>
                          <a:pt x="4393807" y="14856"/>
                        </a:cubicBezTo>
                        <a:cubicBezTo>
                          <a:pt x="4236562" y="37180"/>
                          <a:pt x="4057704" y="21622"/>
                          <a:pt x="3932457" y="14856"/>
                        </a:cubicBezTo>
                        <a:cubicBezTo>
                          <a:pt x="3851948" y="21684"/>
                          <a:pt x="3662135" y="47927"/>
                          <a:pt x="3515045" y="14856"/>
                        </a:cubicBezTo>
                        <a:cubicBezTo>
                          <a:pt x="3400656" y="37149"/>
                          <a:pt x="3095223" y="-32116"/>
                          <a:pt x="2921881" y="14856"/>
                        </a:cubicBezTo>
                        <a:cubicBezTo>
                          <a:pt x="2740269" y="-11864"/>
                          <a:pt x="2617902" y="-1767"/>
                          <a:pt x="2460531" y="14856"/>
                        </a:cubicBezTo>
                        <a:cubicBezTo>
                          <a:pt x="2370941" y="96774"/>
                          <a:pt x="2104529" y="58115"/>
                          <a:pt x="1867367" y="14856"/>
                        </a:cubicBezTo>
                        <a:cubicBezTo>
                          <a:pt x="1668247" y="40944"/>
                          <a:pt x="1372037" y="-18550"/>
                          <a:pt x="1230265" y="14856"/>
                        </a:cubicBezTo>
                        <a:cubicBezTo>
                          <a:pt x="1048295" y="40178"/>
                          <a:pt x="966072" y="-2689"/>
                          <a:pt x="724978" y="14856"/>
                        </a:cubicBezTo>
                        <a:cubicBezTo>
                          <a:pt x="533490" y="4808"/>
                          <a:pt x="231792" y="-26887"/>
                          <a:pt x="0" y="14856"/>
                        </a:cubicBezTo>
                        <a:cubicBezTo>
                          <a:pt x="-1462" y="8000"/>
                          <a:pt x="181" y="5249"/>
                          <a:pt x="0" y="0"/>
                        </a:cubicBezTo>
                        <a:close/>
                      </a:path>
                      <a:path w="4393807" h="14856" stroke="0" extrusionOk="0">
                        <a:moveTo>
                          <a:pt x="0" y="0"/>
                        </a:moveTo>
                        <a:cubicBezTo>
                          <a:pt x="169331" y="-20623"/>
                          <a:pt x="369832" y="-51191"/>
                          <a:pt x="505287" y="0"/>
                        </a:cubicBezTo>
                        <a:cubicBezTo>
                          <a:pt x="682895" y="45297"/>
                          <a:pt x="782592" y="-1614"/>
                          <a:pt x="922699" y="0"/>
                        </a:cubicBezTo>
                        <a:cubicBezTo>
                          <a:pt x="1043991" y="18383"/>
                          <a:pt x="1399302" y="-22238"/>
                          <a:pt x="1559801" y="0"/>
                        </a:cubicBezTo>
                        <a:cubicBezTo>
                          <a:pt x="1723413" y="-69564"/>
                          <a:pt x="1939793" y="-31441"/>
                          <a:pt x="2065089" y="0"/>
                        </a:cubicBezTo>
                        <a:cubicBezTo>
                          <a:pt x="2151903" y="-13822"/>
                          <a:pt x="2397799" y="-21366"/>
                          <a:pt x="2570377" y="0"/>
                        </a:cubicBezTo>
                        <a:cubicBezTo>
                          <a:pt x="2798757" y="-26536"/>
                          <a:pt x="3059561" y="-20393"/>
                          <a:pt x="3207478" y="0"/>
                        </a:cubicBezTo>
                        <a:cubicBezTo>
                          <a:pt x="3396337" y="-15232"/>
                          <a:pt x="3551502" y="-52632"/>
                          <a:pt x="3668828" y="0"/>
                        </a:cubicBezTo>
                        <a:cubicBezTo>
                          <a:pt x="3771111" y="139017"/>
                          <a:pt x="4053095" y="-65386"/>
                          <a:pt x="4393807" y="0"/>
                        </a:cubicBezTo>
                        <a:cubicBezTo>
                          <a:pt x="4394244" y="5196"/>
                          <a:pt x="4391975" y="10509"/>
                          <a:pt x="4393807" y="14856"/>
                        </a:cubicBezTo>
                        <a:cubicBezTo>
                          <a:pt x="4237897" y="6190"/>
                          <a:pt x="4158221" y="-10096"/>
                          <a:pt x="3932457" y="14856"/>
                        </a:cubicBezTo>
                        <a:cubicBezTo>
                          <a:pt x="3695577" y="5244"/>
                          <a:pt x="3645315" y="54102"/>
                          <a:pt x="3383231" y="14856"/>
                        </a:cubicBezTo>
                        <a:cubicBezTo>
                          <a:pt x="3105813" y="-25031"/>
                          <a:pt x="3067419" y="24608"/>
                          <a:pt x="2877943" y="14856"/>
                        </a:cubicBezTo>
                        <a:cubicBezTo>
                          <a:pt x="2661330" y="2395"/>
                          <a:pt x="2480124" y="13141"/>
                          <a:pt x="2240841" y="14856"/>
                        </a:cubicBezTo>
                        <a:cubicBezTo>
                          <a:pt x="1923199" y="30009"/>
                          <a:pt x="1882275" y="-13668"/>
                          <a:pt x="1603739" y="14856"/>
                        </a:cubicBezTo>
                        <a:cubicBezTo>
                          <a:pt x="1324251" y="26388"/>
                          <a:pt x="1324536" y="34897"/>
                          <a:pt x="1142390" y="14856"/>
                        </a:cubicBezTo>
                        <a:cubicBezTo>
                          <a:pt x="940668" y="1025"/>
                          <a:pt x="797401" y="20681"/>
                          <a:pt x="593164" y="14856"/>
                        </a:cubicBezTo>
                        <a:cubicBezTo>
                          <a:pt x="326750" y="14850"/>
                          <a:pt x="200747" y="-33028"/>
                          <a:pt x="0" y="14856"/>
                        </a:cubicBezTo>
                        <a:cubicBezTo>
                          <a:pt x="102" y="8313"/>
                          <a:pt x="-160" y="5908"/>
                          <a:pt x="0" y="0"/>
                        </a:cubicBezTo>
                        <a:close/>
                      </a:path>
                      <a:path w="4393807" h="14856" fill="none" stroke="0" extrusionOk="0">
                        <a:moveTo>
                          <a:pt x="0" y="0"/>
                        </a:moveTo>
                        <a:cubicBezTo>
                          <a:pt x="183802" y="-24853"/>
                          <a:pt x="298495" y="16303"/>
                          <a:pt x="461349" y="0"/>
                        </a:cubicBezTo>
                        <a:cubicBezTo>
                          <a:pt x="636876" y="19614"/>
                          <a:pt x="841240" y="5210"/>
                          <a:pt x="1054513" y="0"/>
                        </a:cubicBezTo>
                        <a:cubicBezTo>
                          <a:pt x="1279560" y="-5547"/>
                          <a:pt x="1405526" y="-7568"/>
                          <a:pt x="1559801" y="0"/>
                        </a:cubicBezTo>
                        <a:cubicBezTo>
                          <a:pt x="1693633" y="-4774"/>
                          <a:pt x="1929815" y="32707"/>
                          <a:pt x="2021151" y="0"/>
                        </a:cubicBezTo>
                        <a:cubicBezTo>
                          <a:pt x="2143688" y="26883"/>
                          <a:pt x="2362093" y="-17357"/>
                          <a:pt x="2614315" y="0"/>
                        </a:cubicBezTo>
                        <a:cubicBezTo>
                          <a:pt x="2908648" y="-30916"/>
                          <a:pt x="3061764" y="-2714"/>
                          <a:pt x="3163541" y="0"/>
                        </a:cubicBezTo>
                        <a:cubicBezTo>
                          <a:pt x="3285826" y="-37164"/>
                          <a:pt x="3573252" y="36865"/>
                          <a:pt x="3712766" y="0"/>
                        </a:cubicBezTo>
                        <a:cubicBezTo>
                          <a:pt x="3928006" y="8824"/>
                          <a:pt x="4168050" y="40163"/>
                          <a:pt x="4393807" y="0"/>
                        </a:cubicBezTo>
                        <a:cubicBezTo>
                          <a:pt x="4393826" y="5562"/>
                          <a:pt x="4394804" y="10652"/>
                          <a:pt x="4393807" y="14856"/>
                        </a:cubicBezTo>
                        <a:cubicBezTo>
                          <a:pt x="4274401" y="22220"/>
                          <a:pt x="4068839" y="-9668"/>
                          <a:pt x="3932457" y="14856"/>
                        </a:cubicBezTo>
                        <a:cubicBezTo>
                          <a:pt x="3841575" y="76390"/>
                          <a:pt x="3708328" y="21446"/>
                          <a:pt x="3515045" y="14856"/>
                        </a:cubicBezTo>
                        <a:cubicBezTo>
                          <a:pt x="3388079" y="-4601"/>
                          <a:pt x="3133243" y="-16307"/>
                          <a:pt x="2921881" y="14856"/>
                        </a:cubicBezTo>
                        <a:cubicBezTo>
                          <a:pt x="2728399" y="-7442"/>
                          <a:pt x="2612069" y="-37694"/>
                          <a:pt x="2460531" y="14856"/>
                        </a:cubicBezTo>
                        <a:cubicBezTo>
                          <a:pt x="2313797" y="47899"/>
                          <a:pt x="2078392" y="-42263"/>
                          <a:pt x="1867367" y="14856"/>
                        </a:cubicBezTo>
                        <a:cubicBezTo>
                          <a:pt x="1649217" y="13758"/>
                          <a:pt x="1362698" y="38728"/>
                          <a:pt x="1230265" y="14856"/>
                        </a:cubicBezTo>
                        <a:cubicBezTo>
                          <a:pt x="1057626" y="32081"/>
                          <a:pt x="957195" y="-23931"/>
                          <a:pt x="724978" y="14856"/>
                        </a:cubicBezTo>
                        <a:cubicBezTo>
                          <a:pt x="489511" y="68677"/>
                          <a:pt x="289290" y="37474"/>
                          <a:pt x="0" y="14856"/>
                        </a:cubicBezTo>
                        <a:cubicBezTo>
                          <a:pt x="-316" y="7842"/>
                          <a:pt x="232" y="4113"/>
                          <a:pt x="0" y="0"/>
                        </a:cubicBezTo>
                        <a:close/>
                      </a:path>
                      <a:path w="4393807" h="14856" fill="none" stroke="0" extrusionOk="0">
                        <a:moveTo>
                          <a:pt x="0" y="0"/>
                        </a:moveTo>
                        <a:cubicBezTo>
                          <a:pt x="175504" y="-12605"/>
                          <a:pt x="285414" y="29246"/>
                          <a:pt x="461349" y="0"/>
                        </a:cubicBezTo>
                        <a:cubicBezTo>
                          <a:pt x="654555" y="-51141"/>
                          <a:pt x="784005" y="10641"/>
                          <a:pt x="1054513" y="0"/>
                        </a:cubicBezTo>
                        <a:cubicBezTo>
                          <a:pt x="1265355" y="25490"/>
                          <a:pt x="1406259" y="29023"/>
                          <a:pt x="1559801" y="0"/>
                        </a:cubicBezTo>
                        <a:cubicBezTo>
                          <a:pt x="1679873" y="15188"/>
                          <a:pt x="1915111" y="10028"/>
                          <a:pt x="2021151" y="0"/>
                        </a:cubicBezTo>
                        <a:cubicBezTo>
                          <a:pt x="2193836" y="6678"/>
                          <a:pt x="2338465" y="-36241"/>
                          <a:pt x="2614315" y="0"/>
                        </a:cubicBezTo>
                        <a:cubicBezTo>
                          <a:pt x="2883363" y="-12909"/>
                          <a:pt x="3034288" y="3386"/>
                          <a:pt x="3163541" y="0"/>
                        </a:cubicBezTo>
                        <a:cubicBezTo>
                          <a:pt x="3264543" y="23191"/>
                          <a:pt x="3569087" y="20777"/>
                          <a:pt x="3712766" y="0"/>
                        </a:cubicBezTo>
                        <a:cubicBezTo>
                          <a:pt x="3944314" y="-29362"/>
                          <a:pt x="4200963" y="5377"/>
                          <a:pt x="4393807" y="0"/>
                        </a:cubicBezTo>
                        <a:cubicBezTo>
                          <a:pt x="4392975" y="5364"/>
                          <a:pt x="4395299" y="11025"/>
                          <a:pt x="4393807" y="14856"/>
                        </a:cubicBezTo>
                        <a:cubicBezTo>
                          <a:pt x="4261556" y="34102"/>
                          <a:pt x="4056823" y="24637"/>
                          <a:pt x="3932457" y="14856"/>
                        </a:cubicBezTo>
                        <a:cubicBezTo>
                          <a:pt x="3854387" y="38157"/>
                          <a:pt x="3680984" y="34735"/>
                          <a:pt x="3515045" y="14856"/>
                        </a:cubicBezTo>
                        <a:cubicBezTo>
                          <a:pt x="3417508" y="15455"/>
                          <a:pt x="3109558" y="-24857"/>
                          <a:pt x="2921881" y="14856"/>
                        </a:cubicBezTo>
                        <a:cubicBezTo>
                          <a:pt x="2719903" y="-10061"/>
                          <a:pt x="2608188" y="-9198"/>
                          <a:pt x="2460531" y="14856"/>
                        </a:cubicBezTo>
                        <a:cubicBezTo>
                          <a:pt x="2300086" y="65464"/>
                          <a:pt x="2087043" y="19109"/>
                          <a:pt x="1867367" y="14856"/>
                        </a:cubicBezTo>
                        <a:cubicBezTo>
                          <a:pt x="1666193" y="18281"/>
                          <a:pt x="1380593" y="9095"/>
                          <a:pt x="1230265" y="14856"/>
                        </a:cubicBezTo>
                        <a:cubicBezTo>
                          <a:pt x="1055871" y="33706"/>
                          <a:pt x="964378" y="4217"/>
                          <a:pt x="724978" y="14856"/>
                        </a:cubicBezTo>
                        <a:cubicBezTo>
                          <a:pt x="524215" y="68602"/>
                          <a:pt x="288290" y="-15085"/>
                          <a:pt x="0" y="14856"/>
                        </a:cubicBezTo>
                        <a:cubicBezTo>
                          <a:pt x="-1481" y="8432"/>
                          <a:pt x="-631" y="46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5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usiness Research Paper Slideshow by Slidesgo">
  <a:themeElements>
    <a:clrScheme name="Simple Light">
      <a:dk1>
        <a:srgbClr val="24294B"/>
      </a:dk1>
      <a:lt1>
        <a:srgbClr val="FFFFFF"/>
      </a:lt1>
      <a:dk2>
        <a:srgbClr val="4FA5E6"/>
      </a:dk2>
      <a:lt2>
        <a:srgbClr val="78DBDD"/>
      </a:lt2>
      <a:accent1>
        <a:srgbClr val="F6A64A"/>
      </a:accent1>
      <a:accent2>
        <a:srgbClr val="C99062"/>
      </a:accent2>
      <a:accent3>
        <a:srgbClr val="FDE270"/>
      </a:accent3>
      <a:accent4>
        <a:srgbClr val="E97575"/>
      </a:accent4>
      <a:accent5>
        <a:srgbClr val="E5F2FD"/>
      </a:accent5>
      <a:accent6>
        <a:srgbClr val="CCE7FF"/>
      </a:accent6>
      <a:hlink>
        <a:srgbClr val="2429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766B3C189048419BB4DF15E983FAF9" ma:contentTypeVersion="14" ma:contentTypeDescription="Create a new document." ma:contentTypeScope="" ma:versionID="1848a6e518f93c55280dccce23c676a1">
  <xsd:schema xmlns:xsd="http://www.w3.org/2001/XMLSchema" xmlns:xs="http://www.w3.org/2001/XMLSchema" xmlns:p="http://schemas.microsoft.com/office/2006/metadata/properties" xmlns:ns3="9db203b6-cd1c-4233-bf82-baa8eb7e2b95" xmlns:ns4="838b4f81-6b96-4e76-b182-3799167b6b5e" targetNamespace="http://schemas.microsoft.com/office/2006/metadata/properties" ma:root="true" ma:fieldsID="ce9aa71c9dccb173a09f3c29d411a8e7" ns3:_="" ns4:_="">
    <xsd:import namespace="9db203b6-cd1c-4233-bf82-baa8eb7e2b95"/>
    <xsd:import namespace="838b4f81-6b96-4e76-b182-3799167b6b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b203b6-cd1c-4233-bf82-baa8eb7e2b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b4f81-6b96-4e76-b182-3799167b6b5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b203b6-cd1c-4233-bf82-baa8eb7e2b9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5AF90D-33B3-4BB0-8DFC-3614950F69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b203b6-cd1c-4233-bf82-baa8eb7e2b95"/>
    <ds:schemaRef ds:uri="838b4f81-6b96-4e76-b182-3799167b6b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CB94EF-109B-4B27-9B39-C18F13C129E4}">
  <ds:schemaRefs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  <ds:schemaRef ds:uri="838b4f81-6b96-4e76-b182-3799167b6b5e"/>
    <ds:schemaRef ds:uri="http://schemas.microsoft.com/office/infopath/2007/PartnerControls"/>
    <ds:schemaRef ds:uri="9db203b6-cd1c-4233-bf82-baa8eb7e2b95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731C71-C5C4-413E-81F6-989AF18BF1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tf02895261_win32</Template>
  <TotalTime>864</TotalTime>
  <Words>1410</Words>
  <Application>Microsoft Office PowerPoint</Application>
  <PresentationFormat>Custom</PresentationFormat>
  <Paragraphs>730</Paragraphs>
  <Slides>42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60" baseType="lpstr">
      <vt:lpstr>Arial</vt:lpstr>
      <vt:lpstr>Artifakt Element Black</vt:lpstr>
      <vt:lpstr>Calibri</vt:lpstr>
      <vt:lpstr>Calibri Light</vt:lpstr>
      <vt:lpstr>Catamaran</vt:lpstr>
      <vt:lpstr>Corbel</vt:lpstr>
      <vt:lpstr>Courier New</vt:lpstr>
      <vt:lpstr>Days One</vt:lpstr>
      <vt:lpstr>Lato</vt:lpstr>
      <vt:lpstr>Mulish SemiBold</vt:lpstr>
      <vt:lpstr>PT Sans</vt:lpstr>
      <vt:lpstr>Roboto Condensed Light</vt:lpstr>
      <vt:lpstr>Times New Roman</vt:lpstr>
      <vt:lpstr>Titillium Web</vt:lpstr>
      <vt:lpstr>Varela Round</vt:lpstr>
      <vt:lpstr>Wingdings</vt:lpstr>
      <vt:lpstr>Business Research Paper Slideshow by Slidesgo</vt:lpstr>
      <vt:lpstr>1_Office Theme</vt:lpstr>
      <vt:lpstr>PowerPoint Presentation</vt:lpstr>
      <vt:lpstr>PowerPoint Presentation</vt:lpstr>
      <vt:lpstr>Proposed Ideas</vt:lpstr>
      <vt:lpstr>Features</vt:lpstr>
      <vt:lpstr>Causes for Selection</vt:lpstr>
      <vt:lpstr>Understanding Customer Needs</vt:lpstr>
      <vt:lpstr>PowerPoint Presentation</vt:lpstr>
      <vt:lpstr>Location of surveys</vt:lpstr>
      <vt:lpstr>PowerPoint Presentation</vt:lpstr>
      <vt:lpstr>PowerPoint Presentation</vt:lpstr>
      <vt:lpstr>PowerPoint Presentation</vt:lpstr>
      <vt:lpstr>Customer’s Requirement Evaluation</vt:lpstr>
      <vt:lpstr>Quality Function Deployment (QFD)</vt:lpstr>
      <vt:lpstr>Voice of the Customer (VOC)</vt:lpstr>
      <vt:lpstr>House of Quality</vt:lpstr>
      <vt:lpstr>PowerPoint Presentation</vt:lpstr>
      <vt:lpstr>Functional Decomposition</vt:lpstr>
      <vt:lpstr>The Black Box Model</vt:lpstr>
      <vt:lpstr>Component Hierarchy</vt:lpstr>
      <vt:lpstr>Cluster Function Structure</vt:lpstr>
      <vt:lpstr>PowerPoint Presentation</vt:lpstr>
      <vt:lpstr>FAST Diagram</vt:lpstr>
      <vt:lpstr>Qualitative Analysis</vt:lpstr>
      <vt:lpstr>Design of Parts</vt:lpstr>
      <vt:lpstr>Design of Parts</vt:lpstr>
      <vt:lpstr>Material Selection</vt:lpstr>
      <vt:lpstr>Manufacturing &amp; Joining Process Selection</vt:lpstr>
      <vt:lpstr>PowerPoint Presentation</vt:lpstr>
      <vt:lpstr>Material Selection for Frame</vt:lpstr>
      <vt:lpstr>Material Selection for Frame</vt:lpstr>
      <vt:lpstr>Material Selection for Frame</vt:lpstr>
      <vt:lpstr>Static Structural Analysis of Cutter</vt:lpstr>
      <vt:lpstr>Static Structural Analysis of Cutter Holder</vt:lpstr>
      <vt:lpstr>Static Structural Analysis of Bearings</vt:lpstr>
      <vt:lpstr>Static Structural Analysis of Rammer</vt:lpstr>
      <vt:lpstr>Static Structural Analysis of Pulley Holder</vt:lpstr>
      <vt:lpstr>Cost Analysis</vt:lpstr>
      <vt:lpstr>Cost Analysis</vt:lpstr>
      <vt:lpstr>Break-Even Analysis</vt:lpstr>
      <vt:lpstr>Sensitivity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Deceptic0n</dc:creator>
  <cp:lastModifiedBy>1908047 - An-Nur Taiweb Rahman</cp:lastModifiedBy>
  <cp:revision>136</cp:revision>
  <dcterms:created xsi:type="dcterms:W3CDTF">2023-02-28T15:01:00Z</dcterms:created>
  <dcterms:modified xsi:type="dcterms:W3CDTF">2024-09-17T14:42:01Z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0x0101003F766B3C189048419BB4DF15E983FAF9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ICV">
    <vt:lpwstr>A3569E702FB447B3894514FAD7804CFF</vt:lpwstr>
  </property>
  <property fmtid="{D5CDD505-2E9C-101B-9397-08002B2CF9AE}" pid="9" name="KSOProductBuildVer">
    <vt:lpwstr>1033-11.2.0.11486</vt:lpwstr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2023-09-11T16:47:36Z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c988cb32-6249-46e0-9576-7387679e3f43</vt:lpwstr>
  </property>
  <property fmtid="{D5CDD505-2E9C-101B-9397-08002B2CF9AE}" pid="15" name="MSIP_Label_defa4170-0d19-0005-0004-bc88714345d2_ActionId">
    <vt:lpwstr>d0b5a3d6-8fd3-45d0-8c6f-9bb05529ee5b</vt:lpwstr>
  </property>
  <property fmtid="{D5CDD505-2E9C-101B-9397-08002B2CF9AE}" pid="16" name="MSIP_Label_defa4170-0d19-0005-0004-bc88714345d2_ContentBits">
    <vt:lpwstr>0</vt:lpwstr>
  </property>
</Properties>
</file>